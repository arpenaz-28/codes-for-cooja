
<file path=[Content_Types].xml><?xml version="1.0" encoding="utf-8"?>
<Types xmlns="http://schemas.openxmlformats.org/package/2006/content-types">
  <Default Extension="fntdata" ContentType="application/x-fontdata"/>
  <Default Extension="jpg" ContentType="image/jpeg"/>
  <Default Extension="png" ContentType="image/png"/>
  <Default Extension="rels" ContentType="application/vnd.openxmlformats-package.relationships+xml"/>
  <Default Extension="xml" ContentType="application/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xml" ContentType="application/vnd.openxmlformats-officedocument.presentationml.notesSlide+xml"/>
  <Override PartName="/ppt/notesSlides/notesSlide40.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theme/theme3.xml" ContentType="application/vnd.openxmlformats-officedocument.theme+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2" r:id="rId4"/>
    <p:sldMasterId id="2147483673" r:id="rId5"/>
  </p:sldMasterIdLst>
  <p:notesMasterIdLst>
    <p:notesMasterId r:id="rId6"/>
  </p:notesMasterIdLst>
  <p:sldIdLst>
    <p:sldId id="296" r:id="rId67"/>
    <p:sldId id="297" r:id="rId68"/>
    <p:sldId id="298" r:id="rId69"/>
    <p:sldId id="299" r:id="rId70"/>
    <p:sldId id="300" r:id="rId71"/>
    <p:sldId id="301" r:id="rId72"/>
    <p:sldId id="302" r:id="rId73"/>
  </p:sldIdLst>
  <p:sldSz cy="5143500" cx="9144000"/>
  <p:notesSz cx="6858000" cy="9144000"/>
  <p:embeddedFontLst>
    <p:embeddedFont>
      <p:font typeface="Proxima Nova"/>
      <p:regular r:id="rId47"/>
      <p:bold r:id="rId48"/>
      <p:italic r:id="rId49"/>
      <p:boldItalic r:id="rId50"/>
    </p:embeddedFont>
    <p:embeddedFont>
      <p:font typeface="Roboto Medium"/>
      <p:regular r:id="rId51"/>
      <p:bold r:id="rId52"/>
      <p:italic r:id="rId53"/>
      <p:boldItalic r:id="rId54"/>
    </p:embeddedFont>
    <p:embeddedFont>
      <p:font typeface="Amatic SC"/>
      <p:regular r:id="rId55"/>
      <p:bold r:id="rId56"/>
    </p:embeddedFont>
    <p:embeddedFont>
      <p:font typeface="Bricolage Grotesque"/>
      <p:regular r:id="rId57"/>
      <p:bold r:id="rId58"/>
    </p:embeddedFont>
    <p:embeddedFont>
      <p:font typeface="DM Sans"/>
      <p:regular r:id="rId59"/>
      <p:bold r:id="rId60"/>
      <p:italic r:id="rId61"/>
      <p:boldItalic r:id="rId62"/>
    </p:embeddedFont>
    <p:embeddedFont>
      <p:font typeface="Barlow"/>
      <p:regular r:id="rId63"/>
      <p:bold r:id="rId64"/>
      <p:italic r:id="rId65"/>
      <p:boldItalic r:id="rId66"/>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8E8FDCE8-B9AE-4A85-9227-33255774178E}">
  <a:tblStyle styleId="{8E8FDCE8-B9AE-4A85-9227-33255774178E}"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9" Type="http://schemas.openxmlformats.org/officeDocument/2006/relationships/slide" Target="slides/slide3.xml"/><Relationship Id="rId10" Type="http://schemas.openxmlformats.org/officeDocument/2006/relationships/slide" Target="slides/slide4.xml"/><Relationship Id="rId11" Type="http://schemas.openxmlformats.org/officeDocument/2006/relationships/slide" Target="slides/slide5.xml"/><Relationship Id="rId12" Type="http://schemas.openxmlformats.org/officeDocument/2006/relationships/slide" Target="slides/slide6.xml"/><Relationship Id="rId13" Type="http://schemas.openxmlformats.org/officeDocument/2006/relationships/slide" Target="slides/slide7.xml"/><Relationship Id="rId14" Type="http://schemas.openxmlformats.org/officeDocument/2006/relationships/slide" Target="slides/slide8.xml"/><Relationship Id="rId15" Type="http://schemas.openxmlformats.org/officeDocument/2006/relationships/slide" Target="slides/slide9.xml"/><Relationship Id="rId16" Type="http://schemas.openxmlformats.org/officeDocument/2006/relationships/slide" Target="slides/slide10.xml"/><Relationship Id="rId17" Type="http://schemas.openxmlformats.org/officeDocument/2006/relationships/slide" Target="slides/slide11.xml"/><Relationship Id="rId18" Type="http://schemas.openxmlformats.org/officeDocument/2006/relationships/slide" Target="slides/slide12.xml"/><Relationship Id="rId19" Type="http://schemas.openxmlformats.org/officeDocument/2006/relationships/slide" Target="slides/slide13.xml"/><Relationship Id="rId20" Type="http://schemas.openxmlformats.org/officeDocument/2006/relationships/slide" Target="slides/slide14.xml"/><Relationship Id="rId21" Type="http://schemas.openxmlformats.org/officeDocument/2006/relationships/slide" Target="slides/slide15.xml"/><Relationship Id="rId22" Type="http://schemas.openxmlformats.org/officeDocument/2006/relationships/slide" Target="slides/slide16.xml"/><Relationship Id="rId23" Type="http://schemas.openxmlformats.org/officeDocument/2006/relationships/slide" Target="slides/slide17.xml"/><Relationship Id="rId24" Type="http://schemas.openxmlformats.org/officeDocument/2006/relationships/slide" Target="slides/slide18.xml"/><Relationship Id="rId25" Type="http://schemas.openxmlformats.org/officeDocument/2006/relationships/slide" Target="slides/slide19.xml"/><Relationship Id="rId26" Type="http://schemas.openxmlformats.org/officeDocument/2006/relationships/slide" Target="slides/slide20.xml"/><Relationship Id="rId27" Type="http://schemas.openxmlformats.org/officeDocument/2006/relationships/slide" Target="slides/slide21.xml"/><Relationship Id="rId28" Type="http://schemas.openxmlformats.org/officeDocument/2006/relationships/slide" Target="slides/slide22.xml"/><Relationship Id="rId29" Type="http://schemas.openxmlformats.org/officeDocument/2006/relationships/slide" Target="slides/slide23.xml"/><Relationship Id="rId30" Type="http://schemas.openxmlformats.org/officeDocument/2006/relationships/slide" Target="slides/slide24.xml"/><Relationship Id="rId31" Type="http://schemas.openxmlformats.org/officeDocument/2006/relationships/slide" Target="slides/slide25.xml"/><Relationship Id="rId32" Type="http://schemas.openxmlformats.org/officeDocument/2006/relationships/slide" Target="slides/slide26.xml"/><Relationship Id="rId33" Type="http://schemas.openxmlformats.org/officeDocument/2006/relationships/slide" Target="slides/slide27.xml"/><Relationship Id="rId34" Type="http://schemas.openxmlformats.org/officeDocument/2006/relationships/slide" Target="slides/slide28.xml"/><Relationship Id="rId35" Type="http://schemas.openxmlformats.org/officeDocument/2006/relationships/slide" Target="slides/slide29.xml"/><Relationship Id="rId36" Type="http://schemas.openxmlformats.org/officeDocument/2006/relationships/slide" Target="slides/slide30.xml"/><Relationship Id="rId37" Type="http://schemas.openxmlformats.org/officeDocument/2006/relationships/slide" Target="slides/slide31.xml"/><Relationship Id="rId38" Type="http://schemas.openxmlformats.org/officeDocument/2006/relationships/slide" Target="slides/slide32.xml"/><Relationship Id="rId39" Type="http://schemas.openxmlformats.org/officeDocument/2006/relationships/slide" Target="slides/slide33.xml"/><Relationship Id="rId40" Type="http://schemas.openxmlformats.org/officeDocument/2006/relationships/slide" Target="slides/slide34.xml"/><Relationship Id="rId41" Type="http://schemas.openxmlformats.org/officeDocument/2006/relationships/slide" Target="slides/slide35.xml"/><Relationship Id="rId42" Type="http://schemas.openxmlformats.org/officeDocument/2006/relationships/slide" Target="slides/slide36.xml"/><Relationship Id="rId43" Type="http://schemas.openxmlformats.org/officeDocument/2006/relationships/slide" Target="slides/slide37.xml"/><Relationship Id="rId44" Type="http://schemas.openxmlformats.org/officeDocument/2006/relationships/slide" Target="slides/slide38.xml"/><Relationship Id="rId45" Type="http://schemas.openxmlformats.org/officeDocument/2006/relationships/slide" Target="slides/slide39.xml"/><Relationship Id="rId46" Type="http://schemas.openxmlformats.org/officeDocument/2006/relationships/slide" Target="slides/slide40.xml"/><Relationship Id="rId47" Type="http://schemas.openxmlformats.org/officeDocument/2006/relationships/font" Target="fonts/ProximaNova-regular.fntdata"/><Relationship Id="rId48" Type="http://schemas.openxmlformats.org/officeDocument/2006/relationships/font" Target="fonts/ProximaNova-bold.fntdata"/><Relationship Id="rId49" Type="http://schemas.openxmlformats.org/officeDocument/2006/relationships/font" Target="fonts/ProximaNova-italic.fntdata"/><Relationship Id="rId50" Type="http://schemas.openxmlformats.org/officeDocument/2006/relationships/font" Target="fonts/ProximaNova-boldItalic.fntdata"/><Relationship Id="rId51" Type="http://schemas.openxmlformats.org/officeDocument/2006/relationships/font" Target="fonts/RobotoMedium-regular.fntdata"/><Relationship Id="rId52" Type="http://schemas.openxmlformats.org/officeDocument/2006/relationships/font" Target="fonts/RobotoMedium-bold.fntdata"/><Relationship Id="rId53" Type="http://schemas.openxmlformats.org/officeDocument/2006/relationships/font" Target="fonts/RobotoMedium-italic.fntdata"/><Relationship Id="rId54" Type="http://schemas.openxmlformats.org/officeDocument/2006/relationships/font" Target="fonts/RobotoMedium-boldItalic.fntdata"/><Relationship Id="rId55" Type="http://schemas.openxmlformats.org/officeDocument/2006/relationships/font" Target="fonts/AmaticSC-regular.fntdata"/><Relationship Id="rId56" Type="http://schemas.openxmlformats.org/officeDocument/2006/relationships/font" Target="fonts/AmaticSC-bold.fntdata"/><Relationship Id="rId57" Type="http://schemas.openxmlformats.org/officeDocument/2006/relationships/font" Target="fonts/BricolageGrotesque-regular.fntdata"/><Relationship Id="rId58" Type="http://schemas.openxmlformats.org/officeDocument/2006/relationships/font" Target="fonts/BricolageGrotesque-bold.fntdata"/><Relationship Id="rId59" Type="http://schemas.openxmlformats.org/officeDocument/2006/relationships/font" Target="fonts/DMSans-regular.fntdata"/><Relationship Id="rId60" Type="http://schemas.openxmlformats.org/officeDocument/2006/relationships/font" Target="fonts/DMSans-bold.fntdata"/><Relationship Id="rId61" Type="http://schemas.openxmlformats.org/officeDocument/2006/relationships/font" Target="fonts/DMSans-italic.fntdata"/><Relationship Id="rId62" Type="http://schemas.openxmlformats.org/officeDocument/2006/relationships/font" Target="fonts/DMSans-boldItalic.fntdata"/><Relationship Id="rId63" Type="http://schemas.openxmlformats.org/officeDocument/2006/relationships/font" Target="fonts/Barlow-regular.fntdata"/><Relationship Id="rId64" Type="http://schemas.openxmlformats.org/officeDocument/2006/relationships/font" Target="fonts/Barlow-bold.fntdata"/><Relationship Id="rId65" Type="http://schemas.openxmlformats.org/officeDocument/2006/relationships/font" Target="fonts/Barlow-italic.fntdata"/><Relationship Id="rId66" Type="http://schemas.openxmlformats.org/officeDocument/2006/relationships/font" Target="fonts/Barlow-boldItalic.fntdata"/><Relationship Id="rId67" Type="http://schemas.openxmlformats.org/officeDocument/2006/relationships/slide" Target="slides/slide41.xml"/><Relationship Id="rId68" Type="http://schemas.openxmlformats.org/officeDocument/2006/relationships/slide" Target="slides/slide42.xml"/><Relationship Id="rId69" Type="http://schemas.openxmlformats.org/officeDocument/2006/relationships/slide" Target="slides/slide43.xml"/><Relationship Id="rId70" Type="http://schemas.openxmlformats.org/officeDocument/2006/relationships/slide" Target="slides/slide44.xml"/><Relationship Id="rId71" Type="http://schemas.openxmlformats.org/officeDocument/2006/relationships/slide" Target="slides/slide45.xml"/><Relationship Id="rId72" Type="http://schemas.openxmlformats.org/officeDocument/2006/relationships/slide" Target="slides/slide46.xml"/><Relationship Id="rId73" Type="http://schemas.openxmlformats.org/officeDocument/2006/relationships/slide" Target="slides/slide4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3" name="Shape 373"/>
        <p:cNvGrpSpPr/>
        <p:nvPr/>
      </p:nvGrpSpPr>
      <p:grpSpPr>
        <a:xfrm>
          <a:off x="0" y="0"/>
          <a:ext cx="0" cy="0"/>
          <a:chOff x="0" y="0"/>
          <a:chExt cx="0" cy="0"/>
        </a:xfrm>
      </p:grpSpPr>
      <p:sp>
        <p:nvSpPr>
          <p:cNvPr id="374" name="Google Shape;374;gd431007ba2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5" name="Google Shape;375;gd431007ba2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9" name="Shape 379"/>
        <p:cNvGrpSpPr/>
        <p:nvPr/>
      </p:nvGrpSpPr>
      <p:grpSpPr>
        <a:xfrm>
          <a:off x="0" y="0"/>
          <a:ext cx="0" cy="0"/>
          <a:chOff x="0" y="0"/>
          <a:chExt cx="0" cy="0"/>
        </a:xfrm>
      </p:grpSpPr>
      <p:sp>
        <p:nvSpPr>
          <p:cNvPr id="380" name="Google Shape;380;g133f6155f6d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1" name="Google Shape;381;g133f6155f6d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8" name="Shape 388"/>
        <p:cNvGrpSpPr/>
        <p:nvPr/>
      </p:nvGrpSpPr>
      <p:grpSpPr>
        <a:xfrm>
          <a:off x="0" y="0"/>
          <a:ext cx="0" cy="0"/>
          <a:chOff x="0" y="0"/>
          <a:chExt cx="0" cy="0"/>
        </a:xfrm>
      </p:grpSpPr>
      <p:sp>
        <p:nvSpPr>
          <p:cNvPr id="389" name="Google Shape;389;gd431007ba2_0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0" name="Google Shape;390;gd431007ba2_0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1" name="Shape 411"/>
        <p:cNvGrpSpPr/>
        <p:nvPr/>
      </p:nvGrpSpPr>
      <p:grpSpPr>
        <a:xfrm>
          <a:off x="0" y="0"/>
          <a:ext cx="0" cy="0"/>
          <a:chOff x="0" y="0"/>
          <a:chExt cx="0" cy="0"/>
        </a:xfrm>
      </p:grpSpPr>
      <p:sp>
        <p:nvSpPr>
          <p:cNvPr id="412" name="Google Shape;412;g2161ca7da69_2_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3" name="Google Shape;413;g2161ca7da69_2_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8" name="Shape 418"/>
        <p:cNvGrpSpPr/>
        <p:nvPr/>
      </p:nvGrpSpPr>
      <p:grpSpPr>
        <a:xfrm>
          <a:off x="0" y="0"/>
          <a:ext cx="0" cy="0"/>
          <a:chOff x="0" y="0"/>
          <a:chExt cx="0" cy="0"/>
        </a:xfrm>
      </p:grpSpPr>
      <p:sp>
        <p:nvSpPr>
          <p:cNvPr id="419" name="Google Shape;419;g133f6155f6d_0_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0" name="Google Shape;420;g133f6155f6d_0_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9" name="Shape 429"/>
        <p:cNvGrpSpPr/>
        <p:nvPr/>
      </p:nvGrpSpPr>
      <p:grpSpPr>
        <a:xfrm>
          <a:off x="0" y="0"/>
          <a:ext cx="0" cy="0"/>
          <a:chOff x="0" y="0"/>
          <a:chExt cx="0" cy="0"/>
        </a:xfrm>
      </p:grpSpPr>
      <p:sp>
        <p:nvSpPr>
          <p:cNvPr id="430" name="Google Shape;430;g1dd46dd1d67_2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1" name="Google Shape;431;g1dd46dd1d67_2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5" name="Shape 435"/>
        <p:cNvGrpSpPr/>
        <p:nvPr/>
      </p:nvGrpSpPr>
      <p:grpSpPr>
        <a:xfrm>
          <a:off x="0" y="0"/>
          <a:ext cx="0" cy="0"/>
          <a:chOff x="0" y="0"/>
          <a:chExt cx="0" cy="0"/>
        </a:xfrm>
      </p:grpSpPr>
      <p:sp>
        <p:nvSpPr>
          <p:cNvPr id="436" name="Google Shape;436;g1dd46dd1d67_2_6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7" name="Google Shape;437;g1dd46dd1d67_2_6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4" name="Shape 444"/>
        <p:cNvGrpSpPr/>
        <p:nvPr/>
      </p:nvGrpSpPr>
      <p:grpSpPr>
        <a:xfrm>
          <a:off x="0" y="0"/>
          <a:ext cx="0" cy="0"/>
          <a:chOff x="0" y="0"/>
          <a:chExt cx="0" cy="0"/>
        </a:xfrm>
      </p:grpSpPr>
      <p:sp>
        <p:nvSpPr>
          <p:cNvPr id="445" name="Google Shape;445;g2161ca7da69_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6" name="Google Shape;446;g2161ca7da69_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9" name="Shape 449"/>
        <p:cNvGrpSpPr/>
        <p:nvPr/>
      </p:nvGrpSpPr>
      <p:grpSpPr>
        <a:xfrm>
          <a:off x="0" y="0"/>
          <a:ext cx="0" cy="0"/>
          <a:chOff x="0" y="0"/>
          <a:chExt cx="0" cy="0"/>
        </a:xfrm>
      </p:grpSpPr>
      <p:sp>
        <p:nvSpPr>
          <p:cNvPr id="450" name="Google Shape;450;g2b4963ade1a_0_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1" name="Google Shape;451;g2b4963ade1a_0_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4" name="Shape 494"/>
        <p:cNvGrpSpPr/>
        <p:nvPr/>
      </p:nvGrpSpPr>
      <p:grpSpPr>
        <a:xfrm>
          <a:off x="0" y="0"/>
          <a:ext cx="0" cy="0"/>
          <a:chOff x="0" y="0"/>
          <a:chExt cx="0" cy="0"/>
        </a:xfrm>
      </p:grpSpPr>
      <p:sp>
        <p:nvSpPr>
          <p:cNvPr id="495" name="Google Shape;495;g133f6155f6d_0_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6" name="Google Shape;496;g133f6155f6d_0_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8" name="Shape 508"/>
        <p:cNvGrpSpPr/>
        <p:nvPr/>
      </p:nvGrpSpPr>
      <p:grpSpPr>
        <a:xfrm>
          <a:off x="0" y="0"/>
          <a:ext cx="0" cy="0"/>
          <a:chOff x="0" y="0"/>
          <a:chExt cx="0" cy="0"/>
        </a:xfrm>
      </p:grpSpPr>
      <p:sp>
        <p:nvSpPr>
          <p:cNvPr id="509" name="Google Shape;509;g54dda1946d_6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0" name="Google Shape;510;g54dda1946d_6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4" name="Shape 514"/>
        <p:cNvGrpSpPr/>
        <p:nvPr/>
      </p:nvGrpSpPr>
      <p:grpSpPr>
        <a:xfrm>
          <a:off x="0" y="0"/>
          <a:ext cx="0" cy="0"/>
          <a:chOff x="0" y="0"/>
          <a:chExt cx="0" cy="0"/>
        </a:xfrm>
      </p:grpSpPr>
      <p:sp>
        <p:nvSpPr>
          <p:cNvPr id="515" name="Google Shape;515;g2b4963ade1a_0_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6" name="Google Shape;516;g2b4963ade1a_0_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5" name="Shape 535"/>
        <p:cNvGrpSpPr/>
        <p:nvPr/>
      </p:nvGrpSpPr>
      <p:grpSpPr>
        <a:xfrm>
          <a:off x="0" y="0"/>
          <a:ext cx="0" cy="0"/>
          <a:chOff x="0" y="0"/>
          <a:chExt cx="0" cy="0"/>
        </a:xfrm>
      </p:grpSpPr>
      <p:sp>
        <p:nvSpPr>
          <p:cNvPr id="536" name="Google Shape;536;ged9256fe6f_0_1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7" name="Google Shape;537;ged9256fe6f_0_1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1" name="Shape 541"/>
        <p:cNvGrpSpPr/>
        <p:nvPr/>
      </p:nvGrpSpPr>
      <p:grpSpPr>
        <a:xfrm>
          <a:off x="0" y="0"/>
          <a:ext cx="0" cy="0"/>
          <a:chOff x="0" y="0"/>
          <a:chExt cx="0" cy="0"/>
        </a:xfrm>
      </p:grpSpPr>
      <p:sp>
        <p:nvSpPr>
          <p:cNvPr id="542" name="Google Shape;542;g54dda1946d_4_26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3" name="Google Shape;543;g54dda1946d_4_26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9" name="Shape 589"/>
        <p:cNvGrpSpPr/>
        <p:nvPr/>
      </p:nvGrpSpPr>
      <p:grpSpPr>
        <a:xfrm>
          <a:off x="0" y="0"/>
          <a:ext cx="0" cy="0"/>
          <a:chOff x="0" y="0"/>
          <a:chExt cx="0" cy="0"/>
        </a:xfrm>
      </p:grpSpPr>
      <p:sp>
        <p:nvSpPr>
          <p:cNvPr id="590" name="Google Shape;590;g1340135a080_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1" name="Google Shape;591;g1340135a080_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8" name="Shape 598"/>
        <p:cNvGrpSpPr/>
        <p:nvPr/>
      </p:nvGrpSpPr>
      <p:grpSpPr>
        <a:xfrm>
          <a:off x="0" y="0"/>
          <a:ext cx="0" cy="0"/>
          <a:chOff x="0" y="0"/>
          <a:chExt cx="0" cy="0"/>
        </a:xfrm>
      </p:grpSpPr>
      <p:sp>
        <p:nvSpPr>
          <p:cNvPr id="599" name="Google Shape;599;g113dfeee943_0_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0" name="Google Shape;600;g113dfeee943_0_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2" name="Shape 612"/>
        <p:cNvGrpSpPr/>
        <p:nvPr/>
      </p:nvGrpSpPr>
      <p:grpSpPr>
        <a:xfrm>
          <a:off x="0" y="0"/>
          <a:ext cx="0" cy="0"/>
          <a:chOff x="0" y="0"/>
          <a:chExt cx="0" cy="0"/>
        </a:xfrm>
      </p:grpSpPr>
      <p:sp>
        <p:nvSpPr>
          <p:cNvPr id="613" name="Google Shape;613;g54dda1946d_4_26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4" name="Google Shape;614;g54dda1946d_4_26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0" name="Shape 630"/>
        <p:cNvGrpSpPr/>
        <p:nvPr/>
      </p:nvGrpSpPr>
      <p:grpSpPr>
        <a:xfrm>
          <a:off x="0" y="0"/>
          <a:ext cx="0" cy="0"/>
          <a:chOff x="0" y="0"/>
          <a:chExt cx="0" cy="0"/>
        </a:xfrm>
      </p:grpSpPr>
      <p:sp>
        <p:nvSpPr>
          <p:cNvPr id="631" name="Google Shape;631;g117d1415e74_0_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2" name="Google Shape;632;g117d1415e74_0_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3" name="Shape 643"/>
        <p:cNvGrpSpPr/>
        <p:nvPr/>
      </p:nvGrpSpPr>
      <p:grpSpPr>
        <a:xfrm>
          <a:off x="0" y="0"/>
          <a:ext cx="0" cy="0"/>
          <a:chOff x="0" y="0"/>
          <a:chExt cx="0" cy="0"/>
        </a:xfrm>
      </p:grpSpPr>
      <p:sp>
        <p:nvSpPr>
          <p:cNvPr id="644" name="Google Shape;644;gd5260bdd85_0_2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5" name="Google Shape;645;gd5260bdd85_0_2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6" name="Shape 656"/>
        <p:cNvGrpSpPr/>
        <p:nvPr/>
      </p:nvGrpSpPr>
      <p:grpSpPr>
        <a:xfrm>
          <a:off x="0" y="0"/>
          <a:ext cx="0" cy="0"/>
          <a:chOff x="0" y="0"/>
          <a:chExt cx="0" cy="0"/>
        </a:xfrm>
      </p:grpSpPr>
      <p:sp>
        <p:nvSpPr>
          <p:cNvPr id="657" name="Google Shape;657;g1340135a080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8" name="Google Shape;658;g1340135a080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4" name="Shape 674"/>
        <p:cNvGrpSpPr/>
        <p:nvPr/>
      </p:nvGrpSpPr>
      <p:grpSpPr>
        <a:xfrm>
          <a:off x="0" y="0"/>
          <a:ext cx="0" cy="0"/>
          <a:chOff x="0" y="0"/>
          <a:chExt cx="0" cy="0"/>
        </a:xfrm>
      </p:grpSpPr>
      <p:sp>
        <p:nvSpPr>
          <p:cNvPr id="675" name="Google Shape;675;g2b4963ade1a_0_5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6" name="Google Shape;676;g2b4963ade1a_0_5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3" name="Shape 693"/>
        <p:cNvGrpSpPr/>
        <p:nvPr/>
      </p:nvGrpSpPr>
      <p:grpSpPr>
        <a:xfrm>
          <a:off x="0" y="0"/>
          <a:ext cx="0" cy="0"/>
          <a:chOff x="0" y="0"/>
          <a:chExt cx="0" cy="0"/>
        </a:xfrm>
      </p:grpSpPr>
      <p:sp>
        <p:nvSpPr>
          <p:cNvPr id="694" name="Google Shape;694;g2b4963ade1a_0_6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5" name="Google Shape;695;g2b4963ade1a_0_6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9" name="Shape 699"/>
        <p:cNvGrpSpPr/>
        <p:nvPr/>
      </p:nvGrpSpPr>
      <p:grpSpPr>
        <a:xfrm>
          <a:off x="0" y="0"/>
          <a:ext cx="0" cy="0"/>
          <a:chOff x="0" y="0"/>
          <a:chExt cx="0" cy="0"/>
        </a:xfrm>
      </p:grpSpPr>
      <p:sp>
        <p:nvSpPr>
          <p:cNvPr id="700" name="Google Shape;700;g2b4963ade1a_0_143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1" name="Google Shape;701;g2b4963ade1a_0_143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5" name="Shape 705"/>
        <p:cNvGrpSpPr/>
        <p:nvPr/>
      </p:nvGrpSpPr>
      <p:grpSpPr>
        <a:xfrm>
          <a:off x="0" y="0"/>
          <a:ext cx="0" cy="0"/>
          <a:chOff x="0" y="0"/>
          <a:chExt cx="0" cy="0"/>
        </a:xfrm>
      </p:grpSpPr>
      <p:sp>
        <p:nvSpPr>
          <p:cNvPr id="706" name="Google Shape;706;g2b4963ade1a_0_143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7" name="Google Shape;707;g2b4963ade1a_0_143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1" name="Shape 711"/>
        <p:cNvGrpSpPr/>
        <p:nvPr/>
      </p:nvGrpSpPr>
      <p:grpSpPr>
        <a:xfrm>
          <a:off x="0" y="0"/>
          <a:ext cx="0" cy="0"/>
          <a:chOff x="0" y="0"/>
          <a:chExt cx="0" cy="0"/>
        </a:xfrm>
      </p:grpSpPr>
      <p:sp>
        <p:nvSpPr>
          <p:cNvPr id="712" name="Google Shape;712;g2b4963ade1a_0_143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3" name="Google Shape;713;g2b4963ade1a_0_143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1" name="Shape 731"/>
        <p:cNvGrpSpPr/>
        <p:nvPr/>
      </p:nvGrpSpPr>
      <p:grpSpPr>
        <a:xfrm>
          <a:off x="0" y="0"/>
          <a:ext cx="0" cy="0"/>
          <a:chOff x="0" y="0"/>
          <a:chExt cx="0" cy="0"/>
        </a:xfrm>
      </p:grpSpPr>
      <p:sp>
        <p:nvSpPr>
          <p:cNvPr id="732" name="Google Shape;732;g2b4963ade1a_0_143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3" name="Google Shape;733;g2b4963ade1a_0_143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7" name="Shape 747"/>
        <p:cNvGrpSpPr/>
        <p:nvPr/>
      </p:nvGrpSpPr>
      <p:grpSpPr>
        <a:xfrm>
          <a:off x="0" y="0"/>
          <a:ext cx="0" cy="0"/>
          <a:chOff x="0" y="0"/>
          <a:chExt cx="0" cy="0"/>
        </a:xfrm>
      </p:grpSpPr>
      <p:sp>
        <p:nvSpPr>
          <p:cNvPr id="748" name="Google Shape;748;g2b4963ade1a_0_143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9" name="Google Shape;749;g2b4963ade1a_0_143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4" name="Shape 1084"/>
        <p:cNvGrpSpPr/>
        <p:nvPr/>
      </p:nvGrpSpPr>
      <p:grpSpPr>
        <a:xfrm>
          <a:off x="0" y="0"/>
          <a:ext cx="0" cy="0"/>
          <a:chOff x="0" y="0"/>
          <a:chExt cx="0" cy="0"/>
        </a:xfrm>
      </p:grpSpPr>
      <p:sp>
        <p:nvSpPr>
          <p:cNvPr id="1085" name="Google Shape;1085;g2b4963ade1a_0_147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6" name="Google Shape;1086;g2b4963ade1a_0_147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98" name="Shape 6998"/>
        <p:cNvGrpSpPr/>
        <p:nvPr/>
      </p:nvGrpSpPr>
      <p:grpSpPr>
        <a:xfrm>
          <a:off x="0" y="0"/>
          <a:ext cx="0" cy="0"/>
          <a:chOff x="0" y="0"/>
          <a:chExt cx="0" cy="0"/>
        </a:xfrm>
      </p:grpSpPr>
      <p:sp>
        <p:nvSpPr>
          <p:cNvPr id="6999" name="Google Shape;6999;g2b4963ade1a_0_206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00" name="Google Shape;7000;g2b4963ade1a_0_206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25" name="Shape 7425"/>
        <p:cNvGrpSpPr/>
        <p:nvPr/>
      </p:nvGrpSpPr>
      <p:grpSpPr>
        <a:xfrm>
          <a:off x="0" y="0"/>
          <a:ext cx="0" cy="0"/>
          <a:chOff x="0" y="0"/>
          <a:chExt cx="0" cy="0"/>
        </a:xfrm>
      </p:grpSpPr>
      <p:sp>
        <p:nvSpPr>
          <p:cNvPr id="7426" name="Google Shape;7426;g2b4963ade1a_0_210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27" name="Google Shape;7427;g2b4963ade1a_0_210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88" name="Shape 7588"/>
        <p:cNvGrpSpPr/>
        <p:nvPr/>
      </p:nvGrpSpPr>
      <p:grpSpPr>
        <a:xfrm>
          <a:off x="0" y="0"/>
          <a:ext cx="0" cy="0"/>
          <a:chOff x="0" y="0"/>
          <a:chExt cx="0" cy="0"/>
        </a:xfrm>
      </p:grpSpPr>
      <p:sp>
        <p:nvSpPr>
          <p:cNvPr id="7589" name="Google Shape;7589;g2b4963ade1a_0_212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90" name="Google Shape;7590;g2b4963ade1a_0_212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90" name="Shape 7990"/>
        <p:cNvGrpSpPr/>
        <p:nvPr/>
      </p:nvGrpSpPr>
      <p:grpSpPr>
        <a:xfrm>
          <a:off x="0" y="0"/>
          <a:ext cx="0" cy="0"/>
          <a:chOff x="0" y="0"/>
          <a:chExt cx="0" cy="0"/>
        </a:xfrm>
      </p:grpSpPr>
      <p:sp>
        <p:nvSpPr>
          <p:cNvPr id="7991" name="Google Shape;7991;g2b4963ade1a_0_216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92" name="Google Shape;7992;g2b4963ade1a_0_216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61" name="Shape 8361"/>
        <p:cNvGrpSpPr/>
        <p:nvPr/>
      </p:nvGrpSpPr>
      <p:grpSpPr>
        <a:xfrm>
          <a:off x="0" y="0"/>
          <a:ext cx="0" cy="0"/>
          <a:chOff x="0" y="0"/>
          <a:chExt cx="0" cy="0"/>
        </a:xfrm>
      </p:grpSpPr>
      <p:sp>
        <p:nvSpPr>
          <p:cNvPr id="8362" name="Google Shape;8362;g2b4963ade1a_0_219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63" name="Google Shape;8363;g2b4963ade1a_0_219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50" name="Shape 8750"/>
        <p:cNvGrpSpPr/>
        <p:nvPr/>
      </p:nvGrpSpPr>
      <p:grpSpPr>
        <a:xfrm>
          <a:off x="0" y="0"/>
          <a:ext cx="0" cy="0"/>
          <a:chOff x="0" y="0"/>
          <a:chExt cx="0" cy="0"/>
        </a:xfrm>
      </p:grpSpPr>
      <p:sp>
        <p:nvSpPr>
          <p:cNvPr id="8751" name="Google Shape;8751;g2b4963ade1a_0_223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52" name="Google Shape;8752;g2b4963ade1a_0_223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1" name="Shape 9181"/>
        <p:cNvGrpSpPr/>
        <p:nvPr/>
      </p:nvGrpSpPr>
      <p:grpSpPr>
        <a:xfrm>
          <a:off x="0" y="0"/>
          <a:ext cx="0" cy="0"/>
          <a:chOff x="0" y="0"/>
          <a:chExt cx="0" cy="0"/>
        </a:xfrm>
      </p:grpSpPr>
      <p:sp>
        <p:nvSpPr>
          <p:cNvPr id="9182" name="Google Shape;9182;g2b4963ade1a_0_228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83" name="Google Shape;9183;g2b4963ade1a_0_228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74" name="Shape 9974"/>
        <p:cNvGrpSpPr/>
        <p:nvPr/>
      </p:nvGrpSpPr>
      <p:grpSpPr>
        <a:xfrm>
          <a:off x="0" y="0"/>
          <a:ext cx="0" cy="0"/>
          <a:chOff x="0" y="0"/>
          <a:chExt cx="0" cy="0"/>
        </a:xfrm>
      </p:grpSpPr>
      <p:sp>
        <p:nvSpPr>
          <p:cNvPr id="9975" name="Google Shape;9975;g2b4963ade1a_0_236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76" name="Google Shape;9976;g2b4963ade1a_0_236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15" name="Shape 10715"/>
        <p:cNvGrpSpPr/>
        <p:nvPr/>
      </p:nvGrpSpPr>
      <p:grpSpPr>
        <a:xfrm>
          <a:off x="0" y="0"/>
          <a:ext cx="0" cy="0"/>
          <a:chOff x="0" y="0"/>
          <a:chExt cx="0" cy="0"/>
        </a:xfrm>
      </p:grpSpPr>
      <p:sp>
        <p:nvSpPr>
          <p:cNvPr id="10716" name="Google Shape;10716;g2b4963ade1a_0_243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17" name="Google Shape;10717;g2b4963ade1a_0_243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08" name="Shape 11408"/>
        <p:cNvGrpSpPr/>
        <p:nvPr/>
      </p:nvGrpSpPr>
      <p:grpSpPr>
        <a:xfrm>
          <a:off x="0" y="0"/>
          <a:ext cx="0" cy="0"/>
          <a:chOff x="0" y="0"/>
          <a:chExt cx="0" cy="0"/>
        </a:xfrm>
      </p:grpSpPr>
      <p:sp>
        <p:nvSpPr>
          <p:cNvPr id="11409" name="Google Shape;11409;g2b4963ade1a_0_250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10" name="Google Shape;11410;g2b4963ade1a_0_250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10" name="Shape 11710"/>
        <p:cNvGrpSpPr/>
        <p:nvPr/>
      </p:nvGrpSpPr>
      <p:grpSpPr>
        <a:xfrm>
          <a:off x="0" y="0"/>
          <a:ext cx="0" cy="0"/>
          <a:chOff x="0" y="0"/>
          <a:chExt cx="0" cy="0"/>
        </a:xfrm>
      </p:grpSpPr>
      <p:sp>
        <p:nvSpPr>
          <p:cNvPr id="11711" name="Google Shape;11711;g2b4963ade1a_0_253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12" name="Google Shape;11712;g2b4963ade1a_0_253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50" name="Shape 12350"/>
        <p:cNvGrpSpPr/>
        <p:nvPr/>
      </p:nvGrpSpPr>
      <p:grpSpPr>
        <a:xfrm>
          <a:off x="0" y="0"/>
          <a:ext cx="0" cy="0"/>
          <a:chOff x="0" y="0"/>
          <a:chExt cx="0" cy="0"/>
        </a:xfrm>
      </p:grpSpPr>
      <p:sp>
        <p:nvSpPr>
          <p:cNvPr id="12351" name="Google Shape;12351;g2b4963ade1a_0_279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52" name="Google Shape;12352;g2b4963ade1a_0_279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grpSp>
        <p:nvGrpSpPr>
          <p:cNvPr id="9" name="Google Shape;9;p2"/>
          <p:cNvGrpSpPr/>
          <p:nvPr/>
        </p:nvGrpSpPr>
        <p:grpSpPr>
          <a:xfrm>
            <a:off x="-29700" y="-168051"/>
            <a:ext cx="9173700" cy="5312030"/>
            <a:chOff x="-29700" y="-168051"/>
            <a:chExt cx="9173700" cy="5312030"/>
          </a:xfrm>
        </p:grpSpPr>
        <p:sp>
          <p:nvSpPr>
            <p:cNvPr id="10" name="Google Shape;10;p2"/>
            <p:cNvSpPr/>
            <p:nvPr/>
          </p:nvSpPr>
          <p:spPr>
            <a:xfrm rot="10800000">
              <a:off x="8289733" y="0"/>
              <a:ext cx="854267" cy="5143500"/>
            </a:xfrm>
            <a:custGeom>
              <a:rect b="b" l="l" r="r" t="t"/>
              <a:pathLst>
                <a:path extrusionOk="0" h="4762500" w="2293334">
                  <a:moveTo>
                    <a:pt x="832295" y="2601563"/>
                  </a:moveTo>
                  <a:cubicBezTo>
                    <a:pt x="832295" y="1499902"/>
                    <a:pt x="1417130" y="534924"/>
                    <a:pt x="2293334" y="0"/>
                  </a:cubicBezTo>
                  <a:lnTo>
                    <a:pt x="0" y="0"/>
                  </a:lnTo>
                  <a:lnTo>
                    <a:pt x="0" y="4762500"/>
                  </a:lnTo>
                  <a:lnTo>
                    <a:pt x="1731740" y="4762500"/>
                  </a:lnTo>
                  <a:cubicBezTo>
                    <a:pt x="1176242" y="4210717"/>
                    <a:pt x="832199" y="3446336"/>
                    <a:pt x="832199" y="260156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 name="Google Shape;11;p2"/>
            <p:cNvSpPr/>
            <p:nvPr/>
          </p:nvSpPr>
          <p:spPr>
            <a:xfrm>
              <a:off x="8069350" y="1"/>
              <a:ext cx="1073836" cy="1752592"/>
            </a:xfrm>
            <a:custGeom>
              <a:rect b="b" l="l" r="r" t="t"/>
              <a:pathLst>
                <a:path extrusionOk="0" h="2727769" w="1164050">
                  <a:moveTo>
                    <a:pt x="1164051" y="0"/>
                  </a:moveTo>
                  <a:lnTo>
                    <a:pt x="0" y="0"/>
                  </a:lnTo>
                  <a:lnTo>
                    <a:pt x="1164051" y="2727770"/>
                  </a:lnTo>
                  <a:lnTo>
                    <a:pt x="1164051"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 name="Google Shape;12;p2"/>
            <p:cNvSpPr/>
            <p:nvPr/>
          </p:nvSpPr>
          <p:spPr>
            <a:xfrm>
              <a:off x="-29700" y="1316274"/>
              <a:ext cx="1397173" cy="3827705"/>
            </a:xfrm>
            <a:custGeom>
              <a:rect b="b" l="l" r="r" t="t"/>
              <a:pathLst>
                <a:path extrusionOk="0" h="2381154" w="1016126">
                  <a:moveTo>
                    <a:pt x="0" y="2381155"/>
                  </a:moveTo>
                  <a:lnTo>
                    <a:pt x="1016127" y="2381155"/>
                  </a:lnTo>
                  <a:lnTo>
                    <a:pt x="0" y="0"/>
                  </a:lnTo>
                  <a:lnTo>
                    <a:pt x="0" y="2381155"/>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 name="Google Shape;13;p2"/>
            <p:cNvSpPr/>
            <p:nvPr/>
          </p:nvSpPr>
          <p:spPr>
            <a:xfrm>
              <a:off x="775092" y="-168051"/>
              <a:ext cx="3089581" cy="707559"/>
            </a:xfrm>
            <a:custGeom>
              <a:rect b="b" l="l" r="r" t="t"/>
              <a:pathLst>
                <a:path extrusionOk="0" h="448532" w="1958530">
                  <a:moveTo>
                    <a:pt x="0" y="0"/>
                  </a:moveTo>
                  <a:cubicBezTo>
                    <a:pt x="164211" y="259080"/>
                    <a:pt x="476345" y="448532"/>
                    <a:pt x="774287" y="448532"/>
                  </a:cubicBezTo>
                  <a:lnTo>
                    <a:pt x="1329118" y="448532"/>
                  </a:lnTo>
                  <a:cubicBezTo>
                    <a:pt x="1619345" y="448532"/>
                    <a:pt x="1867662" y="260318"/>
                    <a:pt x="1958531" y="0"/>
                  </a:cubicBezTo>
                  <a:lnTo>
                    <a:pt x="95"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4" name="Google Shape;14;p2"/>
          <p:cNvSpPr txBox="1"/>
          <p:nvPr>
            <p:ph type="ctrTitle"/>
          </p:nvPr>
        </p:nvSpPr>
        <p:spPr>
          <a:xfrm>
            <a:off x="1236900" y="997275"/>
            <a:ext cx="6670200" cy="2303400"/>
          </a:xfrm>
          <a:prstGeom prst="rect">
            <a:avLst/>
          </a:prstGeom>
        </p:spPr>
        <p:txBody>
          <a:bodyPr anchorCtr="0" anchor="b" bIns="91425" lIns="91425" spcFirstLastPara="1" rIns="91425" wrap="square" tIns="91425">
            <a:noAutofit/>
          </a:bodyPr>
          <a:lstStyle>
            <a:lvl1pPr lvl="0" algn="ctr">
              <a:lnSpc>
                <a:spcPct val="90000"/>
              </a:lnSpc>
              <a:spcBef>
                <a:spcPts val="0"/>
              </a:spcBef>
              <a:spcAft>
                <a:spcPts val="0"/>
              </a:spcAft>
              <a:buSzPts val="5200"/>
              <a:buNone/>
              <a:defRPr sz="70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5" name="Google Shape;15;p2"/>
          <p:cNvSpPr txBox="1"/>
          <p:nvPr>
            <p:ph idx="1" type="subTitle"/>
          </p:nvPr>
        </p:nvSpPr>
        <p:spPr>
          <a:xfrm>
            <a:off x="2668775" y="3425838"/>
            <a:ext cx="3817800" cy="475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400"/>
              <a:buNone/>
              <a:defRPr sz="1600">
                <a:solidFill>
                  <a:schemeClr val="dk1"/>
                </a:solidFill>
              </a:defRPr>
            </a:lvl1pPr>
            <a:lvl2pPr lvl="1" algn="ctr">
              <a:lnSpc>
                <a:spcPct val="100000"/>
              </a:lnSpc>
              <a:spcBef>
                <a:spcPts val="0"/>
              </a:spcBef>
              <a:spcAft>
                <a:spcPts val="0"/>
              </a:spcAft>
              <a:buClr>
                <a:schemeClr val="dk1"/>
              </a:buClr>
              <a:buSzPts val="1800"/>
              <a:buNone/>
              <a:defRPr sz="1800">
                <a:solidFill>
                  <a:schemeClr val="dk1"/>
                </a:solidFill>
              </a:defRPr>
            </a:lvl2pPr>
            <a:lvl3pPr lvl="2" algn="ctr">
              <a:lnSpc>
                <a:spcPct val="100000"/>
              </a:lnSpc>
              <a:spcBef>
                <a:spcPts val="0"/>
              </a:spcBef>
              <a:spcAft>
                <a:spcPts val="0"/>
              </a:spcAft>
              <a:buClr>
                <a:schemeClr val="dk1"/>
              </a:buClr>
              <a:buSzPts val="1800"/>
              <a:buNone/>
              <a:defRPr sz="1800">
                <a:solidFill>
                  <a:schemeClr val="dk1"/>
                </a:solidFill>
              </a:defRPr>
            </a:lvl3pPr>
            <a:lvl4pPr lvl="3" algn="ctr">
              <a:lnSpc>
                <a:spcPct val="100000"/>
              </a:lnSpc>
              <a:spcBef>
                <a:spcPts val="0"/>
              </a:spcBef>
              <a:spcAft>
                <a:spcPts val="0"/>
              </a:spcAft>
              <a:buClr>
                <a:schemeClr val="dk1"/>
              </a:buClr>
              <a:buSzPts val="1800"/>
              <a:buNone/>
              <a:defRPr sz="1800">
                <a:solidFill>
                  <a:schemeClr val="dk1"/>
                </a:solidFill>
              </a:defRPr>
            </a:lvl4pPr>
            <a:lvl5pPr lvl="4" algn="ctr">
              <a:lnSpc>
                <a:spcPct val="100000"/>
              </a:lnSpc>
              <a:spcBef>
                <a:spcPts val="0"/>
              </a:spcBef>
              <a:spcAft>
                <a:spcPts val="0"/>
              </a:spcAft>
              <a:buClr>
                <a:schemeClr val="dk1"/>
              </a:buClr>
              <a:buSzPts val="1800"/>
              <a:buNone/>
              <a:defRPr sz="1800">
                <a:solidFill>
                  <a:schemeClr val="dk1"/>
                </a:solidFill>
              </a:defRPr>
            </a:lvl5pPr>
            <a:lvl6pPr lvl="5" algn="ctr">
              <a:lnSpc>
                <a:spcPct val="100000"/>
              </a:lnSpc>
              <a:spcBef>
                <a:spcPts val="0"/>
              </a:spcBef>
              <a:spcAft>
                <a:spcPts val="0"/>
              </a:spcAft>
              <a:buClr>
                <a:schemeClr val="dk1"/>
              </a:buClr>
              <a:buSzPts val="1800"/>
              <a:buNone/>
              <a:defRPr sz="1800">
                <a:solidFill>
                  <a:schemeClr val="dk1"/>
                </a:solidFill>
              </a:defRPr>
            </a:lvl6pPr>
            <a:lvl7pPr lvl="6" algn="ctr">
              <a:lnSpc>
                <a:spcPct val="100000"/>
              </a:lnSpc>
              <a:spcBef>
                <a:spcPts val="0"/>
              </a:spcBef>
              <a:spcAft>
                <a:spcPts val="0"/>
              </a:spcAft>
              <a:buClr>
                <a:schemeClr val="dk1"/>
              </a:buClr>
              <a:buSzPts val="1800"/>
              <a:buNone/>
              <a:defRPr sz="1800">
                <a:solidFill>
                  <a:schemeClr val="dk1"/>
                </a:solidFill>
              </a:defRPr>
            </a:lvl7pPr>
            <a:lvl8pPr lvl="7" algn="ctr">
              <a:lnSpc>
                <a:spcPct val="100000"/>
              </a:lnSpc>
              <a:spcBef>
                <a:spcPts val="0"/>
              </a:spcBef>
              <a:spcAft>
                <a:spcPts val="0"/>
              </a:spcAft>
              <a:buClr>
                <a:schemeClr val="dk1"/>
              </a:buClr>
              <a:buSzPts val="1800"/>
              <a:buNone/>
              <a:defRPr sz="1800">
                <a:solidFill>
                  <a:schemeClr val="dk1"/>
                </a:solidFill>
              </a:defRPr>
            </a:lvl8pPr>
            <a:lvl9pPr lvl="8" algn="ctr">
              <a:lnSpc>
                <a:spcPct val="100000"/>
              </a:lnSpc>
              <a:spcBef>
                <a:spcPts val="0"/>
              </a:spcBef>
              <a:spcAft>
                <a:spcPts val="0"/>
              </a:spcAft>
              <a:buClr>
                <a:schemeClr val="dk1"/>
              </a:buClr>
              <a:buSzPts val="1800"/>
              <a:buNone/>
              <a:defRPr sz="1800">
                <a:solidFill>
                  <a:schemeClr val="dk1"/>
                </a:solidFill>
              </a:defRPr>
            </a:lvl9pPr>
          </a:lstStyle>
          <a:p/>
        </p:txBody>
      </p:sp>
      <p:grpSp>
        <p:nvGrpSpPr>
          <p:cNvPr id="16" name="Google Shape;16;p2"/>
          <p:cNvGrpSpPr/>
          <p:nvPr/>
        </p:nvGrpSpPr>
        <p:grpSpPr>
          <a:xfrm>
            <a:off x="-457201" y="-694628"/>
            <a:ext cx="9822372" cy="6638227"/>
            <a:chOff x="-457201" y="-694628"/>
            <a:chExt cx="9822372" cy="6638227"/>
          </a:xfrm>
        </p:grpSpPr>
        <p:grpSp>
          <p:nvGrpSpPr>
            <p:cNvPr id="17" name="Google Shape;17;p2"/>
            <p:cNvGrpSpPr/>
            <p:nvPr/>
          </p:nvGrpSpPr>
          <p:grpSpPr>
            <a:xfrm>
              <a:off x="-457201" y="-694628"/>
              <a:ext cx="9822372" cy="6638227"/>
              <a:chOff x="871674" y="-109303"/>
              <a:chExt cx="9822372" cy="6638227"/>
            </a:xfrm>
          </p:grpSpPr>
          <p:sp>
            <p:nvSpPr>
              <p:cNvPr id="18" name="Google Shape;18;p2"/>
              <p:cNvSpPr/>
              <p:nvPr/>
            </p:nvSpPr>
            <p:spPr>
              <a:xfrm rot="-2274005">
                <a:off x="2042917" y="2862840"/>
                <a:ext cx="9535" cy="3816619"/>
              </a:xfrm>
              <a:custGeom>
                <a:rect b="b" l="l" r="r" t="t"/>
                <a:pathLst>
                  <a:path extrusionOk="0" h="3812190" w="9524">
                    <a:moveTo>
                      <a:pt x="0" y="0"/>
                    </a:moveTo>
                    <a:lnTo>
                      <a:pt x="9525" y="0"/>
                    </a:lnTo>
                    <a:lnTo>
                      <a:pt x="9525" y="3812190"/>
                    </a:lnTo>
                    <a:lnTo>
                      <a:pt x="0" y="3812190"/>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 name="Google Shape;19;p2"/>
              <p:cNvSpPr/>
              <p:nvPr/>
            </p:nvSpPr>
            <p:spPr>
              <a:xfrm rot="-708899">
                <a:off x="10187062" y="-159809"/>
                <a:ext cx="9537" cy="4860013"/>
              </a:xfrm>
              <a:custGeom>
                <a:rect b="b" l="l" r="r" t="t"/>
                <a:pathLst>
                  <a:path extrusionOk="0" h="4854131" w="9525">
                    <a:moveTo>
                      <a:pt x="0" y="0"/>
                    </a:moveTo>
                    <a:lnTo>
                      <a:pt x="9525" y="0"/>
                    </a:lnTo>
                    <a:lnTo>
                      <a:pt x="9525" y="4854131"/>
                    </a:lnTo>
                    <a:lnTo>
                      <a:pt x="0" y="4854131"/>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 name="Google Shape;20;p2"/>
              <p:cNvSpPr/>
              <p:nvPr/>
            </p:nvSpPr>
            <p:spPr>
              <a:xfrm rot="-1046363">
                <a:off x="1795480" y="1599138"/>
                <a:ext cx="12585" cy="5043821"/>
              </a:xfrm>
              <a:custGeom>
                <a:rect b="b" l="l" r="r" t="t"/>
                <a:pathLst>
                  <a:path extrusionOk="0" h="5038722" w="12572">
                    <a:moveTo>
                      <a:pt x="0" y="0"/>
                    </a:moveTo>
                    <a:lnTo>
                      <a:pt x="12573" y="0"/>
                    </a:lnTo>
                    <a:lnTo>
                      <a:pt x="12573" y="5038723"/>
                    </a:lnTo>
                    <a:lnTo>
                      <a:pt x="0" y="5038723"/>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1" name="Google Shape;21;p2"/>
            <p:cNvSpPr/>
            <p:nvPr/>
          </p:nvSpPr>
          <p:spPr>
            <a:xfrm>
              <a:off x="-2" y="-467655"/>
              <a:ext cx="3501886" cy="806128"/>
            </a:xfrm>
            <a:custGeom>
              <a:rect b="b" l="l" r="r" t="t"/>
              <a:pathLst>
                <a:path extrusionOk="0" h="511016" w="2219896">
                  <a:moveTo>
                    <a:pt x="1505617" y="511016"/>
                  </a:moveTo>
                  <a:lnTo>
                    <a:pt x="877919" y="511016"/>
                  </a:lnTo>
                  <a:cubicBezTo>
                    <a:pt x="714089" y="511016"/>
                    <a:pt x="542544" y="461201"/>
                    <a:pt x="382048" y="366903"/>
                  </a:cubicBezTo>
                  <a:cubicBezTo>
                    <a:pt x="226886" y="275749"/>
                    <a:pt x="91154" y="146399"/>
                    <a:pt x="0" y="2572"/>
                  </a:cubicBezTo>
                  <a:lnTo>
                    <a:pt x="4000" y="0"/>
                  </a:lnTo>
                  <a:cubicBezTo>
                    <a:pt x="94774" y="143256"/>
                    <a:pt x="229838" y="272034"/>
                    <a:pt x="384429" y="362807"/>
                  </a:cubicBezTo>
                  <a:cubicBezTo>
                    <a:pt x="544259" y="456629"/>
                    <a:pt x="714851" y="506254"/>
                    <a:pt x="877919" y="506254"/>
                  </a:cubicBezTo>
                  <a:lnTo>
                    <a:pt x="1505617" y="506254"/>
                  </a:lnTo>
                  <a:cubicBezTo>
                    <a:pt x="1824609" y="506254"/>
                    <a:pt x="2109883" y="302990"/>
                    <a:pt x="2215420" y="476"/>
                  </a:cubicBezTo>
                  <a:lnTo>
                    <a:pt x="2219897" y="2000"/>
                  </a:lnTo>
                  <a:cubicBezTo>
                    <a:pt x="2113693" y="306419"/>
                    <a:pt x="1826705" y="511016"/>
                    <a:pt x="1505617" y="511016"/>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 name="Google Shape;22;p2"/>
          <p:cNvGrpSpPr/>
          <p:nvPr/>
        </p:nvGrpSpPr>
        <p:grpSpPr>
          <a:xfrm>
            <a:off x="610635" y="-396431"/>
            <a:ext cx="7084897" cy="5776149"/>
            <a:chOff x="2944261" y="1632394"/>
            <a:chExt cx="7084897" cy="5776149"/>
          </a:xfrm>
        </p:grpSpPr>
        <p:sp>
          <p:nvSpPr>
            <p:cNvPr id="23" name="Google Shape;23;p2"/>
            <p:cNvSpPr/>
            <p:nvPr/>
          </p:nvSpPr>
          <p:spPr>
            <a:xfrm>
              <a:off x="2944261" y="2753625"/>
              <a:ext cx="205168" cy="205168"/>
            </a:xfrm>
            <a:custGeom>
              <a:rect b="b" l="l" r="r" t="t"/>
              <a:pathLst>
                <a:path extrusionOk="0" h="205168" w="205168">
                  <a:moveTo>
                    <a:pt x="102584" y="205169"/>
                  </a:moveTo>
                  <a:cubicBezTo>
                    <a:pt x="46006" y="205169"/>
                    <a:pt x="0" y="159163"/>
                    <a:pt x="0" y="102584"/>
                  </a:cubicBezTo>
                  <a:cubicBezTo>
                    <a:pt x="0" y="46006"/>
                    <a:pt x="46006" y="0"/>
                    <a:pt x="102584" y="0"/>
                  </a:cubicBezTo>
                  <a:cubicBezTo>
                    <a:pt x="159163" y="0"/>
                    <a:pt x="205168" y="46006"/>
                    <a:pt x="205168" y="102584"/>
                  </a:cubicBezTo>
                  <a:cubicBezTo>
                    <a:pt x="205168" y="159163"/>
                    <a:pt x="159163" y="205169"/>
                    <a:pt x="102584" y="205169"/>
                  </a:cubicBezTo>
                  <a:close/>
                  <a:moveTo>
                    <a:pt x="102584" y="4667"/>
                  </a:moveTo>
                  <a:cubicBezTo>
                    <a:pt x="48578" y="4667"/>
                    <a:pt x="4763" y="48577"/>
                    <a:pt x="4763" y="102489"/>
                  </a:cubicBezTo>
                  <a:cubicBezTo>
                    <a:pt x="4763" y="156400"/>
                    <a:pt x="48673" y="200311"/>
                    <a:pt x="102584" y="200311"/>
                  </a:cubicBezTo>
                  <a:cubicBezTo>
                    <a:pt x="156496" y="200311"/>
                    <a:pt x="200406" y="156400"/>
                    <a:pt x="200406" y="102489"/>
                  </a:cubicBezTo>
                  <a:cubicBezTo>
                    <a:pt x="200406" y="48577"/>
                    <a:pt x="156496" y="4667"/>
                    <a:pt x="102584" y="4667"/>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 name="Google Shape;24;p2"/>
            <p:cNvSpPr/>
            <p:nvPr/>
          </p:nvSpPr>
          <p:spPr>
            <a:xfrm>
              <a:off x="9350406" y="1632394"/>
              <a:ext cx="678751" cy="678751"/>
            </a:xfrm>
            <a:custGeom>
              <a:rect b="b" l="l" r="r" t="t"/>
              <a:pathLst>
                <a:path extrusionOk="0" h="678751" w="678751">
                  <a:moveTo>
                    <a:pt x="339376" y="678752"/>
                  </a:moveTo>
                  <a:cubicBezTo>
                    <a:pt x="152305" y="678752"/>
                    <a:pt x="0" y="526542"/>
                    <a:pt x="0" y="339376"/>
                  </a:cubicBezTo>
                  <a:cubicBezTo>
                    <a:pt x="0" y="152210"/>
                    <a:pt x="152210" y="0"/>
                    <a:pt x="339376" y="0"/>
                  </a:cubicBezTo>
                  <a:cubicBezTo>
                    <a:pt x="526542" y="0"/>
                    <a:pt x="678752" y="152210"/>
                    <a:pt x="678752" y="339376"/>
                  </a:cubicBezTo>
                  <a:cubicBezTo>
                    <a:pt x="678752" y="526542"/>
                    <a:pt x="526542" y="678752"/>
                    <a:pt x="339376" y="678752"/>
                  </a:cubicBezTo>
                  <a:close/>
                  <a:moveTo>
                    <a:pt x="339376" y="4858"/>
                  </a:moveTo>
                  <a:cubicBezTo>
                    <a:pt x="154877" y="4858"/>
                    <a:pt x="4763" y="154972"/>
                    <a:pt x="4763" y="339471"/>
                  </a:cubicBezTo>
                  <a:cubicBezTo>
                    <a:pt x="4763" y="523970"/>
                    <a:pt x="154877" y="674084"/>
                    <a:pt x="339376" y="674084"/>
                  </a:cubicBezTo>
                  <a:cubicBezTo>
                    <a:pt x="523875" y="674084"/>
                    <a:pt x="673989" y="523970"/>
                    <a:pt x="673989" y="339471"/>
                  </a:cubicBezTo>
                  <a:cubicBezTo>
                    <a:pt x="673989" y="154972"/>
                    <a:pt x="523875" y="4858"/>
                    <a:pt x="339376" y="4858"/>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 name="Google Shape;25;p2"/>
            <p:cNvSpPr/>
            <p:nvPr/>
          </p:nvSpPr>
          <p:spPr>
            <a:xfrm>
              <a:off x="4615364" y="6815994"/>
              <a:ext cx="205168" cy="205263"/>
            </a:xfrm>
            <a:custGeom>
              <a:rect b="b" l="l" r="r" t="t"/>
              <a:pathLst>
                <a:path extrusionOk="0" h="205263" w="205168">
                  <a:moveTo>
                    <a:pt x="102584" y="205264"/>
                  </a:moveTo>
                  <a:cubicBezTo>
                    <a:pt x="46006" y="205264"/>
                    <a:pt x="0" y="159258"/>
                    <a:pt x="0" y="102679"/>
                  </a:cubicBezTo>
                  <a:cubicBezTo>
                    <a:pt x="0" y="46101"/>
                    <a:pt x="46006" y="0"/>
                    <a:pt x="102584" y="0"/>
                  </a:cubicBezTo>
                  <a:cubicBezTo>
                    <a:pt x="159163" y="0"/>
                    <a:pt x="205168" y="46006"/>
                    <a:pt x="205168" y="102679"/>
                  </a:cubicBezTo>
                  <a:cubicBezTo>
                    <a:pt x="205168" y="159353"/>
                    <a:pt x="159163" y="205264"/>
                    <a:pt x="102584" y="205264"/>
                  </a:cubicBezTo>
                  <a:close/>
                  <a:moveTo>
                    <a:pt x="102584" y="4763"/>
                  </a:moveTo>
                  <a:cubicBezTo>
                    <a:pt x="48577" y="4763"/>
                    <a:pt x="4763" y="48673"/>
                    <a:pt x="4763" y="102679"/>
                  </a:cubicBezTo>
                  <a:cubicBezTo>
                    <a:pt x="4763" y="156686"/>
                    <a:pt x="48673" y="200501"/>
                    <a:pt x="102584" y="200501"/>
                  </a:cubicBezTo>
                  <a:cubicBezTo>
                    <a:pt x="156496" y="200501"/>
                    <a:pt x="200406" y="156591"/>
                    <a:pt x="200406" y="102679"/>
                  </a:cubicBezTo>
                  <a:cubicBezTo>
                    <a:pt x="200406" y="48768"/>
                    <a:pt x="156496" y="4763"/>
                    <a:pt x="102584"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 name="Google Shape;26;p2"/>
            <p:cNvSpPr/>
            <p:nvPr/>
          </p:nvSpPr>
          <p:spPr>
            <a:xfrm>
              <a:off x="9469936" y="6968870"/>
              <a:ext cx="439674" cy="439673"/>
            </a:xfrm>
            <a:custGeom>
              <a:rect b="b" l="l" r="r" t="t"/>
              <a:pathLst>
                <a:path extrusionOk="0" h="439673" w="439674">
                  <a:moveTo>
                    <a:pt x="219837" y="439674"/>
                  </a:moveTo>
                  <a:cubicBezTo>
                    <a:pt x="98584" y="439674"/>
                    <a:pt x="0" y="341090"/>
                    <a:pt x="0" y="219837"/>
                  </a:cubicBezTo>
                  <a:cubicBezTo>
                    <a:pt x="0" y="98584"/>
                    <a:pt x="98584" y="0"/>
                    <a:pt x="219837" y="0"/>
                  </a:cubicBezTo>
                  <a:cubicBezTo>
                    <a:pt x="341090" y="0"/>
                    <a:pt x="439674" y="98584"/>
                    <a:pt x="439674" y="219837"/>
                  </a:cubicBezTo>
                  <a:cubicBezTo>
                    <a:pt x="439674" y="341090"/>
                    <a:pt x="341090" y="439674"/>
                    <a:pt x="219837" y="439674"/>
                  </a:cubicBezTo>
                  <a:close/>
                  <a:moveTo>
                    <a:pt x="219837" y="4763"/>
                  </a:moveTo>
                  <a:cubicBezTo>
                    <a:pt x="101251" y="4763"/>
                    <a:pt x="4763" y="101251"/>
                    <a:pt x="4763" y="219837"/>
                  </a:cubicBezTo>
                  <a:cubicBezTo>
                    <a:pt x="4763" y="338423"/>
                    <a:pt x="101251" y="434911"/>
                    <a:pt x="219837" y="434911"/>
                  </a:cubicBezTo>
                  <a:cubicBezTo>
                    <a:pt x="338424" y="434911"/>
                    <a:pt x="434912" y="338423"/>
                    <a:pt x="434912" y="219837"/>
                  </a:cubicBezTo>
                  <a:cubicBezTo>
                    <a:pt x="434912" y="101251"/>
                    <a:pt x="338424" y="4763"/>
                    <a:pt x="219837"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27" name="Shape 27"/>
        <p:cNvGrpSpPr/>
        <p:nvPr/>
      </p:nvGrpSpPr>
      <p:grpSpPr>
        <a:xfrm>
          <a:off x="0" y="0"/>
          <a:ext cx="0" cy="0"/>
          <a:chOff x="0" y="0"/>
          <a:chExt cx="0" cy="0"/>
        </a:xfrm>
      </p:grpSpPr>
      <p:grpSp>
        <p:nvGrpSpPr>
          <p:cNvPr id="28" name="Google Shape;28;p3"/>
          <p:cNvGrpSpPr/>
          <p:nvPr/>
        </p:nvGrpSpPr>
        <p:grpSpPr>
          <a:xfrm>
            <a:off x="-7430" y="-2203113"/>
            <a:ext cx="10926032" cy="7346613"/>
            <a:chOff x="-7430" y="-2203113"/>
            <a:chExt cx="10926032" cy="7346613"/>
          </a:xfrm>
        </p:grpSpPr>
        <p:sp>
          <p:nvSpPr>
            <p:cNvPr id="29" name="Google Shape;29;p3"/>
            <p:cNvSpPr/>
            <p:nvPr/>
          </p:nvSpPr>
          <p:spPr>
            <a:xfrm flipH="1" rot="-2139696">
              <a:off x="7322724" y="-2018296"/>
              <a:ext cx="2305949" cy="5141915"/>
            </a:xfrm>
            <a:custGeom>
              <a:rect b="b" l="l" r="r" t="t"/>
              <a:pathLst>
                <a:path extrusionOk="0" h="4762500" w="5720686">
                  <a:moveTo>
                    <a:pt x="0" y="0"/>
                  </a:moveTo>
                  <a:lnTo>
                    <a:pt x="0" y="4762500"/>
                  </a:lnTo>
                  <a:lnTo>
                    <a:pt x="4747260" y="4762500"/>
                  </a:lnTo>
                  <a:cubicBezTo>
                    <a:pt x="5484305" y="3897821"/>
                    <a:pt x="5856446" y="2742248"/>
                    <a:pt x="5675376" y="1545241"/>
                  </a:cubicBezTo>
                  <a:cubicBezTo>
                    <a:pt x="5589556" y="978027"/>
                    <a:pt x="5387721" y="456533"/>
                    <a:pt x="5097114" y="0"/>
                  </a:cubicBezTo>
                  <a:lnTo>
                    <a:pt x="0"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 name="Google Shape;30;p3"/>
            <p:cNvSpPr/>
            <p:nvPr/>
          </p:nvSpPr>
          <p:spPr>
            <a:xfrm flipH="1" rot="10800000">
              <a:off x="-7430" y="0"/>
              <a:ext cx="854267" cy="5143500"/>
            </a:xfrm>
            <a:custGeom>
              <a:rect b="b" l="l" r="r" t="t"/>
              <a:pathLst>
                <a:path extrusionOk="0" h="4762500" w="2293334">
                  <a:moveTo>
                    <a:pt x="832295" y="2601563"/>
                  </a:moveTo>
                  <a:cubicBezTo>
                    <a:pt x="832295" y="1499902"/>
                    <a:pt x="1417130" y="534924"/>
                    <a:pt x="2293334" y="0"/>
                  </a:cubicBezTo>
                  <a:lnTo>
                    <a:pt x="0" y="0"/>
                  </a:lnTo>
                  <a:lnTo>
                    <a:pt x="0" y="4762500"/>
                  </a:lnTo>
                  <a:lnTo>
                    <a:pt x="1731740" y="4762500"/>
                  </a:lnTo>
                  <a:cubicBezTo>
                    <a:pt x="1176242" y="4210717"/>
                    <a:pt x="832199" y="3446336"/>
                    <a:pt x="832199" y="260156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 name="Google Shape;31;p3"/>
            <p:cNvSpPr/>
            <p:nvPr/>
          </p:nvSpPr>
          <p:spPr>
            <a:xfrm flipH="1">
              <a:off x="-6616" y="1"/>
              <a:ext cx="1073836" cy="1752592"/>
            </a:xfrm>
            <a:custGeom>
              <a:rect b="b" l="l" r="r" t="t"/>
              <a:pathLst>
                <a:path extrusionOk="0" h="2727769" w="1164050">
                  <a:moveTo>
                    <a:pt x="1164051" y="0"/>
                  </a:moveTo>
                  <a:lnTo>
                    <a:pt x="0" y="0"/>
                  </a:lnTo>
                  <a:lnTo>
                    <a:pt x="1164051" y="2727770"/>
                  </a:lnTo>
                  <a:lnTo>
                    <a:pt x="1164051"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 name="Google Shape;32;p3"/>
            <p:cNvSpPr/>
            <p:nvPr/>
          </p:nvSpPr>
          <p:spPr>
            <a:xfrm flipH="1">
              <a:off x="7769102" y="3897553"/>
              <a:ext cx="1397173" cy="1244153"/>
            </a:xfrm>
            <a:custGeom>
              <a:rect b="b" l="l" r="r" t="t"/>
              <a:pathLst>
                <a:path extrusionOk="0" h="2381154" w="1016126">
                  <a:moveTo>
                    <a:pt x="0" y="2381155"/>
                  </a:moveTo>
                  <a:lnTo>
                    <a:pt x="1016127" y="2381155"/>
                  </a:lnTo>
                  <a:lnTo>
                    <a:pt x="0" y="0"/>
                  </a:lnTo>
                  <a:lnTo>
                    <a:pt x="0" y="238115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3" name="Google Shape;33;p3"/>
          <p:cNvSpPr txBox="1"/>
          <p:nvPr>
            <p:ph type="title"/>
          </p:nvPr>
        </p:nvSpPr>
        <p:spPr>
          <a:xfrm>
            <a:off x="2038350" y="2376250"/>
            <a:ext cx="5067600" cy="841800"/>
          </a:xfrm>
          <a:prstGeom prst="rect">
            <a:avLst/>
          </a:prstGeom>
        </p:spPr>
        <p:txBody>
          <a:bodyPr anchorCtr="0" anchor="t" bIns="91425" lIns="91425" spcFirstLastPara="1" rIns="91425" wrap="square" tIns="91425">
            <a:noAutofit/>
          </a:bodyPr>
          <a:lstStyle>
            <a:lvl1pPr lvl="0">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34" name="Google Shape;34;p3"/>
          <p:cNvSpPr txBox="1"/>
          <p:nvPr>
            <p:ph hasCustomPrompt="1" idx="2" type="title"/>
          </p:nvPr>
        </p:nvSpPr>
        <p:spPr>
          <a:xfrm>
            <a:off x="3910050" y="1344850"/>
            <a:ext cx="1324200" cy="9801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35" name="Google Shape;35;p3"/>
          <p:cNvSpPr txBox="1"/>
          <p:nvPr>
            <p:ph idx="1" type="subTitle"/>
          </p:nvPr>
        </p:nvSpPr>
        <p:spPr>
          <a:xfrm>
            <a:off x="2038350" y="3308425"/>
            <a:ext cx="5067600" cy="386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a:solidFill>
                  <a:schemeClr val="dk1"/>
                </a:solidFill>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grpSp>
        <p:nvGrpSpPr>
          <p:cNvPr id="36" name="Google Shape;36;p3"/>
          <p:cNvGrpSpPr/>
          <p:nvPr/>
        </p:nvGrpSpPr>
        <p:grpSpPr>
          <a:xfrm flipH="1" rot="10800000">
            <a:off x="-462776" y="-361253"/>
            <a:ext cx="9770797" cy="6076252"/>
            <a:chOff x="923249" y="-109303"/>
            <a:chExt cx="9770797" cy="6076252"/>
          </a:xfrm>
        </p:grpSpPr>
        <p:sp>
          <p:nvSpPr>
            <p:cNvPr id="37" name="Google Shape;37;p3"/>
            <p:cNvSpPr/>
            <p:nvPr/>
          </p:nvSpPr>
          <p:spPr>
            <a:xfrm rot="-2274005">
              <a:off x="2094492" y="2300865"/>
              <a:ext cx="9535" cy="3816619"/>
            </a:xfrm>
            <a:custGeom>
              <a:rect b="b" l="l" r="r" t="t"/>
              <a:pathLst>
                <a:path extrusionOk="0" h="3812190" w="9524">
                  <a:moveTo>
                    <a:pt x="0" y="0"/>
                  </a:moveTo>
                  <a:lnTo>
                    <a:pt x="9525" y="0"/>
                  </a:lnTo>
                  <a:lnTo>
                    <a:pt x="9525" y="3812190"/>
                  </a:lnTo>
                  <a:lnTo>
                    <a:pt x="0" y="3812190"/>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 name="Google Shape;38;p3"/>
            <p:cNvSpPr/>
            <p:nvPr/>
          </p:nvSpPr>
          <p:spPr>
            <a:xfrm rot="-708899">
              <a:off x="10187062" y="-159809"/>
              <a:ext cx="9537" cy="4860013"/>
            </a:xfrm>
            <a:custGeom>
              <a:rect b="b" l="l" r="r" t="t"/>
              <a:pathLst>
                <a:path extrusionOk="0" h="4854131" w="9525">
                  <a:moveTo>
                    <a:pt x="0" y="0"/>
                  </a:moveTo>
                  <a:lnTo>
                    <a:pt x="9525" y="0"/>
                  </a:lnTo>
                  <a:lnTo>
                    <a:pt x="9525" y="4854131"/>
                  </a:lnTo>
                  <a:lnTo>
                    <a:pt x="0" y="4854131"/>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 name="Google Shape;39;p3"/>
            <p:cNvSpPr/>
            <p:nvPr/>
          </p:nvSpPr>
          <p:spPr>
            <a:xfrm rot="-1046363">
              <a:off x="1847055" y="1037163"/>
              <a:ext cx="12585" cy="5043821"/>
            </a:xfrm>
            <a:custGeom>
              <a:rect b="b" l="l" r="r" t="t"/>
              <a:pathLst>
                <a:path extrusionOk="0" h="5038722" w="12572">
                  <a:moveTo>
                    <a:pt x="0" y="0"/>
                  </a:moveTo>
                  <a:lnTo>
                    <a:pt x="12573" y="0"/>
                  </a:lnTo>
                  <a:lnTo>
                    <a:pt x="12573" y="5038723"/>
                  </a:lnTo>
                  <a:lnTo>
                    <a:pt x="0" y="5038723"/>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 name="Google Shape;40;p3"/>
          <p:cNvGrpSpPr/>
          <p:nvPr/>
        </p:nvGrpSpPr>
        <p:grpSpPr>
          <a:xfrm rot="10800000">
            <a:off x="991636" y="319655"/>
            <a:ext cx="7150520" cy="5364863"/>
            <a:chOff x="2878637" y="1632394"/>
            <a:chExt cx="7150520" cy="5364863"/>
          </a:xfrm>
        </p:grpSpPr>
        <p:sp>
          <p:nvSpPr>
            <p:cNvPr id="41" name="Google Shape;41;p3"/>
            <p:cNvSpPr/>
            <p:nvPr/>
          </p:nvSpPr>
          <p:spPr>
            <a:xfrm>
              <a:off x="2944261" y="2753625"/>
              <a:ext cx="205168" cy="205168"/>
            </a:xfrm>
            <a:custGeom>
              <a:rect b="b" l="l" r="r" t="t"/>
              <a:pathLst>
                <a:path extrusionOk="0" h="205168" w="205168">
                  <a:moveTo>
                    <a:pt x="102584" y="205169"/>
                  </a:moveTo>
                  <a:cubicBezTo>
                    <a:pt x="46006" y="205169"/>
                    <a:pt x="0" y="159163"/>
                    <a:pt x="0" y="102584"/>
                  </a:cubicBezTo>
                  <a:cubicBezTo>
                    <a:pt x="0" y="46006"/>
                    <a:pt x="46006" y="0"/>
                    <a:pt x="102584" y="0"/>
                  </a:cubicBezTo>
                  <a:cubicBezTo>
                    <a:pt x="159163" y="0"/>
                    <a:pt x="205168" y="46006"/>
                    <a:pt x="205168" y="102584"/>
                  </a:cubicBezTo>
                  <a:cubicBezTo>
                    <a:pt x="205168" y="159163"/>
                    <a:pt x="159163" y="205169"/>
                    <a:pt x="102584" y="205169"/>
                  </a:cubicBezTo>
                  <a:close/>
                  <a:moveTo>
                    <a:pt x="102584" y="4667"/>
                  </a:moveTo>
                  <a:cubicBezTo>
                    <a:pt x="48578" y="4667"/>
                    <a:pt x="4763" y="48577"/>
                    <a:pt x="4763" y="102489"/>
                  </a:cubicBezTo>
                  <a:cubicBezTo>
                    <a:pt x="4763" y="156400"/>
                    <a:pt x="48673" y="200311"/>
                    <a:pt x="102584" y="200311"/>
                  </a:cubicBezTo>
                  <a:cubicBezTo>
                    <a:pt x="156496" y="200311"/>
                    <a:pt x="200406" y="156400"/>
                    <a:pt x="200406" y="102489"/>
                  </a:cubicBezTo>
                  <a:cubicBezTo>
                    <a:pt x="200406" y="48577"/>
                    <a:pt x="156496" y="4667"/>
                    <a:pt x="102584" y="4667"/>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 name="Google Shape;42;p3"/>
            <p:cNvSpPr/>
            <p:nvPr/>
          </p:nvSpPr>
          <p:spPr>
            <a:xfrm>
              <a:off x="9350406" y="1632394"/>
              <a:ext cx="678751" cy="678751"/>
            </a:xfrm>
            <a:custGeom>
              <a:rect b="b" l="l" r="r" t="t"/>
              <a:pathLst>
                <a:path extrusionOk="0" h="678751" w="678751">
                  <a:moveTo>
                    <a:pt x="339376" y="678752"/>
                  </a:moveTo>
                  <a:cubicBezTo>
                    <a:pt x="152305" y="678752"/>
                    <a:pt x="0" y="526542"/>
                    <a:pt x="0" y="339376"/>
                  </a:cubicBezTo>
                  <a:cubicBezTo>
                    <a:pt x="0" y="152210"/>
                    <a:pt x="152210" y="0"/>
                    <a:pt x="339376" y="0"/>
                  </a:cubicBezTo>
                  <a:cubicBezTo>
                    <a:pt x="526542" y="0"/>
                    <a:pt x="678752" y="152210"/>
                    <a:pt x="678752" y="339376"/>
                  </a:cubicBezTo>
                  <a:cubicBezTo>
                    <a:pt x="678752" y="526542"/>
                    <a:pt x="526542" y="678752"/>
                    <a:pt x="339376" y="678752"/>
                  </a:cubicBezTo>
                  <a:close/>
                  <a:moveTo>
                    <a:pt x="339376" y="4858"/>
                  </a:moveTo>
                  <a:cubicBezTo>
                    <a:pt x="154877" y="4858"/>
                    <a:pt x="4763" y="154972"/>
                    <a:pt x="4763" y="339471"/>
                  </a:cubicBezTo>
                  <a:cubicBezTo>
                    <a:pt x="4763" y="523970"/>
                    <a:pt x="154877" y="674084"/>
                    <a:pt x="339376" y="674084"/>
                  </a:cubicBezTo>
                  <a:cubicBezTo>
                    <a:pt x="523875" y="674084"/>
                    <a:pt x="673989" y="523970"/>
                    <a:pt x="673989" y="339471"/>
                  </a:cubicBezTo>
                  <a:cubicBezTo>
                    <a:pt x="673989" y="154972"/>
                    <a:pt x="523875" y="4858"/>
                    <a:pt x="339376" y="4858"/>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 name="Google Shape;43;p3"/>
            <p:cNvSpPr/>
            <p:nvPr/>
          </p:nvSpPr>
          <p:spPr>
            <a:xfrm>
              <a:off x="8425364" y="6791994"/>
              <a:ext cx="205168" cy="205263"/>
            </a:xfrm>
            <a:custGeom>
              <a:rect b="b" l="l" r="r" t="t"/>
              <a:pathLst>
                <a:path extrusionOk="0" h="205263" w="205168">
                  <a:moveTo>
                    <a:pt x="102584" y="205264"/>
                  </a:moveTo>
                  <a:cubicBezTo>
                    <a:pt x="46006" y="205264"/>
                    <a:pt x="0" y="159258"/>
                    <a:pt x="0" y="102679"/>
                  </a:cubicBezTo>
                  <a:cubicBezTo>
                    <a:pt x="0" y="46101"/>
                    <a:pt x="46006" y="0"/>
                    <a:pt x="102584" y="0"/>
                  </a:cubicBezTo>
                  <a:cubicBezTo>
                    <a:pt x="159163" y="0"/>
                    <a:pt x="205168" y="46006"/>
                    <a:pt x="205168" y="102679"/>
                  </a:cubicBezTo>
                  <a:cubicBezTo>
                    <a:pt x="205168" y="159353"/>
                    <a:pt x="159163" y="205264"/>
                    <a:pt x="102584" y="205264"/>
                  </a:cubicBezTo>
                  <a:close/>
                  <a:moveTo>
                    <a:pt x="102584" y="4763"/>
                  </a:moveTo>
                  <a:cubicBezTo>
                    <a:pt x="48577" y="4763"/>
                    <a:pt x="4763" y="48673"/>
                    <a:pt x="4763" y="102679"/>
                  </a:cubicBezTo>
                  <a:cubicBezTo>
                    <a:pt x="4763" y="156686"/>
                    <a:pt x="48673" y="200501"/>
                    <a:pt x="102584" y="200501"/>
                  </a:cubicBezTo>
                  <a:cubicBezTo>
                    <a:pt x="156496" y="200501"/>
                    <a:pt x="200406" y="156591"/>
                    <a:pt x="200406" y="102679"/>
                  </a:cubicBezTo>
                  <a:cubicBezTo>
                    <a:pt x="200406" y="48768"/>
                    <a:pt x="156496" y="4763"/>
                    <a:pt x="102584"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 name="Google Shape;44;p3"/>
            <p:cNvSpPr/>
            <p:nvPr/>
          </p:nvSpPr>
          <p:spPr>
            <a:xfrm>
              <a:off x="2878637" y="6557583"/>
              <a:ext cx="439674" cy="439673"/>
            </a:xfrm>
            <a:custGeom>
              <a:rect b="b" l="l" r="r" t="t"/>
              <a:pathLst>
                <a:path extrusionOk="0" h="439673" w="439674">
                  <a:moveTo>
                    <a:pt x="219837" y="439674"/>
                  </a:moveTo>
                  <a:cubicBezTo>
                    <a:pt x="98584" y="439674"/>
                    <a:pt x="0" y="341090"/>
                    <a:pt x="0" y="219837"/>
                  </a:cubicBezTo>
                  <a:cubicBezTo>
                    <a:pt x="0" y="98584"/>
                    <a:pt x="98584" y="0"/>
                    <a:pt x="219837" y="0"/>
                  </a:cubicBezTo>
                  <a:cubicBezTo>
                    <a:pt x="341090" y="0"/>
                    <a:pt x="439674" y="98584"/>
                    <a:pt x="439674" y="219837"/>
                  </a:cubicBezTo>
                  <a:cubicBezTo>
                    <a:pt x="439674" y="341090"/>
                    <a:pt x="341090" y="439674"/>
                    <a:pt x="219837" y="439674"/>
                  </a:cubicBezTo>
                  <a:close/>
                  <a:moveTo>
                    <a:pt x="219837" y="4763"/>
                  </a:moveTo>
                  <a:cubicBezTo>
                    <a:pt x="101251" y="4763"/>
                    <a:pt x="4763" y="101251"/>
                    <a:pt x="4763" y="219837"/>
                  </a:cubicBezTo>
                  <a:cubicBezTo>
                    <a:pt x="4763" y="338423"/>
                    <a:pt x="101251" y="434911"/>
                    <a:pt x="219837" y="434911"/>
                  </a:cubicBezTo>
                  <a:cubicBezTo>
                    <a:pt x="338424" y="434911"/>
                    <a:pt x="434912" y="338423"/>
                    <a:pt x="434912" y="219837"/>
                  </a:cubicBezTo>
                  <a:cubicBezTo>
                    <a:pt x="434912" y="101251"/>
                    <a:pt x="338424" y="4763"/>
                    <a:pt x="219837"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45" name="Shape 45"/>
        <p:cNvGrpSpPr/>
        <p:nvPr/>
      </p:nvGrpSpPr>
      <p:grpSpPr>
        <a:xfrm>
          <a:off x="0" y="0"/>
          <a:ext cx="0" cy="0"/>
          <a:chOff x="0" y="0"/>
          <a:chExt cx="0" cy="0"/>
        </a:xfrm>
      </p:grpSpPr>
      <p:sp>
        <p:nvSpPr>
          <p:cNvPr id="46" name="Google Shape;46;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47" name="Google Shape;47;p4"/>
          <p:cNvSpPr txBox="1"/>
          <p:nvPr>
            <p:ph idx="1" type="body"/>
          </p:nvPr>
        </p:nvSpPr>
        <p:spPr>
          <a:xfrm>
            <a:off x="1310550" y="1215750"/>
            <a:ext cx="6538800" cy="3233100"/>
          </a:xfrm>
          <a:prstGeom prst="rect">
            <a:avLst/>
          </a:prstGeom>
        </p:spPr>
        <p:txBody>
          <a:bodyPr anchorCtr="0" anchor="t" bIns="91425" lIns="91425" spcFirstLastPara="1" rIns="91425" wrap="square" tIns="91425">
            <a:noAutofit/>
          </a:bodyPr>
          <a:lstStyle>
            <a:lvl1pPr indent="-279400" lvl="0" marL="457200" rtl="0">
              <a:spcBef>
                <a:spcPts val="0"/>
              </a:spcBef>
              <a:spcAft>
                <a:spcPts val="0"/>
              </a:spcAft>
              <a:buSzPts val="800"/>
              <a:buFont typeface="Nunito Light"/>
              <a:buChar char="●"/>
              <a:defRPr/>
            </a:lvl1pPr>
            <a:lvl2pPr indent="-304800" lvl="1" marL="914400" rtl="0">
              <a:spcBef>
                <a:spcPts val="0"/>
              </a:spcBef>
              <a:spcAft>
                <a:spcPts val="0"/>
              </a:spcAft>
              <a:buSzPts val="1200"/>
              <a:buFont typeface="Nunito Light"/>
              <a:buChar char="○"/>
              <a:defRPr/>
            </a:lvl2pPr>
            <a:lvl3pPr indent="-304800" lvl="2" marL="1371600" rtl="0">
              <a:lnSpc>
                <a:spcPct val="115000"/>
              </a:lnSpc>
              <a:spcBef>
                <a:spcPts val="0"/>
              </a:spcBef>
              <a:spcAft>
                <a:spcPts val="0"/>
              </a:spcAft>
              <a:buSzPts val="1200"/>
              <a:buFont typeface="Nunito Light"/>
              <a:buChar char="■"/>
              <a:defRPr/>
            </a:lvl3pPr>
            <a:lvl4pPr indent="-304800" lvl="3" marL="1828800" rtl="0">
              <a:lnSpc>
                <a:spcPct val="115000"/>
              </a:lnSpc>
              <a:spcBef>
                <a:spcPts val="0"/>
              </a:spcBef>
              <a:spcAft>
                <a:spcPts val="0"/>
              </a:spcAft>
              <a:buSzPts val="1200"/>
              <a:buFont typeface="Nunito Light"/>
              <a:buChar char="●"/>
              <a:defRPr/>
            </a:lvl4pPr>
            <a:lvl5pPr indent="-304800" lvl="4" marL="2286000" rtl="0">
              <a:lnSpc>
                <a:spcPct val="115000"/>
              </a:lnSpc>
              <a:spcBef>
                <a:spcPts val="0"/>
              </a:spcBef>
              <a:spcAft>
                <a:spcPts val="0"/>
              </a:spcAft>
              <a:buSzPts val="1200"/>
              <a:buFont typeface="Nunito Light"/>
              <a:buChar char="○"/>
              <a:defRPr/>
            </a:lvl5pPr>
            <a:lvl6pPr indent="-304800" lvl="5" marL="2743200" rtl="0">
              <a:lnSpc>
                <a:spcPct val="115000"/>
              </a:lnSpc>
              <a:spcBef>
                <a:spcPts val="0"/>
              </a:spcBef>
              <a:spcAft>
                <a:spcPts val="0"/>
              </a:spcAft>
              <a:buSzPts val="1200"/>
              <a:buFont typeface="Nunito Light"/>
              <a:buChar char="■"/>
              <a:defRPr/>
            </a:lvl6pPr>
            <a:lvl7pPr indent="-304800" lvl="6" marL="3200400" rtl="0">
              <a:lnSpc>
                <a:spcPct val="115000"/>
              </a:lnSpc>
              <a:spcBef>
                <a:spcPts val="0"/>
              </a:spcBef>
              <a:spcAft>
                <a:spcPts val="0"/>
              </a:spcAft>
              <a:buSzPts val="1200"/>
              <a:buFont typeface="Nunito Light"/>
              <a:buChar char="●"/>
              <a:defRPr/>
            </a:lvl7pPr>
            <a:lvl8pPr indent="-304800" lvl="7" marL="3657600" rtl="0">
              <a:lnSpc>
                <a:spcPct val="115000"/>
              </a:lnSpc>
              <a:spcBef>
                <a:spcPts val="0"/>
              </a:spcBef>
              <a:spcAft>
                <a:spcPts val="0"/>
              </a:spcAft>
              <a:buSzPts val="1200"/>
              <a:buFont typeface="Nunito Light"/>
              <a:buChar char="○"/>
              <a:defRPr/>
            </a:lvl8pPr>
            <a:lvl9pPr indent="-304800" lvl="8" marL="4114800" rtl="0">
              <a:lnSpc>
                <a:spcPct val="115000"/>
              </a:lnSpc>
              <a:spcBef>
                <a:spcPts val="0"/>
              </a:spcBef>
              <a:spcAft>
                <a:spcPts val="0"/>
              </a:spcAft>
              <a:buSzPts val="1200"/>
              <a:buFont typeface="Nunito Light"/>
              <a:buChar char="■"/>
              <a:defRPr/>
            </a:lvl9pPr>
          </a:lstStyle>
          <a:p/>
        </p:txBody>
      </p:sp>
      <p:grpSp>
        <p:nvGrpSpPr>
          <p:cNvPr id="48" name="Google Shape;48;p4"/>
          <p:cNvGrpSpPr/>
          <p:nvPr/>
        </p:nvGrpSpPr>
        <p:grpSpPr>
          <a:xfrm>
            <a:off x="-1520433" y="-231"/>
            <a:ext cx="10686708" cy="5312335"/>
            <a:chOff x="-1520433" y="-231"/>
            <a:chExt cx="10686708" cy="5312335"/>
          </a:xfrm>
        </p:grpSpPr>
        <p:sp>
          <p:nvSpPr>
            <p:cNvPr id="49" name="Google Shape;49;p4"/>
            <p:cNvSpPr/>
            <p:nvPr/>
          </p:nvSpPr>
          <p:spPr>
            <a:xfrm rot="10800000">
              <a:off x="7769102" y="156"/>
              <a:ext cx="1397173" cy="2000169"/>
            </a:xfrm>
            <a:custGeom>
              <a:rect b="b" l="l" r="r" t="t"/>
              <a:pathLst>
                <a:path extrusionOk="0" h="2381154" w="1016126">
                  <a:moveTo>
                    <a:pt x="0" y="2381155"/>
                  </a:moveTo>
                  <a:lnTo>
                    <a:pt x="1016127" y="2381155"/>
                  </a:lnTo>
                  <a:lnTo>
                    <a:pt x="0" y="0"/>
                  </a:lnTo>
                  <a:lnTo>
                    <a:pt x="0" y="2381155"/>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0" name="Google Shape;50;p4"/>
            <p:cNvGrpSpPr/>
            <p:nvPr/>
          </p:nvGrpSpPr>
          <p:grpSpPr>
            <a:xfrm flipH="1" rot="10800000">
              <a:off x="-1520433" y="-231"/>
              <a:ext cx="3089581" cy="5312335"/>
              <a:chOff x="-1520433" y="-168051"/>
              <a:chExt cx="3089581" cy="5312335"/>
            </a:xfrm>
          </p:grpSpPr>
          <p:sp>
            <p:nvSpPr>
              <p:cNvPr id="51" name="Google Shape;51;p4"/>
              <p:cNvSpPr/>
              <p:nvPr/>
            </p:nvSpPr>
            <p:spPr>
              <a:xfrm>
                <a:off x="-29700" y="3739403"/>
                <a:ext cx="1397173" cy="1404881"/>
              </a:xfrm>
              <a:custGeom>
                <a:rect b="b" l="l" r="r" t="t"/>
                <a:pathLst>
                  <a:path extrusionOk="0" h="2381154" w="1016126">
                    <a:moveTo>
                      <a:pt x="0" y="2381155"/>
                    </a:moveTo>
                    <a:lnTo>
                      <a:pt x="1016127" y="2381155"/>
                    </a:lnTo>
                    <a:lnTo>
                      <a:pt x="0" y="0"/>
                    </a:lnTo>
                    <a:lnTo>
                      <a:pt x="0" y="238115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 name="Google Shape;52;p4"/>
              <p:cNvSpPr/>
              <p:nvPr/>
            </p:nvSpPr>
            <p:spPr>
              <a:xfrm>
                <a:off x="-1520433" y="-168051"/>
                <a:ext cx="3089581" cy="707559"/>
              </a:xfrm>
              <a:custGeom>
                <a:rect b="b" l="l" r="r" t="t"/>
                <a:pathLst>
                  <a:path extrusionOk="0" h="448532" w="1958530">
                    <a:moveTo>
                      <a:pt x="0" y="0"/>
                    </a:moveTo>
                    <a:cubicBezTo>
                      <a:pt x="164211" y="259080"/>
                      <a:pt x="476345" y="448532"/>
                      <a:pt x="774287" y="448532"/>
                    </a:cubicBezTo>
                    <a:lnTo>
                      <a:pt x="1329118" y="448532"/>
                    </a:lnTo>
                    <a:cubicBezTo>
                      <a:pt x="1619345" y="448532"/>
                      <a:pt x="1867662" y="260318"/>
                      <a:pt x="1958531" y="0"/>
                    </a:cubicBezTo>
                    <a:lnTo>
                      <a:pt x="95"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53" name="Google Shape;53;p4"/>
          <p:cNvGrpSpPr/>
          <p:nvPr/>
        </p:nvGrpSpPr>
        <p:grpSpPr>
          <a:xfrm>
            <a:off x="-2295527" y="-1456628"/>
            <a:ext cx="11603548" cy="7068336"/>
            <a:chOff x="-2295527" y="-1456628"/>
            <a:chExt cx="11603548" cy="7068336"/>
          </a:xfrm>
        </p:grpSpPr>
        <p:grpSp>
          <p:nvGrpSpPr>
            <p:cNvPr id="54" name="Google Shape;54;p4"/>
            <p:cNvGrpSpPr/>
            <p:nvPr/>
          </p:nvGrpSpPr>
          <p:grpSpPr>
            <a:xfrm flipH="1" rot="10800000">
              <a:off x="-2295527" y="-1456628"/>
              <a:ext cx="9991059" cy="7068336"/>
              <a:chOff x="-2295527" y="-467655"/>
              <a:chExt cx="9991059" cy="7068336"/>
            </a:xfrm>
          </p:grpSpPr>
          <p:sp>
            <p:nvSpPr>
              <p:cNvPr id="55" name="Google Shape;55;p4"/>
              <p:cNvSpPr/>
              <p:nvPr/>
            </p:nvSpPr>
            <p:spPr>
              <a:xfrm rot="-2274005">
                <a:off x="875967" y="3183627"/>
                <a:ext cx="9535" cy="3816619"/>
              </a:xfrm>
              <a:custGeom>
                <a:rect b="b" l="l" r="r" t="t"/>
                <a:pathLst>
                  <a:path extrusionOk="0" h="3812190" w="9524">
                    <a:moveTo>
                      <a:pt x="0" y="0"/>
                    </a:moveTo>
                    <a:lnTo>
                      <a:pt x="9525" y="0"/>
                    </a:lnTo>
                    <a:lnTo>
                      <a:pt x="9525" y="3812190"/>
                    </a:lnTo>
                    <a:lnTo>
                      <a:pt x="0" y="3812190"/>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 name="Google Shape;56;p4"/>
              <p:cNvSpPr/>
              <p:nvPr/>
            </p:nvSpPr>
            <p:spPr>
              <a:xfrm>
                <a:off x="-2295527" y="-467655"/>
                <a:ext cx="3501886" cy="806128"/>
              </a:xfrm>
              <a:custGeom>
                <a:rect b="b" l="l" r="r" t="t"/>
                <a:pathLst>
                  <a:path extrusionOk="0" h="511016" w="2219896">
                    <a:moveTo>
                      <a:pt x="1505617" y="511016"/>
                    </a:moveTo>
                    <a:lnTo>
                      <a:pt x="877919" y="511016"/>
                    </a:lnTo>
                    <a:cubicBezTo>
                      <a:pt x="714089" y="511016"/>
                      <a:pt x="542544" y="461201"/>
                      <a:pt x="382048" y="366903"/>
                    </a:cubicBezTo>
                    <a:cubicBezTo>
                      <a:pt x="226886" y="275749"/>
                      <a:pt x="91154" y="146399"/>
                      <a:pt x="0" y="2572"/>
                    </a:cubicBezTo>
                    <a:lnTo>
                      <a:pt x="4000" y="0"/>
                    </a:lnTo>
                    <a:cubicBezTo>
                      <a:pt x="94774" y="143256"/>
                      <a:pt x="229838" y="272034"/>
                      <a:pt x="384429" y="362807"/>
                    </a:cubicBezTo>
                    <a:cubicBezTo>
                      <a:pt x="544259" y="456629"/>
                      <a:pt x="714851" y="506254"/>
                      <a:pt x="877919" y="506254"/>
                    </a:cubicBezTo>
                    <a:lnTo>
                      <a:pt x="1505617" y="506254"/>
                    </a:lnTo>
                    <a:cubicBezTo>
                      <a:pt x="1824609" y="506254"/>
                      <a:pt x="2109883" y="302990"/>
                      <a:pt x="2215420" y="476"/>
                    </a:cubicBezTo>
                    <a:lnTo>
                      <a:pt x="2219897" y="2000"/>
                    </a:lnTo>
                    <a:cubicBezTo>
                      <a:pt x="2113693" y="306419"/>
                      <a:pt x="1826705" y="511016"/>
                      <a:pt x="1505617" y="511016"/>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7" name="Google Shape;57;p4"/>
              <p:cNvGrpSpPr/>
              <p:nvPr/>
            </p:nvGrpSpPr>
            <p:grpSpPr>
              <a:xfrm>
                <a:off x="229635" y="-396431"/>
                <a:ext cx="7465897" cy="5776149"/>
                <a:chOff x="2563261" y="1632394"/>
                <a:chExt cx="7465897" cy="5776149"/>
              </a:xfrm>
            </p:grpSpPr>
            <p:sp>
              <p:nvSpPr>
                <p:cNvPr id="58" name="Google Shape;58;p4"/>
                <p:cNvSpPr/>
                <p:nvPr/>
              </p:nvSpPr>
              <p:spPr>
                <a:xfrm>
                  <a:off x="2563261" y="3744224"/>
                  <a:ext cx="205168" cy="205168"/>
                </a:xfrm>
                <a:custGeom>
                  <a:rect b="b" l="l" r="r" t="t"/>
                  <a:pathLst>
                    <a:path extrusionOk="0" h="205168" w="205168">
                      <a:moveTo>
                        <a:pt x="102584" y="205169"/>
                      </a:moveTo>
                      <a:cubicBezTo>
                        <a:pt x="46006" y="205169"/>
                        <a:pt x="0" y="159163"/>
                        <a:pt x="0" y="102584"/>
                      </a:cubicBezTo>
                      <a:cubicBezTo>
                        <a:pt x="0" y="46006"/>
                        <a:pt x="46006" y="0"/>
                        <a:pt x="102584" y="0"/>
                      </a:cubicBezTo>
                      <a:cubicBezTo>
                        <a:pt x="159163" y="0"/>
                        <a:pt x="205168" y="46006"/>
                        <a:pt x="205168" y="102584"/>
                      </a:cubicBezTo>
                      <a:cubicBezTo>
                        <a:pt x="205168" y="159163"/>
                        <a:pt x="159163" y="205169"/>
                        <a:pt x="102584" y="205169"/>
                      </a:cubicBezTo>
                      <a:close/>
                      <a:moveTo>
                        <a:pt x="102584" y="4667"/>
                      </a:moveTo>
                      <a:cubicBezTo>
                        <a:pt x="48578" y="4667"/>
                        <a:pt x="4763" y="48577"/>
                        <a:pt x="4763" y="102489"/>
                      </a:cubicBezTo>
                      <a:cubicBezTo>
                        <a:pt x="4763" y="156400"/>
                        <a:pt x="48673" y="200311"/>
                        <a:pt x="102584" y="200311"/>
                      </a:cubicBezTo>
                      <a:cubicBezTo>
                        <a:pt x="156496" y="200311"/>
                        <a:pt x="200406" y="156400"/>
                        <a:pt x="200406" y="102489"/>
                      </a:cubicBezTo>
                      <a:cubicBezTo>
                        <a:pt x="200406" y="48577"/>
                        <a:pt x="156496" y="4667"/>
                        <a:pt x="102584" y="4667"/>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 name="Google Shape;59;p4"/>
                <p:cNvSpPr/>
                <p:nvPr/>
              </p:nvSpPr>
              <p:spPr>
                <a:xfrm>
                  <a:off x="9350406" y="1632394"/>
                  <a:ext cx="678751" cy="678751"/>
                </a:xfrm>
                <a:custGeom>
                  <a:rect b="b" l="l" r="r" t="t"/>
                  <a:pathLst>
                    <a:path extrusionOk="0" h="678751" w="678751">
                      <a:moveTo>
                        <a:pt x="339376" y="678752"/>
                      </a:moveTo>
                      <a:cubicBezTo>
                        <a:pt x="152305" y="678752"/>
                        <a:pt x="0" y="526542"/>
                        <a:pt x="0" y="339376"/>
                      </a:cubicBezTo>
                      <a:cubicBezTo>
                        <a:pt x="0" y="152210"/>
                        <a:pt x="152210" y="0"/>
                        <a:pt x="339376" y="0"/>
                      </a:cubicBezTo>
                      <a:cubicBezTo>
                        <a:pt x="526542" y="0"/>
                        <a:pt x="678752" y="152210"/>
                        <a:pt x="678752" y="339376"/>
                      </a:cubicBezTo>
                      <a:cubicBezTo>
                        <a:pt x="678752" y="526542"/>
                        <a:pt x="526542" y="678752"/>
                        <a:pt x="339376" y="678752"/>
                      </a:cubicBezTo>
                      <a:close/>
                      <a:moveTo>
                        <a:pt x="339376" y="4858"/>
                      </a:moveTo>
                      <a:cubicBezTo>
                        <a:pt x="154877" y="4858"/>
                        <a:pt x="4763" y="154972"/>
                        <a:pt x="4763" y="339471"/>
                      </a:cubicBezTo>
                      <a:cubicBezTo>
                        <a:pt x="4763" y="523970"/>
                        <a:pt x="154877" y="674084"/>
                        <a:pt x="339376" y="674084"/>
                      </a:cubicBezTo>
                      <a:cubicBezTo>
                        <a:pt x="523875" y="674084"/>
                        <a:pt x="673989" y="523970"/>
                        <a:pt x="673989" y="339471"/>
                      </a:cubicBezTo>
                      <a:cubicBezTo>
                        <a:pt x="673989" y="154972"/>
                        <a:pt x="523875" y="4858"/>
                        <a:pt x="339376" y="4858"/>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 name="Google Shape;60;p4"/>
                <p:cNvSpPr/>
                <p:nvPr/>
              </p:nvSpPr>
              <p:spPr>
                <a:xfrm>
                  <a:off x="4615364" y="6815994"/>
                  <a:ext cx="205168" cy="205263"/>
                </a:xfrm>
                <a:custGeom>
                  <a:rect b="b" l="l" r="r" t="t"/>
                  <a:pathLst>
                    <a:path extrusionOk="0" h="205263" w="205168">
                      <a:moveTo>
                        <a:pt x="102584" y="205264"/>
                      </a:moveTo>
                      <a:cubicBezTo>
                        <a:pt x="46006" y="205264"/>
                        <a:pt x="0" y="159258"/>
                        <a:pt x="0" y="102679"/>
                      </a:cubicBezTo>
                      <a:cubicBezTo>
                        <a:pt x="0" y="46101"/>
                        <a:pt x="46006" y="0"/>
                        <a:pt x="102584" y="0"/>
                      </a:cubicBezTo>
                      <a:cubicBezTo>
                        <a:pt x="159163" y="0"/>
                        <a:pt x="205168" y="46006"/>
                        <a:pt x="205168" y="102679"/>
                      </a:cubicBezTo>
                      <a:cubicBezTo>
                        <a:pt x="205168" y="159353"/>
                        <a:pt x="159163" y="205264"/>
                        <a:pt x="102584" y="205264"/>
                      </a:cubicBezTo>
                      <a:close/>
                      <a:moveTo>
                        <a:pt x="102584" y="4763"/>
                      </a:moveTo>
                      <a:cubicBezTo>
                        <a:pt x="48577" y="4763"/>
                        <a:pt x="4763" y="48673"/>
                        <a:pt x="4763" y="102679"/>
                      </a:cubicBezTo>
                      <a:cubicBezTo>
                        <a:pt x="4763" y="156686"/>
                        <a:pt x="48673" y="200501"/>
                        <a:pt x="102584" y="200501"/>
                      </a:cubicBezTo>
                      <a:cubicBezTo>
                        <a:pt x="156496" y="200501"/>
                        <a:pt x="200406" y="156591"/>
                        <a:pt x="200406" y="102679"/>
                      </a:cubicBezTo>
                      <a:cubicBezTo>
                        <a:pt x="200406" y="48768"/>
                        <a:pt x="156496" y="4763"/>
                        <a:pt x="102584"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 name="Google Shape;61;p4"/>
                <p:cNvSpPr/>
                <p:nvPr/>
              </p:nvSpPr>
              <p:spPr>
                <a:xfrm>
                  <a:off x="9469936" y="6968870"/>
                  <a:ext cx="439674" cy="439673"/>
                </a:xfrm>
                <a:custGeom>
                  <a:rect b="b" l="l" r="r" t="t"/>
                  <a:pathLst>
                    <a:path extrusionOk="0" h="439673" w="439674">
                      <a:moveTo>
                        <a:pt x="219837" y="439674"/>
                      </a:moveTo>
                      <a:cubicBezTo>
                        <a:pt x="98584" y="439674"/>
                        <a:pt x="0" y="341090"/>
                        <a:pt x="0" y="219837"/>
                      </a:cubicBezTo>
                      <a:cubicBezTo>
                        <a:pt x="0" y="98584"/>
                        <a:pt x="98584" y="0"/>
                        <a:pt x="219837" y="0"/>
                      </a:cubicBezTo>
                      <a:cubicBezTo>
                        <a:pt x="341090" y="0"/>
                        <a:pt x="439674" y="98584"/>
                        <a:pt x="439674" y="219837"/>
                      </a:cubicBezTo>
                      <a:cubicBezTo>
                        <a:pt x="439674" y="341090"/>
                        <a:pt x="341090" y="439674"/>
                        <a:pt x="219837" y="439674"/>
                      </a:cubicBezTo>
                      <a:close/>
                      <a:moveTo>
                        <a:pt x="219837" y="4763"/>
                      </a:moveTo>
                      <a:cubicBezTo>
                        <a:pt x="101251" y="4763"/>
                        <a:pt x="4763" y="101251"/>
                        <a:pt x="4763" y="219837"/>
                      </a:cubicBezTo>
                      <a:cubicBezTo>
                        <a:pt x="4763" y="338423"/>
                        <a:pt x="101251" y="434911"/>
                        <a:pt x="219837" y="434911"/>
                      </a:cubicBezTo>
                      <a:cubicBezTo>
                        <a:pt x="338424" y="434911"/>
                        <a:pt x="434912" y="338423"/>
                        <a:pt x="434912" y="219837"/>
                      </a:cubicBezTo>
                      <a:cubicBezTo>
                        <a:pt x="434912" y="101251"/>
                        <a:pt x="338424" y="4763"/>
                        <a:pt x="219837"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62" name="Google Shape;62;p4"/>
            <p:cNvSpPr/>
            <p:nvPr/>
          </p:nvSpPr>
          <p:spPr>
            <a:xfrm rot="-708899">
              <a:off x="8801037" y="-622300"/>
              <a:ext cx="9537" cy="4860013"/>
            </a:xfrm>
            <a:custGeom>
              <a:rect b="b" l="l" r="r" t="t"/>
              <a:pathLst>
                <a:path extrusionOk="0" h="4854131" w="9525">
                  <a:moveTo>
                    <a:pt x="0" y="0"/>
                  </a:moveTo>
                  <a:lnTo>
                    <a:pt x="9525" y="0"/>
                  </a:lnTo>
                  <a:lnTo>
                    <a:pt x="9525" y="4854131"/>
                  </a:lnTo>
                  <a:lnTo>
                    <a:pt x="0" y="4854131"/>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63" name="Shape 63"/>
        <p:cNvGrpSpPr/>
        <p:nvPr/>
      </p:nvGrpSpPr>
      <p:grpSpPr>
        <a:xfrm>
          <a:off x="0" y="0"/>
          <a:ext cx="0" cy="0"/>
          <a:chOff x="0" y="0"/>
          <a:chExt cx="0" cy="0"/>
        </a:xfrm>
      </p:grpSpPr>
      <p:sp>
        <p:nvSpPr>
          <p:cNvPr id="64" name="Google Shape;64;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65" name="Google Shape;65;p5"/>
          <p:cNvSpPr txBox="1"/>
          <p:nvPr>
            <p:ph idx="1" type="subTitle"/>
          </p:nvPr>
        </p:nvSpPr>
        <p:spPr>
          <a:xfrm>
            <a:off x="4725900" y="1766100"/>
            <a:ext cx="3698100" cy="26082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Char char="●"/>
              <a:defRPr b="0" sz="1400"/>
            </a:lvl1pPr>
            <a:lvl2pPr lvl="1" rtl="0" algn="ctr">
              <a:lnSpc>
                <a:spcPct val="115000"/>
              </a:lnSpc>
              <a:spcBef>
                <a:spcPts val="0"/>
              </a:spcBef>
              <a:spcAft>
                <a:spcPts val="0"/>
              </a:spcAft>
              <a:buSzPts val="2800"/>
              <a:buChar char="○"/>
              <a:defRPr sz="2800"/>
            </a:lvl2pPr>
            <a:lvl3pPr lvl="2" rtl="0" algn="ctr">
              <a:lnSpc>
                <a:spcPct val="115000"/>
              </a:lnSpc>
              <a:spcBef>
                <a:spcPts val="0"/>
              </a:spcBef>
              <a:spcAft>
                <a:spcPts val="0"/>
              </a:spcAft>
              <a:buSzPts val="2800"/>
              <a:buChar char="■"/>
              <a:defRPr sz="2800"/>
            </a:lvl3pPr>
            <a:lvl4pPr lvl="3" rtl="0" algn="ctr">
              <a:lnSpc>
                <a:spcPct val="115000"/>
              </a:lnSpc>
              <a:spcBef>
                <a:spcPts val="0"/>
              </a:spcBef>
              <a:spcAft>
                <a:spcPts val="0"/>
              </a:spcAft>
              <a:buSzPts val="2800"/>
              <a:buChar char="●"/>
              <a:defRPr sz="2800"/>
            </a:lvl4pPr>
            <a:lvl5pPr lvl="4" rtl="0" algn="ctr">
              <a:lnSpc>
                <a:spcPct val="115000"/>
              </a:lnSpc>
              <a:spcBef>
                <a:spcPts val="0"/>
              </a:spcBef>
              <a:spcAft>
                <a:spcPts val="0"/>
              </a:spcAft>
              <a:buSzPts val="2800"/>
              <a:buChar char="○"/>
              <a:defRPr sz="2800"/>
            </a:lvl5pPr>
            <a:lvl6pPr lvl="5" rtl="0" algn="ctr">
              <a:lnSpc>
                <a:spcPct val="115000"/>
              </a:lnSpc>
              <a:spcBef>
                <a:spcPts val="0"/>
              </a:spcBef>
              <a:spcAft>
                <a:spcPts val="0"/>
              </a:spcAft>
              <a:buSzPts val="2800"/>
              <a:buChar char="■"/>
              <a:defRPr sz="2800"/>
            </a:lvl6pPr>
            <a:lvl7pPr lvl="6" rtl="0" algn="ctr">
              <a:lnSpc>
                <a:spcPct val="115000"/>
              </a:lnSpc>
              <a:spcBef>
                <a:spcPts val="0"/>
              </a:spcBef>
              <a:spcAft>
                <a:spcPts val="0"/>
              </a:spcAft>
              <a:buSzPts val="2800"/>
              <a:buChar char="●"/>
              <a:defRPr sz="2800"/>
            </a:lvl7pPr>
            <a:lvl8pPr lvl="7" rtl="0" algn="ctr">
              <a:lnSpc>
                <a:spcPct val="115000"/>
              </a:lnSpc>
              <a:spcBef>
                <a:spcPts val="0"/>
              </a:spcBef>
              <a:spcAft>
                <a:spcPts val="0"/>
              </a:spcAft>
              <a:buSzPts val="2800"/>
              <a:buChar char="○"/>
              <a:defRPr sz="2800"/>
            </a:lvl8pPr>
            <a:lvl9pPr lvl="8" rtl="0" algn="ctr">
              <a:lnSpc>
                <a:spcPct val="115000"/>
              </a:lnSpc>
              <a:spcBef>
                <a:spcPts val="0"/>
              </a:spcBef>
              <a:spcAft>
                <a:spcPts val="0"/>
              </a:spcAft>
              <a:buSzPts val="2800"/>
              <a:buChar char="■"/>
              <a:defRPr sz="2800"/>
            </a:lvl9pPr>
          </a:lstStyle>
          <a:p/>
        </p:txBody>
      </p:sp>
      <p:sp>
        <p:nvSpPr>
          <p:cNvPr id="66" name="Google Shape;66;p5"/>
          <p:cNvSpPr txBox="1"/>
          <p:nvPr>
            <p:ph idx="2" type="subTitle"/>
          </p:nvPr>
        </p:nvSpPr>
        <p:spPr>
          <a:xfrm>
            <a:off x="720000" y="1766100"/>
            <a:ext cx="3698100" cy="26082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Char char="●"/>
              <a:defRPr b="0" sz="1400"/>
            </a:lvl1pPr>
            <a:lvl2pPr lvl="1" rtl="0" algn="ctr">
              <a:lnSpc>
                <a:spcPct val="115000"/>
              </a:lnSpc>
              <a:spcBef>
                <a:spcPts val="0"/>
              </a:spcBef>
              <a:spcAft>
                <a:spcPts val="0"/>
              </a:spcAft>
              <a:buSzPts val="1400"/>
              <a:buChar char="○"/>
              <a:defRPr sz="2800"/>
            </a:lvl2pPr>
            <a:lvl3pPr lvl="2" rtl="0" algn="ctr">
              <a:lnSpc>
                <a:spcPct val="115000"/>
              </a:lnSpc>
              <a:spcBef>
                <a:spcPts val="0"/>
              </a:spcBef>
              <a:spcAft>
                <a:spcPts val="0"/>
              </a:spcAft>
              <a:buSzPts val="1400"/>
              <a:buChar char="■"/>
              <a:defRPr sz="2800"/>
            </a:lvl3pPr>
            <a:lvl4pPr lvl="3" rtl="0" algn="ctr">
              <a:lnSpc>
                <a:spcPct val="115000"/>
              </a:lnSpc>
              <a:spcBef>
                <a:spcPts val="0"/>
              </a:spcBef>
              <a:spcAft>
                <a:spcPts val="0"/>
              </a:spcAft>
              <a:buSzPts val="1400"/>
              <a:buChar char="●"/>
              <a:defRPr sz="2800"/>
            </a:lvl4pPr>
            <a:lvl5pPr lvl="4" rtl="0" algn="ctr">
              <a:lnSpc>
                <a:spcPct val="115000"/>
              </a:lnSpc>
              <a:spcBef>
                <a:spcPts val="0"/>
              </a:spcBef>
              <a:spcAft>
                <a:spcPts val="0"/>
              </a:spcAft>
              <a:buSzPts val="1400"/>
              <a:buChar char="○"/>
              <a:defRPr sz="2800"/>
            </a:lvl5pPr>
            <a:lvl6pPr lvl="5" rtl="0" algn="ctr">
              <a:lnSpc>
                <a:spcPct val="115000"/>
              </a:lnSpc>
              <a:spcBef>
                <a:spcPts val="0"/>
              </a:spcBef>
              <a:spcAft>
                <a:spcPts val="0"/>
              </a:spcAft>
              <a:buSzPts val="1400"/>
              <a:buChar char="■"/>
              <a:defRPr sz="2800"/>
            </a:lvl6pPr>
            <a:lvl7pPr lvl="6" rtl="0" algn="ctr">
              <a:lnSpc>
                <a:spcPct val="115000"/>
              </a:lnSpc>
              <a:spcBef>
                <a:spcPts val="0"/>
              </a:spcBef>
              <a:spcAft>
                <a:spcPts val="0"/>
              </a:spcAft>
              <a:buSzPts val="1400"/>
              <a:buChar char="●"/>
              <a:defRPr sz="2800"/>
            </a:lvl7pPr>
            <a:lvl8pPr lvl="7" rtl="0" algn="ctr">
              <a:lnSpc>
                <a:spcPct val="115000"/>
              </a:lnSpc>
              <a:spcBef>
                <a:spcPts val="0"/>
              </a:spcBef>
              <a:spcAft>
                <a:spcPts val="0"/>
              </a:spcAft>
              <a:buSzPts val="1400"/>
              <a:buChar char="○"/>
              <a:defRPr sz="2800"/>
            </a:lvl8pPr>
            <a:lvl9pPr lvl="8" rtl="0" algn="ctr">
              <a:lnSpc>
                <a:spcPct val="115000"/>
              </a:lnSpc>
              <a:spcBef>
                <a:spcPts val="0"/>
              </a:spcBef>
              <a:spcAft>
                <a:spcPts val="0"/>
              </a:spcAft>
              <a:buSzPts val="1400"/>
              <a:buChar char="■"/>
              <a:defRPr sz="2800"/>
            </a:lvl9pPr>
          </a:lstStyle>
          <a:p/>
        </p:txBody>
      </p:sp>
      <p:sp>
        <p:nvSpPr>
          <p:cNvPr id="67" name="Google Shape;67;p5"/>
          <p:cNvSpPr txBox="1"/>
          <p:nvPr>
            <p:ph idx="3" type="subTitle"/>
          </p:nvPr>
        </p:nvSpPr>
        <p:spPr>
          <a:xfrm>
            <a:off x="720000" y="1428975"/>
            <a:ext cx="3698100" cy="443400"/>
          </a:xfrm>
          <a:prstGeom prst="rect">
            <a:avLst/>
          </a:prstGeom>
        </p:spPr>
        <p:txBody>
          <a:bodyPr anchorCtr="0" anchor="b" bIns="91425" lIns="91425" spcFirstLastPara="1" rIns="91425" wrap="square" tIns="91425">
            <a:noAutofit/>
          </a:bodyPr>
          <a:lstStyle>
            <a:lvl1pPr lvl="0">
              <a:lnSpc>
                <a:spcPct val="115000"/>
              </a:lnSpc>
              <a:spcBef>
                <a:spcPts val="0"/>
              </a:spcBef>
              <a:spcAft>
                <a:spcPts val="0"/>
              </a:spcAft>
              <a:buSzPts val="2400"/>
              <a:buFont typeface="DM Sans"/>
              <a:buNone/>
              <a:defRPr b="1" sz="2000">
                <a:solidFill>
                  <a:schemeClr val="accent3"/>
                </a:solidFill>
                <a:latin typeface="Bricolage Grotesque"/>
                <a:ea typeface="Bricolage Grotesque"/>
                <a:cs typeface="Bricolage Grotesque"/>
                <a:sym typeface="Bricolage Grotesque"/>
              </a:defRPr>
            </a:lvl1pPr>
            <a:lvl2pPr lvl="1">
              <a:lnSpc>
                <a:spcPct val="115000"/>
              </a:lnSpc>
              <a:spcBef>
                <a:spcPts val="0"/>
              </a:spcBef>
              <a:spcAft>
                <a:spcPts val="0"/>
              </a:spcAft>
              <a:buSzPts val="1400"/>
              <a:buFont typeface="DM Sans"/>
              <a:buNone/>
              <a:defRPr b="1">
                <a:latin typeface="DM Sans"/>
                <a:ea typeface="DM Sans"/>
                <a:cs typeface="DM Sans"/>
                <a:sym typeface="DM Sans"/>
              </a:defRPr>
            </a:lvl2pPr>
            <a:lvl3pPr lvl="2">
              <a:lnSpc>
                <a:spcPct val="115000"/>
              </a:lnSpc>
              <a:spcBef>
                <a:spcPts val="0"/>
              </a:spcBef>
              <a:spcAft>
                <a:spcPts val="0"/>
              </a:spcAft>
              <a:buSzPts val="1400"/>
              <a:buFont typeface="DM Sans"/>
              <a:buNone/>
              <a:defRPr b="1">
                <a:latin typeface="DM Sans"/>
                <a:ea typeface="DM Sans"/>
                <a:cs typeface="DM Sans"/>
                <a:sym typeface="DM Sans"/>
              </a:defRPr>
            </a:lvl3pPr>
            <a:lvl4pPr lvl="3">
              <a:lnSpc>
                <a:spcPct val="115000"/>
              </a:lnSpc>
              <a:spcBef>
                <a:spcPts val="0"/>
              </a:spcBef>
              <a:spcAft>
                <a:spcPts val="0"/>
              </a:spcAft>
              <a:buSzPts val="1400"/>
              <a:buFont typeface="DM Sans"/>
              <a:buNone/>
              <a:defRPr b="1">
                <a:latin typeface="DM Sans"/>
                <a:ea typeface="DM Sans"/>
                <a:cs typeface="DM Sans"/>
                <a:sym typeface="DM Sans"/>
              </a:defRPr>
            </a:lvl4pPr>
            <a:lvl5pPr lvl="4">
              <a:lnSpc>
                <a:spcPct val="115000"/>
              </a:lnSpc>
              <a:spcBef>
                <a:spcPts val="0"/>
              </a:spcBef>
              <a:spcAft>
                <a:spcPts val="0"/>
              </a:spcAft>
              <a:buSzPts val="1400"/>
              <a:buFont typeface="DM Sans"/>
              <a:buNone/>
              <a:defRPr b="1">
                <a:latin typeface="DM Sans"/>
                <a:ea typeface="DM Sans"/>
                <a:cs typeface="DM Sans"/>
                <a:sym typeface="DM Sans"/>
              </a:defRPr>
            </a:lvl5pPr>
            <a:lvl6pPr lvl="5">
              <a:lnSpc>
                <a:spcPct val="115000"/>
              </a:lnSpc>
              <a:spcBef>
                <a:spcPts val="0"/>
              </a:spcBef>
              <a:spcAft>
                <a:spcPts val="0"/>
              </a:spcAft>
              <a:buSzPts val="1400"/>
              <a:buFont typeface="DM Sans"/>
              <a:buNone/>
              <a:defRPr b="1">
                <a:latin typeface="DM Sans"/>
                <a:ea typeface="DM Sans"/>
                <a:cs typeface="DM Sans"/>
                <a:sym typeface="DM Sans"/>
              </a:defRPr>
            </a:lvl6pPr>
            <a:lvl7pPr lvl="6">
              <a:lnSpc>
                <a:spcPct val="115000"/>
              </a:lnSpc>
              <a:spcBef>
                <a:spcPts val="0"/>
              </a:spcBef>
              <a:spcAft>
                <a:spcPts val="0"/>
              </a:spcAft>
              <a:buSzPts val="1400"/>
              <a:buFont typeface="DM Sans"/>
              <a:buNone/>
              <a:defRPr b="1">
                <a:latin typeface="DM Sans"/>
                <a:ea typeface="DM Sans"/>
                <a:cs typeface="DM Sans"/>
                <a:sym typeface="DM Sans"/>
              </a:defRPr>
            </a:lvl7pPr>
            <a:lvl8pPr lvl="7">
              <a:lnSpc>
                <a:spcPct val="115000"/>
              </a:lnSpc>
              <a:spcBef>
                <a:spcPts val="0"/>
              </a:spcBef>
              <a:spcAft>
                <a:spcPts val="0"/>
              </a:spcAft>
              <a:buSzPts val="1400"/>
              <a:buFont typeface="DM Sans"/>
              <a:buNone/>
              <a:defRPr b="1">
                <a:latin typeface="DM Sans"/>
                <a:ea typeface="DM Sans"/>
                <a:cs typeface="DM Sans"/>
                <a:sym typeface="DM Sans"/>
              </a:defRPr>
            </a:lvl8pPr>
            <a:lvl9pPr lvl="8">
              <a:lnSpc>
                <a:spcPct val="115000"/>
              </a:lnSpc>
              <a:spcBef>
                <a:spcPts val="0"/>
              </a:spcBef>
              <a:spcAft>
                <a:spcPts val="0"/>
              </a:spcAft>
              <a:buSzPts val="1400"/>
              <a:buFont typeface="DM Sans"/>
              <a:buNone/>
              <a:defRPr b="1">
                <a:latin typeface="DM Sans"/>
                <a:ea typeface="DM Sans"/>
                <a:cs typeface="DM Sans"/>
                <a:sym typeface="DM Sans"/>
              </a:defRPr>
            </a:lvl9pPr>
          </a:lstStyle>
          <a:p/>
        </p:txBody>
      </p:sp>
      <p:sp>
        <p:nvSpPr>
          <p:cNvPr id="68" name="Google Shape;68;p5"/>
          <p:cNvSpPr txBox="1"/>
          <p:nvPr>
            <p:ph idx="4" type="subTitle"/>
          </p:nvPr>
        </p:nvSpPr>
        <p:spPr>
          <a:xfrm>
            <a:off x="4725900" y="1428975"/>
            <a:ext cx="3698100" cy="443400"/>
          </a:xfrm>
          <a:prstGeom prst="rect">
            <a:avLst/>
          </a:prstGeom>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DM Sans"/>
              <a:buNone/>
              <a:defRPr b="1" sz="2000">
                <a:solidFill>
                  <a:schemeClr val="accent3"/>
                </a:solidFill>
                <a:latin typeface="Bricolage Grotesque"/>
                <a:ea typeface="Bricolage Grotesque"/>
                <a:cs typeface="Bricolage Grotesque"/>
                <a:sym typeface="Bricolage Grotesque"/>
              </a:defRPr>
            </a:lvl1pPr>
            <a:lvl2pPr lvl="1" rtl="0">
              <a:lnSpc>
                <a:spcPct val="115000"/>
              </a:lnSpc>
              <a:spcBef>
                <a:spcPts val="0"/>
              </a:spcBef>
              <a:spcAft>
                <a:spcPts val="0"/>
              </a:spcAft>
              <a:buSzPts val="1400"/>
              <a:buFont typeface="DM Sans"/>
              <a:buNone/>
              <a:defRPr b="1">
                <a:latin typeface="DM Sans"/>
                <a:ea typeface="DM Sans"/>
                <a:cs typeface="DM Sans"/>
                <a:sym typeface="DM Sans"/>
              </a:defRPr>
            </a:lvl2pPr>
            <a:lvl3pPr lvl="2" rtl="0">
              <a:lnSpc>
                <a:spcPct val="115000"/>
              </a:lnSpc>
              <a:spcBef>
                <a:spcPts val="0"/>
              </a:spcBef>
              <a:spcAft>
                <a:spcPts val="0"/>
              </a:spcAft>
              <a:buSzPts val="1400"/>
              <a:buFont typeface="DM Sans"/>
              <a:buNone/>
              <a:defRPr b="1">
                <a:latin typeface="DM Sans"/>
                <a:ea typeface="DM Sans"/>
                <a:cs typeface="DM Sans"/>
                <a:sym typeface="DM Sans"/>
              </a:defRPr>
            </a:lvl3pPr>
            <a:lvl4pPr lvl="3" rtl="0">
              <a:lnSpc>
                <a:spcPct val="115000"/>
              </a:lnSpc>
              <a:spcBef>
                <a:spcPts val="0"/>
              </a:spcBef>
              <a:spcAft>
                <a:spcPts val="0"/>
              </a:spcAft>
              <a:buSzPts val="1400"/>
              <a:buFont typeface="DM Sans"/>
              <a:buNone/>
              <a:defRPr b="1">
                <a:latin typeface="DM Sans"/>
                <a:ea typeface="DM Sans"/>
                <a:cs typeface="DM Sans"/>
                <a:sym typeface="DM Sans"/>
              </a:defRPr>
            </a:lvl4pPr>
            <a:lvl5pPr lvl="4" rtl="0">
              <a:lnSpc>
                <a:spcPct val="115000"/>
              </a:lnSpc>
              <a:spcBef>
                <a:spcPts val="0"/>
              </a:spcBef>
              <a:spcAft>
                <a:spcPts val="0"/>
              </a:spcAft>
              <a:buSzPts val="1400"/>
              <a:buFont typeface="DM Sans"/>
              <a:buNone/>
              <a:defRPr b="1">
                <a:latin typeface="DM Sans"/>
                <a:ea typeface="DM Sans"/>
                <a:cs typeface="DM Sans"/>
                <a:sym typeface="DM Sans"/>
              </a:defRPr>
            </a:lvl5pPr>
            <a:lvl6pPr lvl="5" rtl="0">
              <a:lnSpc>
                <a:spcPct val="115000"/>
              </a:lnSpc>
              <a:spcBef>
                <a:spcPts val="0"/>
              </a:spcBef>
              <a:spcAft>
                <a:spcPts val="0"/>
              </a:spcAft>
              <a:buSzPts val="1400"/>
              <a:buFont typeface="DM Sans"/>
              <a:buNone/>
              <a:defRPr b="1">
                <a:latin typeface="DM Sans"/>
                <a:ea typeface="DM Sans"/>
                <a:cs typeface="DM Sans"/>
                <a:sym typeface="DM Sans"/>
              </a:defRPr>
            </a:lvl6pPr>
            <a:lvl7pPr lvl="6" rtl="0">
              <a:lnSpc>
                <a:spcPct val="115000"/>
              </a:lnSpc>
              <a:spcBef>
                <a:spcPts val="0"/>
              </a:spcBef>
              <a:spcAft>
                <a:spcPts val="0"/>
              </a:spcAft>
              <a:buSzPts val="1400"/>
              <a:buFont typeface="DM Sans"/>
              <a:buNone/>
              <a:defRPr b="1">
                <a:latin typeface="DM Sans"/>
                <a:ea typeface="DM Sans"/>
                <a:cs typeface="DM Sans"/>
                <a:sym typeface="DM Sans"/>
              </a:defRPr>
            </a:lvl7pPr>
            <a:lvl8pPr lvl="7" rtl="0">
              <a:lnSpc>
                <a:spcPct val="115000"/>
              </a:lnSpc>
              <a:spcBef>
                <a:spcPts val="0"/>
              </a:spcBef>
              <a:spcAft>
                <a:spcPts val="0"/>
              </a:spcAft>
              <a:buSzPts val="1400"/>
              <a:buFont typeface="DM Sans"/>
              <a:buNone/>
              <a:defRPr b="1">
                <a:latin typeface="DM Sans"/>
                <a:ea typeface="DM Sans"/>
                <a:cs typeface="DM Sans"/>
                <a:sym typeface="DM Sans"/>
              </a:defRPr>
            </a:lvl8pPr>
            <a:lvl9pPr lvl="8" rtl="0">
              <a:lnSpc>
                <a:spcPct val="115000"/>
              </a:lnSpc>
              <a:spcBef>
                <a:spcPts val="0"/>
              </a:spcBef>
              <a:spcAft>
                <a:spcPts val="0"/>
              </a:spcAft>
              <a:buSzPts val="1400"/>
              <a:buFont typeface="DM Sans"/>
              <a:buNone/>
              <a:defRPr b="1">
                <a:latin typeface="DM Sans"/>
                <a:ea typeface="DM Sans"/>
                <a:cs typeface="DM Sans"/>
                <a:sym typeface="DM Sans"/>
              </a:defRPr>
            </a:lvl9pPr>
          </a:lstStyle>
          <a:p/>
        </p:txBody>
      </p:sp>
      <p:grpSp>
        <p:nvGrpSpPr>
          <p:cNvPr id="69" name="Google Shape;69;p5"/>
          <p:cNvGrpSpPr/>
          <p:nvPr/>
        </p:nvGrpSpPr>
        <p:grpSpPr>
          <a:xfrm>
            <a:off x="-52476" y="-985"/>
            <a:ext cx="9351589" cy="5550649"/>
            <a:chOff x="-52476" y="-985"/>
            <a:chExt cx="9351589" cy="5550649"/>
          </a:xfrm>
        </p:grpSpPr>
        <p:sp>
          <p:nvSpPr>
            <p:cNvPr id="70" name="Google Shape;70;p5"/>
            <p:cNvSpPr/>
            <p:nvPr/>
          </p:nvSpPr>
          <p:spPr>
            <a:xfrm rot="5400000">
              <a:off x="7400543" y="3651094"/>
              <a:ext cx="3089581" cy="707559"/>
            </a:xfrm>
            <a:custGeom>
              <a:rect b="b" l="l" r="r" t="t"/>
              <a:pathLst>
                <a:path extrusionOk="0" h="448532" w="1958530">
                  <a:moveTo>
                    <a:pt x="0" y="0"/>
                  </a:moveTo>
                  <a:cubicBezTo>
                    <a:pt x="164211" y="259080"/>
                    <a:pt x="476345" y="448532"/>
                    <a:pt x="774287" y="448532"/>
                  </a:cubicBezTo>
                  <a:lnTo>
                    <a:pt x="1329118" y="448532"/>
                  </a:lnTo>
                  <a:cubicBezTo>
                    <a:pt x="1619345" y="448532"/>
                    <a:pt x="1867662" y="260318"/>
                    <a:pt x="1958531" y="0"/>
                  </a:cubicBezTo>
                  <a:lnTo>
                    <a:pt x="95"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 name="Google Shape;71;p5"/>
            <p:cNvSpPr/>
            <p:nvPr/>
          </p:nvSpPr>
          <p:spPr>
            <a:xfrm flipH="1" rot="10800000">
              <a:off x="-52476" y="-985"/>
              <a:ext cx="1011333" cy="1352000"/>
            </a:xfrm>
            <a:custGeom>
              <a:rect b="b" l="l" r="r" t="t"/>
              <a:pathLst>
                <a:path extrusionOk="0" h="1046035" w="782463">
                  <a:moveTo>
                    <a:pt x="655034" y="532734"/>
                  </a:moveTo>
                  <a:cubicBezTo>
                    <a:pt x="571214" y="260223"/>
                    <a:pt x="286226" y="33433"/>
                    <a:pt x="0" y="0"/>
                  </a:cubicBezTo>
                  <a:lnTo>
                    <a:pt x="0" y="1046036"/>
                  </a:lnTo>
                  <a:lnTo>
                    <a:pt x="781717" y="1046036"/>
                  </a:lnTo>
                  <a:cubicBezTo>
                    <a:pt x="784955" y="990886"/>
                    <a:pt x="777716" y="931641"/>
                    <a:pt x="758857" y="870109"/>
                  </a:cubicBezTo>
                  <a:lnTo>
                    <a:pt x="655130" y="532638"/>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2" name="Google Shape;72;p5"/>
          <p:cNvGrpSpPr/>
          <p:nvPr/>
        </p:nvGrpSpPr>
        <p:grpSpPr>
          <a:xfrm>
            <a:off x="-551471" y="-248595"/>
            <a:ext cx="10150188" cy="5435469"/>
            <a:chOff x="-551471" y="-248595"/>
            <a:chExt cx="10150188" cy="5435469"/>
          </a:xfrm>
        </p:grpSpPr>
        <p:sp>
          <p:nvSpPr>
            <p:cNvPr id="73" name="Google Shape;73;p5"/>
            <p:cNvSpPr/>
            <p:nvPr/>
          </p:nvSpPr>
          <p:spPr>
            <a:xfrm rot="5400000">
              <a:off x="7444710" y="3032868"/>
              <a:ext cx="3501886" cy="806128"/>
            </a:xfrm>
            <a:custGeom>
              <a:rect b="b" l="l" r="r" t="t"/>
              <a:pathLst>
                <a:path extrusionOk="0" h="511016" w="2219896">
                  <a:moveTo>
                    <a:pt x="1505617" y="511016"/>
                  </a:moveTo>
                  <a:lnTo>
                    <a:pt x="877919" y="511016"/>
                  </a:lnTo>
                  <a:cubicBezTo>
                    <a:pt x="714089" y="511016"/>
                    <a:pt x="542544" y="461201"/>
                    <a:pt x="382048" y="366903"/>
                  </a:cubicBezTo>
                  <a:cubicBezTo>
                    <a:pt x="226886" y="275749"/>
                    <a:pt x="91154" y="146399"/>
                    <a:pt x="0" y="2572"/>
                  </a:cubicBezTo>
                  <a:lnTo>
                    <a:pt x="4000" y="0"/>
                  </a:lnTo>
                  <a:cubicBezTo>
                    <a:pt x="94774" y="143256"/>
                    <a:pt x="229838" y="272034"/>
                    <a:pt x="384429" y="362807"/>
                  </a:cubicBezTo>
                  <a:cubicBezTo>
                    <a:pt x="544259" y="456629"/>
                    <a:pt x="714851" y="506254"/>
                    <a:pt x="877919" y="506254"/>
                  </a:cubicBezTo>
                  <a:lnTo>
                    <a:pt x="1505617" y="506254"/>
                  </a:lnTo>
                  <a:cubicBezTo>
                    <a:pt x="1824609" y="506254"/>
                    <a:pt x="2109883" y="302990"/>
                    <a:pt x="2215420" y="476"/>
                  </a:cubicBezTo>
                  <a:lnTo>
                    <a:pt x="2219897" y="2000"/>
                  </a:lnTo>
                  <a:cubicBezTo>
                    <a:pt x="2113693" y="306419"/>
                    <a:pt x="1826705" y="511016"/>
                    <a:pt x="1505617" y="511016"/>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 name="Google Shape;74;p5"/>
            <p:cNvSpPr/>
            <p:nvPr/>
          </p:nvSpPr>
          <p:spPr>
            <a:xfrm flipH="1" rot="10800000">
              <a:off x="-551471" y="-248595"/>
              <a:ext cx="1261935" cy="1959953"/>
            </a:xfrm>
            <a:custGeom>
              <a:rect b="b" l="l" r="r" t="t"/>
              <a:pathLst>
                <a:path extrusionOk="0" h="1351692" w="870300">
                  <a:moveTo>
                    <a:pt x="865632" y="1351598"/>
                  </a:moveTo>
                  <a:lnTo>
                    <a:pt x="860870" y="1351026"/>
                  </a:lnTo>
                  <a:cubicBezTo>
                    <a:pt x="869918" y="1282351"/>
                    <a:pt x="865727" y="1209580"/>
                    <a:pt x="848582" y="1134713"/>
                  </a:cubicBezTo>
                  <a:lnTo>
                    <a:pt x="751808" y="712756"/>
                  </a:lnTo>
                  <a:cubicBezTo>
                    <a:pt x="674560" y="376238"/>
                    <a:pt x="351377" y="71819"/>
                    <a:pt x="0" y="4667"/>
                  </a:cubicBezTo>
                  <a:lnTo>
                    <a:pt x="857" y="0"/>
                  </a:lnTo>
                  <a:cubicBezTo>
                    <a:pt x="354044" y="67437"/>
                    <a:pt x="678847" y="373475"/>
                    <a:pt x="756476" y="711708"/>
                  </a:cubicBezTo>
                  <a:lnTo>
                    <a:pt x="853250" y="1133666"/>
                  </a:lnTo>
                  <a:cubicBezTo>
                    <a:pt x="870585" y="1209104"/>
                    <a:pt x="874681" y="1282446"/>
                    <a:pt x="865632" y="135169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5" name="Google Shape;75;p5"/>
          <p:cNvGrpSpPr/>
          <p:nvPr/>
        </p:nvGrpSpPr>
        <p:grpSpPr>
          <a:xfrm>
            <a:off x="115335" y="-392531"/>
            <a:ext cx="8599372" cy="5852349"/>
            <a:chOff x="2944261" y="1556194"/>
            <a:chExt cx="8599372" cy="5852349"/>
          </a:xfrm>
        </p:grpSpPr>
        <p:sp>
          <p:nvSpPr>
            <p:cNvPr id="76" name="Google Shape;76;p5"/>
            <p:cNvSpPr/>
            <p:nvPr/>
          </p:nvSpPr>
          <p:spPr>
            <a:xfrm>
              <a:off x="2944261" y="2753625"/>
              <a:ext cx="205168" cy="205168"/>
            </a:xfrm>
            <a:custGeom>
              <a:rect b="b" l="l" r="r" t="t"/>
              <a:pathLst>
                <a:path extrusionOk="0" h="205168" w="205168">
                  <a:moveTo>
                    <a:pt x="102584" y="205169"/>
                  </a:moveTo>
                  <a:cubicBezTo>
                    <a:pt x="46006" y="205169"/>
                    <a:pt x="0" y="159163"/>
                    <a:pt x="0" y="102584"/>
                  </a:cubicBezTo>
                  <a:cubicBezTo>
                    <a:pt x="0" y="46006"/>
                    <a:pt x="46006" y="0"/>
                    <a:pt x="102584" y="0"/>
                  </a:cubicBezTo>
                  <a:cubicBezTo>
                    <a:pt x="159163" y="0"/>
                    <a:pt x="205168" y="46006"/>
                    <a:pt x="205168" y="102584"/>
                  </a:cubicBezTo>
                  <a:cubicBezTo>
                    <a:pt x="205168" y="159163"/>
                    <a:pt x="159163" y="205169"/>
                    <a:pt x="102584" y="205169"/>
                  </a:cubicBezTo>
                  <a:close/>
                  <a:moveTo>
                    <a:pt x="102584" y="4667"/>
                  </a:moveTo>
                  <a:cubicBezTo>
                    <a:pt x="48578" y="4667"/>
                    <a:pt x="4763" y="48577"/>
                    <a:pt x="4763" y="102489"/>
                  </a:cubicBezTo>
                  <a:cubicBezTo>
                    <a:pt x="4763" y="156400"/>
                    <a:pt x="48673" y="200311"/>
                    <a:pt x="102584" y="200311"/>
                  </a:cubicBezTo>
                  <a:cubicBezTo>
                    <a:pt x="156496" y="200311"/>
                    <a:pt x="200406" y="156400"/>
                    <a:pt x="200406" y="102489"/>
                  </a:cubicBezTo>
                  <a:cubicBezTo>
                    <a:pt x="200406" y="48577"/>
                    <a:pt x="156496" y="4667"/>
                    <a:pt x="102584" y="4667"/>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 name="Google Shape;77;p5"/>
            <p:cNvSpPr/>
            <p:nvPr/>
          </p:nvSpPr>
          <p:spPr>
            <a:xfrm>
              <a:off x="10864881" y="1556194"/>
              <a:ext cx="678751" cy="678751"/>
            </a:xfrm>
            <a:custGeom>
              <a:rect b="b" l="l" r="r" t="t"/>
              <a:pathLst>
                <a:path extrusionOk="0" h="678751" w="678751">
                  <a:moveTo>
                    <a:pt x="339376" y="678752"/>
                  </a:moveTo>
                  <a:cubicBezTo>
                    <a:pt x="152305" y="678752"/>
                    <a:pt x="0" y="526542"/>
                    <a:pt x="0" y="339376"/>
                  </a:cubicBezTo>
                  <a:cubicBezTo>
                    <a:pt x="0" y="152210"/>
                    <a:pt x="152210" y="0"/>
                    <a:pt x="339376" y="0"/>
                  </a:cubicBezTo>
                  <a:cubicBezTo>
                    <a:pt x="526542" y="0"/>
                    <a:pt x="678752" y="152210"/>
                    <a:pt x="678752" y="339376"/>
                  </a:cubicBezTo>
                  <a:cubicBezTo>
                    <a:pt x="678752" y="526542"/>
                    <a:pt x="526542" y="678752"/>
                    <a:pt x="339376" y="678752"/>
                  </a:cubicBezTo>
                  <a:close/>
                  <a:moveTo>
                    <a:pt x="339376" y="4858"/>
                  </a:moveTo>
                  <a:cubicBezTo>
                    <a:pt x="154877" y="4858"/>
                    <a:pt x="4763" y="154972"/>
                    <a:pt x="4763" y="339471"/>
                  </a:cubicBezTo>
                  <a:cubicBezTo>
                    <a:pt x="4763" y="523970"/>
                    <a:pt x="154877" y="674084"/>
                    <a:pt x="339376" y="674084"/>
                  </a:cubicBezTo>
                  <a:cubicBezTo>
                    <a:pt x="523875" y="674084"/>
                    <a:pt x="673989" y="523970"/>
                    <a:pt x="673989" y="339471"/>
                  </a:cubicBezTo>
                  <a:cubicBezTo>
                    <a:pt x="673989" y="154972"/>
                    <a:pt x="523875" y="4858"/>
                    <a:pt x="339376" y="4858"/>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 name="Google Shape;78;p5"/>
            <p:cNvSpPr/>
            <p:nvPr/>
          </p:nvSpPr>
          <p:spPr>
            <a:xfrm>
              <a:off x="3179526" y="6654069"/>
              <a:ext cx="205168" cy="205263"/>
            </a:xfrm>
            <a:custGeom>
              <a:rect b="b" l="l" r="r" t="t"/>
              <a:pathLst>
                <a:path extrusionOk="0" h="205263" w="205168">
                  <a:moveTo>
                    <a:pt x="102584" y="205264"/>
                  </a:moveTo>
                  <a:cubicBezTo>
                    <a:pt x="46006" y="205264"/>
                    <a:pt x="0" y="159258"/>
                    <a:pt x="0" y="102679"/>
                  </a:cubicBezTo>
                  <a:cubicBezTo>
                    <a:pt x="0" y="46101"/>
                    <a:pt x="46006" y="0"/>
                    <a:pt x="102584" y="0"/>
                  </a:cubicBezTo>
                  <a:cubicBezTo>
                    <a:pt x="159163" y="0"/>
                    <a:pt x="205168" y="46006"/>
                    <a:pt x="205168" y="102679"/>
                  </a:cubicBezTo>
                  <a:cubicBezTo>
                    <a:pt x="205168" y="159353"/>
                    <a:pt x="159163" y="205264"/>
                    <a:pt x="102584" y="205264"/>
                  </a:cubicBezTo>
                  <a:close/>
                  <a:moveTo>
                    <a:pt x="102584" y="4763"/>
                  </a:moveTo>
                  <a:cubicBezTo>
                    <a:pt x="48577" y="4763"/>
                    <a:pt x="4763" y="48673"/>
                    <a:pt x="4763" y="102679"/>
                  </a:cubicBezTo>
                  <a:cubicBezTo>
                    <a:pt x="4763" y="156686"/>
                    <a:pt x="48673" y="200501"/>
                    <a:pt x="102584" y="200501"/>
                  </a:cubicBezTo>
                  <a:cubicBezTo>
                    <a:pt x="156496" y="200501"/>
                    <a:pt x="200406" y="156591"/>
                    <a:pt x="200406" y="102679"/>
                  </a:cubicBezTo>
                  <a:cubicBezTo>
                    <a:pt x="200406" y="48768"/>
                    <a:pt x="156496" y="4763"/>
                    <a:pt x="102584"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 name="Google Shape;79;p5"/>
            <p:cNvSpPr/>
            <p:nvPr/>
          </p:nvSpPr>
          <p:spPr>
            <a:xfrm>
              <a:off x="9469936" y="6968870"/>
              <a:ext cx="439674" cy="439673"/>
            </a:xfrm>
            <a:custGeom>
              <a:rect b="b" l="l" r="r" t="t"/>
              <a:pathLst>
                <a:path extrusionOk="0" h="439673" w="439674">
                  <a:moveTo>
                    <a:pt x="219837" y="439674"/>
                  </a:moveTo>
                  <a:cubicBezTo>
                    <a:pt x="98584" y="439674"/>
                    <a:pt x="0" y="341090"/>
                    <a:pt x="0" y="219837"/>
                  </a:cubicBezTo>
                  <a:cubicBezTo>
                    <a:pt x="0" y="98584"/>
                    <a:pt x="98584" y="0"/>
                    <a:pt x="219837" y="0"/>
                  </a:cubicBezTo>
                  <a:cubicBezTo>
                    <a:pt x="341090" y="0"/>
                    <a:pt x="439674" y="98584"/>
                    <a:pt x="439674" y="219837"/>
                  </a:cubicBezTo>
                  <a:cubicBezTo>
                    <a:pt x="439674" y="341090"/>
                    <a:pt x="341090" y="439674"/>
                    <a:pt x="219837" y="439674"/>
                  </a:cubicBezTo>
                  <a:close/>
                  <a:moveTo>
                    <a:pt x="219837" y="4763"/>
                  </a:moveTo>
                  <a:cubicBezTo>
                    <a:pt x="101251" y="4763"/>
                    <a:pt x="4763" y="101251"/>
                    <a:pt x="4763" y="219837"/>
                  </a:cubicBezTo>
                  <a:cubicBezTo>
                    <a:pt x="4763" y="338423"/>
                    <a:pt x="101251" y="434911"/>
                    <a:pt x="219837" y="434911"/>
                  </a:cubicBezTo>
                  <a:cubicBezTo>
                    <a:pt x="338424" y="434911"/>
                    <a:pt x="434912" y="338423"/>
                    <a:pt x="434912" y="219837"/>
                  </a:cubicBezTo>
                  <a:cubicBezTo>
                    <a:pt x="434912" y="101251"/>
                    <a:pt x="338424" y="4763"/>
                    <a:pt x="219837"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80" name="Shape 80"/>
        <p:cNvGrpSpPr/>
        <p:nvPr/>
      </p:nvGrpSpPr>
      <p:grpSpPr>
        <a:xfrm>
          <a:off x="0" y="0"/>
          <a:ext cx="0" cy="0"/>
          <a:chOff x="0" y="0"/>
          <a:chExt cx="0" cy="0"/>
        </a:xfrm>
      </p:grpSpPr>
      <p:sp>
        <p:nvSpPr>
          <p:cNvPr id="81" name="Google Shape;81;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82" name="Google Shape;82;p6"/>
          <p:cNvGrpSpPr/>
          <p:nvPr/>
        </p:nvGrpSpPr>
        <p:grpSpPr>
          <a:xfrm>
            <a:off x="-1520433" y="-168051"/>
            <a:ext cx="10663619" cy="5312335"/>
            <a:chOff x="-1520433" y="-168051"/>
            <a:chExt cx="10663619" cy="5312335"/>
          </a:xfrm>
        </p:grpSpPr>
        <p:sp>
          <p:nvSpPr>
            <p:cNvPr id="83" name="Google Shape;83;p6"/>
            <p:cNvSpPr/>
            <p:nvPr/>
          </p:nvSpPr>
          <p:spPr>
            <a:xfrm>
              <a:off x="8069350" y="0"/>
              <a:ext cx="1073836" cy="2570922"/>
            </a:xfrm>
            <a:custGeom>
              <a:rect b="b" l="l" r="r" t="t"/>
              <a:pathLst>
                <a:path extrusionOk="0" h="2727769" w="1164050">
                  <a:moveTo>
                    <a:pt x="1164051" y="0"/>
                  </a:moveTo>
                  <a:lnTo>
                    <a:pt x="0" y="0"/>
                  </a:lnTo>
                  <a:lnTo>
                    <a:pt x="1164051" y="2727770"/>
                  </a:lnTo>
                  <a:lnTo>
                    <a:pt x="1164051"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 name="Google Shape;84;p6"/>
            <p:cNvSpPr/>
            <p:nvPr/>
          </p:nvSpPr>
          <p:spPr>
            <a:xfrm>
              <a:off x="-29700" y="3739403"/>
              <a:ext cx="1397173" cy="1404881"/>
            </a:xfrm>
            <a:custGeom>
              <a:rect b="b" l="l" r="r" t="t"/>
              <a:pathLst>
                <a:path extrusionOk="0" h="2381154" w="1016126">
                  <a:moveTo>
                    <a:pt x="0" y="2381155"/>
                  </a:moveTo>
                  <a:lnTo>
                    <a:pt x="1016127" y="2381155"/>
                  </a:lnTo>
                  <a:lnTo>
                    <a:pt x="0" y="0"/>
                  </a:lnTo>
                  <a:lnTo>
                    <a:pt x="0" y="2381155"/>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 name="Google Shape;85;p6"/>
            <p:cNvSpPr/>
            <p:nvPr/>
          </p:nvSpPr>
          <p:spPr>
            <a:xfrm>
              <a:off x="-1520433" y="-168051"/>
              <a:ext cx="3089581" cy="707559"/>
            </a:xfrm>
            <a:custGeom>
              <a:rect b="b" l="l" r="r" t="t"/>
              <a:pathLst>
                <a:path extrusionOk="0" h="448532" w="1958530">
                  <a:moveTo>
                    <a:pt x="0" y="0"/>
                  </a:moveTo>
                  <a:cubicBezTo>
                    <a:pt x="164211" y="259080"/>
                    <a:pt x="476345" y="448532"/>
                    <a:pt x="774287" y="448532"/>
                  </a:cubicBezTo>
                  <a:lnTo>
                    <a:pt x="1329118" y="448532"/>
                  </a:lnTo>
                  <a:cubicBezTo>
                    <a:pt x="1619345" y="448532"/>
                    <a:pt x="1867662" y="260318"/>
                    <a:pt x="1958531" y="0"/>
                  </a:cubicBezTo>
                  <a:lnTo>
                    <a:pt x="95"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6" name="Google Shape;86;p6"/>
          <p:cNvGrpSpPr/>
          <p:nvPr/>
        </p:nvGrpSpPr>
        <p:grpSpPr>
          <a:xfrm>
            <a:off x="-2295527" y="-694628"/>
            <a:ext cx="11660698" cy="7295308"/>
            <a:chOff x="-2295527" y="-694628"/>
            <a:chExt cx="11660698" cy="7295308"/>
          </a:xfrm>
        </p:grpSpPr>
        <p:sp>
          <p:nvSpPr>
            <p:cNvPr id="87" name="Google Shape;87;p6"/>
            <p:cNvSpPr/>
            <p:nvPr/>
          </p:nvSpPr>
          <p:spPr>
            <a:xfrm rot="-708899">
              <a:off x="8858187" y="-745134"/>
              <a:ext cx="9537" cy="4860013"/>
            </a:xfrm>
            <a:custGeom>
              <a:rect b="b" l="l" r="r" t="t"/>
              <a:pathLst>
                <a:path extrusionOk="0" h="4854131" w="9525">
                  <a:moveTo>
                    <a:pt x="0" y="0"/>
                  </a:moveTo>
                  <a:lnTo>
                    <a:pt x="9525" y="0"/>
                  </a:lnTo>
                  <a:lnTo>
                    <a:pt x="9525" y="4854131"/>
                  </a:lnTo>
                  <a:lnTo>
                    <a:pt x="0" y="4854131"/>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 name="Google Shape;88;p6"/>
            <p:cNvSpPr/>
            <p:nvPr/>
          </p:nvSpPr>
          <p:spPr>
            <a:xfrm rot="-2274005">
              <a:off x="875967" y="3183627"/>
              <a:ext cx="9535" cy="3816619"/>
            </a:xfrm>
            <a:custGeom>
              <a:rect b="b" l="l" r="r" t="t"/>
              <a:pathLst>
                <a:path extrusionOk="0" h="3812190" w="9524">
                  <a:moveTo>
                    <a:pt x="0" y="0"/>
                  </a:moveTo>
                  <a:lnTo>
                    <a:pt x="9525" y="0"/>
                  </a:lnTo>
                  <a:lnTo>
                    <a:pt x="9525" y="3812190"/>
                  </a:lnTo>
                  <a:lnTo>
                    <a:pt x="0" y="3812190"/>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 name="Google Shape;89;p6"/>
            <p:cNvSpPr/>
            <p:nvPr/>
          </p:nvSpPr>
          <p:spPr>
            <a:xfrm>
              <a:off x="-2295527" y="-467655"/>
              <a:ext cx="3501886" cy="806128"/>
            </a:xfrm>
            <a:custGeom>
              <a:rect b="b" l="l" r="r" t="t"/>
              <a:pathLst>
                <a:path extrusionOk="0" h="511016" w="2219896">
                  <a:moveTo>
                    <a:pt x="1505617" y="511016"/>
                  </a:moveTo>
                  <a:lnTo>
                    <a:pt x="877919" y="511016"/>
                  </a:lnTo>
                  <a:cubicBezTo>
                    <a:pt x="714089" y="511016"/>
                    <a:pt x="542544" y="461201"/>
                    <a:pt x="382048" y="366903"/>
                  </a:cubicBezTo>
                  <a:cubicBezTo>
                    <a:pt x="226886" y="275749"/>
                    <a:pt x="91154" y="146399"/>
                    <a:pt x="0" y="2572"/>
                  </a:cubicBezTo>
                  <a:lnTo>
                    <a:pt x="4000" y="0"/>
                  </a:lnTo>
                  <a:cubicBezTo>
                    <a:pt x="94774" y="143256"/>
                    <a:pt x="229838" y="272034"/>
                    <a:pt x="384429" y="362807"/>
                  </a:cubicBezTo>
                  <a:cubicBezTo>
                    <a:pt x="544259" y="456629"/>
                    <a:pt x="714851" y="506254"/>
                    <a:pt x="877919" y="506254"/>
                  </a:cubicBezTo>
                  <a:lnTo>
                    <a:pt x="1505617" y="506254"/>
                  </a:lnTo>
                  <a:cubicBezTo>
                    <a:pt x="1824609" y="506254"/>
                    <a:pt x="2109883" y="302990"/>
                    <a:pt x="2215420" y="476"/>
                  </a:cubicBezTo>
                  <a:lnTo>
                    <a:pt x="2219897" y="2000"/>
                  </a:lnTo>
                  <a:cubicBezTo>
                    <a:pt x="2113693" y="306419"/>
                    <a:pt x="1826705" y="511016"/>
                    <a:pt x="1505617" y="511016"/>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0" name="Google Shape;90;p6"/>
            <p:cNvGrpSpPr/>
            <p:nvPr/>
          </p:nvGrpSpPr>
          <p:grpSpPr>
            <a:xfrm>
              <a:off x="610635" y="-396431"/>
              <a:ext cx="7084897" cy="5776149"/>
              <a:chOff x="2944261" y="1632394"/>
              <a:chExt cx="7084897" cy="5776149"/>
            </a:xfrm>
          </p:grpSpPr>
          <p:sp>
            <p:nvSpPr>
              <p:cNvPr id="91" name="Google Shape;91;p6"/>
              <p:cNvSpPr/>
              <p:nvPr/>
            </p:nvSpPr>
            <p:spPr>
              <a:xfrm>
                <a:off x="2944261" y="2753625"/>
                <a:ext cx="205168" cy="205168"/>
              </a:xfrm>
              <a:custGeom>
                <a:rect b="b" l="l" r="r" t="t"/>
                <a:pathLst>
                  <a:path extrusionOk="0" h="205168" w="205168">
                    <a:moveTo>
                      <a:pt x="102584" y="205169"/>
                    </a:moveTo>
                    <a:cubicBezTo>
                      <a:pt x="46006" y="205169"/>
                      <a:pt x="0" y="159163"/>
                      <a:pt x="0" y="102584"/>
                    </a:cubicBezTo>
                    <a:cubicBezTo>
                      <a:pt x="0" y="46006"/>
                      <a:pt x="46006" y="0"/>
                      <a:pt x="102584" y="0"/>
                    </a:cubicBezTo>
                    <a:cubicBezTo>
                      <a:pt x="159163" y="0"/>
                      <a:pt x="205168" y="46006"/>
                      <a:pt x="205168" y="102584"/>
                    </a:cubicBezTo>
                    <a:cubicBezTo>
                      <a:pt x="205168" y="159163"/>
                      <a:pt x="159163" y="205169"/>
                      <a:pt x="102584" y="205169"/>
                    </a:cubicBezTo>
                    <a:close/>
                    <a:moveTo>
                      <a:pt x="102584" y="4667"/>
                    </a:moveTo>
                    <a:cubicBezTo>
                      <a:pt x="48578" y="4667"/>
                      <a:pt x="4763" y="48577"/>
                      <a:pt x="4763" y="102489"/>
                    </a:cubicBezTo>
                    <a:cubicBezTo>
                      <a:pt x="4763" y="156400"/>
                      <a:pt x="48673" y="200311"/>
                      <a:pt x="102584" y="200311"/>
                    </a:cubicBezTo>
                    <a:cubicBezTo>
                      <a:pt x="156496" y="200311"/>
                      <a:pt x="200406" y="156400"/>
                      <a:pt x="200406" y="102489"/>
                    </a:cubicBezTo>
                    <a:cubicBezTo>
                      <a:pt x="200406" y="48577"/>
                      <a:pt x="156496" y="4667"/>
                      <a:pt x="102584" y="4667"/>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 name="Google Shape;92;p6"/>
              <p:cNvSpPr/>
              <p:nvPr/>
            </p:nvSpPr>
            <p:spPr>
              <a:xfrm>
                <a:off x="9350406" y="1632394"/>
                <a:ext cx="678751" cy="678751"/>
              </a:xfrm>
              <a:custGeom>
                <a:rect b="b" l="l" r="r" t="t"/>
                <a:pathLst>
                  <a:path extrusionOk="0" h="678751" w="678751">
                    <a:moveTo>
                      <a:pt x="339376" y="678752"/>
                    </a:moveTo>
                    <a:cubicBezTo>
                      <a:pt x="152305" y="678752"/>
                      <a:pt x="0" y="526542"/>
                      <a:pt x="0" y="339376"/>
                    </a:cubicBezTo>
                    <a:cubicBezTo>
                      <a:pt x="0" y="152210"/>
                      <a:pt x="152210" y="0"/>
                      <a:pt x="339376" y="0"/>
                    </a:cubicBezTo>
                    <a:cubicBezTo>
                      <a:pt x="526542" y="0"/>
                      <a:pt x="678752" y="152210"/>
                      <a:pt x="678752" y="339376"/>
                    </a:cubicBezTo>
                    <a:cubicBezTo>
                      <a:pt x="678752" y="526542"/>
                      <a:pt x="526542" y="678752"/>
                      <a:pt x="339376" y="678752"/>
                    </a:cubicBezTo>
                    <a:close/>
                    <a:moveTo>
                      <a:pt x="339376" y="4858"/>
                    </a:moveTo>
                    <a:cubicBezTo>
                      <a:pt x="154877" y="4858"/>
                      <a:pt x="4763" y="154972"/>
                      <a:pt x="4763" y="339471"/>
                    </a:cubicBezTo>
                    <a:cubicBezTo>
                      <a:pt x="4763" y="523970"/>
                      <a:pt x="154877" y="674084"/>
                      <a:pt x="339376" y="674084"/>
                    </a:cubicBezTo>
                    <a:cubicBezTo>
                      <a:pt x="523875" y="674084"/>
                      <a:pt x="673989" y="523970"/>
                      <a:pt x="673989" y="339471"/>
                    </a:cubicBezTo>
                    <a:cubicBezTo>
                      <a:pt x="673989" y="154972"/>
                      <a:pt x="523875" y="4858"/>
                      <a:pt x="339376" y="4858"/>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 name="Google Shape;93;p6"/>
              <p:cNvSpPr/>
              <p:nvPr/>
            </p:nvSpPr>
            <p:spPr>
              <a:xfrm>
                <a:off x="4615364" y="6815994"/>
                <a:ext cx="205168" cy="205263"/>
              </a:xfrm>
              <a:custGeom>
                <a:rect b="b" l="l" r="r" t="t"/>
                <a:pathLst>
                  <a:path extrusionOk="0" h="205263" w="205168">
                    <a:moveTo>
                      <a:pt x="102584" y="205264"/>
                    </a:moveTo>
                    <a:cubicBezTo>
                      <a:pt x="46006" y="205264"/>
                      <a:pt x="0" y="159258"/>
                      <a:pt x="0" y="102679"/>
                    </a:cubicBezTo>
                    <a:cubicBezTo>
                      <a:pt x="0" y="46101"/>
                      <a:pt x="46006" y="0"/>
                      <a:pt x="102584" y="0"/>
                    </a:cubicBezTo>
                    <a:cubicBezTo>
                      <a:pt x="159163" y="0"/>
                      <a:pt x="205168" y="46006"/>
                      <a:pt x="205168" y="102679"/>
                    </a:cubicBezTo>
                    <a:cubicBezTo>
                      <a:pt x="205168" y="159353"/>
                      <a:pt x="159163" y="205264"/>
                      <a:pt x="102584" y="205264"/>
                    </a:cubicBezTo>
                    <a:close/>
                    <a:moveTo>
                      <a:pt x="102584" y="4763"/>
                    </a:moveTo>
                    <a:cubicBezTo>
                      <a:pt x="48577" y="4763"/>
                      <a:pt x="4763" y="48673"/>
                      <a:pt x="4763" y="102679"/>
                    </a:cubicBezTo>
                    <a:cubicBezTo>
                      <a:pt x="4763" y="156686"/>
                      <a:pt x="48673" y="200501"/>
                      <a:pt x="102584" y="200501"/>
                    </a:cubicBezTo>
                    <a:cubicBezTo>
                      <a:pt x="156496" y="200501"/>
                      <a:pt x="200406" y="156591"/>
                      <a:pt x="200406" y="102679"/>
                    </a:cubicBezTo>
                    <a:cubicBezTo>
                      <a:pt x="200406" y="48768"/>
                      <a:pt x="156496" y="4763"/>
                      <a:pt x="102584"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 name="Google Shape;94;p6"/>
              <p:cNvSpPr/>
              <p:nvPr/>
            </p:nvSpPr>
            <p:spPr>
              <a:xfrm>
                <a:off x="9469936" y="6968870"/>
                <a:ext cx="439674" cy="439673"/>
              </a:xfrm>
              <a:custGeom>
                <a:rect b="b" l="l" r="r" t="t"/>
                <a:pathLst>
                  <a:path extrusionOk="0" h="439673" w="439674">
                    <a:moveTo>
                      <a:pt x="219837" y="439674"/>
                    </a:moveTo>
                    <a:cubicBezTo>
                      <a:pt x="98584" y="439674"/>
                      <a:pt x="0" y="341090"/>
                      <a:pt x="0" y="219837"/>
                    </a:cubicBezTo>
                    <a:cubicBezTo>
                      <a:pt x="0" y="98584"/>
                      <a:pt x="98584" y="0"/>
                      <a:pt x="219837" y="0"/>
                    </a:cubicBezTo>
                    <a:cubicBezTo>
                      <a:pt x="341090" y="0"/>
                      <a:pt x="439674" y="98584"/>
                      <a:pt x="439674" y="219837"/>
                    </a:cubicBezTo>
                    <a:cubicBezTo>
                      <a:pt x="439674" y="341090"/>
                      <a:pt x="341090" y="439674"/>
                      <a:pt x="219837" y="439674"/>
                    </a:cubicBezTo>
                    <a:close/>
                    <a:moveTo>
                      <a:pt x="219837" y="4763"/>
                    </a:moveTo>
                    <a:cubicBezTo>
                      <a:pt x="101251" y="4763"/>
                      <a:pt x="4763" y="101251"/>
                      <a:pt x="4763" y="219837"/>
                    </a:cubicBezTo>
                    <a:cubicBezTo>
                      <a:pt x="4763" y="338423"/>
                      <a:pt x="101251" y="434911"/>
                      <a:pt x="219837" y="434911"/>
                    </a:cubicBezTo>
                    <a:cubicBezTo>
                      <a:pt x="338424" y="434911"/>
                      <a:pt x="434912" y="338423"/>
                      <a:pt x="434912" y="219837"/>
                    </a:cubicBezTo>
                    <a:cubicBezTo>
                      <a:pt x="434912" y="101251"/>
                      <a:pt x="338424" y="4763"/>
                      <a:pt x="219837"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95" name="Shape 95"/>
        <p:cNvGrpSpPr/>
        <p:nvPr/>
      </p:nvGrpSpPr>
      <p:grpSpPr>
        <a:xfrm>
          <a:off x="0" y="0"/>
          <a:ext cx="0" cy="0"/>
          <a:chOff x="0" y="0"/>
          <a:chExt cx="0" cy="0"/>
        </a:xfrm>
      </p:grpSpPr>
      <p:grpSp>
        <p:nvGrpSpPr>
          <p:cNvPr id="96" name="Google Shape;96;p7"/>
          <p:cNvGrpSpPr/>
          <p:nvPr/>
        </p:nvGrpSpPr>
        <p:grpSpPr>
          <a:xfrm>
            <a:off x="-1520433" y="-231"/>
            <a:ext cx="10686708" cy="5312335"/>
            <a:chOff x="-1520433" y="-231"/>
            <a:chExt cx="10686708" cy="5312335"/>
          </a:xfrm>
        </p:grpSpPr>
        <p:sp>
          <p:nvSpPr>
            <p:cNvPr id="97" name="Google Shape;97;p7"/>
            <p:cNvSpPr/>
            <p:nvPr/>
          </p:nvSpPr>
          <p:spPr>
            <a:xfrm rot="10800000">
              <a:off x="7769102" y="156"/>
              <a:ext cx="1397173" cy="2000169"/>
            </a:xfrm>
            <a:custGeom>
              <a:rect b="b" l="l" r="r" t="t"/>
              <a:pathLst>
                <a:path extrusionOk="0" h="2381154" w="1016126">
                  <a:moveTo>
                    <a:pt x="0" y="2381155"/>
                  </a:moveTo>
                  <a:lnTo>
                    <a:pt x="1016127" y="2381155"/>
                  </a:lnTo>
                  <a:lnTo>
                    <a:pt x="0" y="0"/>
                  </a:lnTo>
                  <a:lnTo>
                    <a:pt x="0" y="2381155"/>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8" name="Google Shape;98;p7"/>
            <p:cNvGrpSpPr/>
            <p:nvPr/>
          </p:nvGrpSpPr>
          <p:grpSpPr>
            <a:xfrm flipH="1" rot="10800000">
              <a:off x="-1520433" y="-231"/>
              <a:ext cx="3089581" cy="5312335"/>
              <a:chOff x="-1520433" y="-168051"/>
              <a:chExt cx="3089581" cy="5312335"/>
            </a:xfrm>
          </p:grpSpPr>
          <p:sp>
            <p:nvSpPr>
              <p:cNvPr id="99" name="Google Shape;99;p7"/>
              <p:cNvSpPr/>
              <p:nvPr/>
            </p:nvSpPr>
            <p:spPr>
              <a:xfrm>
                <a:off x="-29700" y="3739403"/>
                <a:ext cx="1397173" cy="1404881"/>
              </a:xfrm>
              <a:custGeom>
                <a:rect b="b" l="l" r="r" t="t"/>
                <a:pathLst>
                  <a:path extrusionOk="0" h="2381154" w="1016126">
                    <a:moveTo>
                      <a:pt x="0" y="2381155"/>
                    </a:moveTo>
                    <a:lnTo>
                      <a:pt x="1016127" y="2381155"/>
                    </a:lnTo>
                    <a:lnTo>
                      <a:pt x="0" y="0"/>
                    </a:lnTo>
                    <a:lnTo>
                      <a:pt x="0" y="238115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 name="Google Shape;100;p7"/>
              <p:cNvSpPr/>
              <p:nvPr/>
            </p:nvSpPr>
            <p:spPr>
              <a:xfrm>
                <a:off x="-1520433" y="-168051"/>
                <a:ext cx="3089581" cy="707559"/>
              </a:xfrm>
              <a:custGeom>
                <a:rect b="b" l="l" r="r" t="t"/>
                <a:pathLst>
                  <a:path extrusionOk="0" h="448532" w="1958530">
                    <a:moveTo>
                      <a:pt x="0" y="0"/>
                    </a:moveTo>
                    <a:cubicBezTo>
                      <a:pt x="164211" y="259080"/>
                      <a:pt x="476345" y="448532"/>
                      <a:pt x="774287" y="448532"/>
                    </a:cubicBezTo>
                    <a:lnTo>
                      <a:pt x="1329118" y="448532"/>
                    </a:lnTo>
                    <a:cubicBezTo>
                      <a:pt x="1619345" y="448532"/>
                      <a:pt x="1867662" y="260318"/>
                      <a:pt x="1958531" y="0"/>
                    </a:cubicBezTo>
                    <a:lnTo>
                      <a:pt x="95"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01" name="Google Shape;101;p7"/>
          <p:cNvGrpSpPr/>
          <p:nvPr/>
        </p:nvGrpSpPr>
        <p:grpSpPr>
          <a:xfrm>
            <a:off x="-2295527" y="-1456628"/>
            <a:ext cx="11603548" cy="7068336"/>
            <a:chOff x="-2295527" y="-1456628"/>
            <a:chExt cx="11603548" cy="7068336"/>
          </a:xfrm>
        </p:grpSpPr>
        <p:grpSp>
          <p:nvGrpSpPr>
            <p:cNvPr id="102" name="Google Shape;102;p7"/>
            <p:cNvGrpSpPr/>
            <p:nvPr/>
          </p:nvGrpSpPr>
          <p:grpSpPr>
            <a:xfrm flipH="1" rot="10800000">
              <a:off x="-2295527" y="-1456628"/>
              <a:ext cx="9991059" cy="7068336"/>
              <a:chOff x="-2295527" y="-467655"/>
              <a:chExt cx="9991059" cy="7068336"/>
            </a:xfrm>
          </p:grpSpPr>
          <p:sp>
            <p:nvSpPr>
              <p:cNvPr id="103" name="Google Shape;103;p7"/>
              <p:cNvSpPr/>
              <p:nvPr/>
            </p:nvSpPr>
            <p:spPr>
              <a:xfrm rot="-2274005">
                <a:off x="875967" y="3183627"/>
                <a:ext cx="9535" cy="3816619"/>
              </a:xfrm>
              <a:custGeom>
                <a:rect b="b" l="l" r="r" t="t"/>
                <a:pathLst>
                  <a:path extrusionOk="0" h="3812190" w="9524">
                    <a:moveTo>
                      <a:pt x="0" y="0"/>
                    </a:moveTo>
                    <a:lnTo>
                      <a:pt x="9525" y="0"/>
                    </a:lnTo>
                    <a:lnTo>
                      <a:pt x="9525" y="3812190"/>
                    </a:lnTo>
                    <a:lnTo>
                      <a:pt x="0" y="3812190"/>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 name="Google Shape;104;p7"/>
              <p:cNvSpPr/>
              <p:nvPr/>
            </p:nvSpPr>
            <p:spPr>
              <a:xfrm>
                <a:off x="-2295527" y="-467655"/>
                <a:ext cx="3501886" cy="806128"/>
              </a:xfrm>
              <a:custGeom>
                <a:rect b="b" l="l" r="r" t="t"/>
                <a:pathLst>
                  <a:path extrusionOk="0" h="511016" w="2219896">
                    <a:moveTo>
                      <a:pt x="1505617" y="511016"/>
                    </a:moveTo>
                    <a:lnTo>
                      <a:pt x="877919" y="511016"/>
                    </a:lnTo>
                    <a:cubicBezTo>
                      <a:pt x="714089" y="511016"/>
                      <a:pt x="542544" y="461201"/>
                      <a:pt x="382048" y="366903"/>
                    </a:cubicBezTo>
                    <a:cubicBezTo>
                      <a:pt x="226886" y="275749"/>
                      <a:pt x="91154" y="146399"/>
                      <a:pt x="0" y="2572"/>
                    </a:cubicBezTo>
                    <a:lnTo>
                      <a:pt x="4000" y="0"/>
                    </a:lnTo>
                    <a:cubicBezTo>
                      <a:pt x="94774" y="143256"/>
                      <a:pt x="229838" y="272034"/>
                      <a:pt x="384429" y="362807"/>
                    </a:cubicBezTo>
                    <a:cubicBezTo>
                      <a:pt x="544259" y="456629"/>
                      <a:pt x="714851" y="506254"/>
                      <a:pt x="877919" y="506254"/>
                    </a:cubicBezTo>
                    <a:lnTo>
                      <a:pt x="1505617" y="506254"/>
                    </a:lnTo>
                    <a:cubicBezTo>
                      <a:pt x="1824609" y="506254"/>
                      <a:pt x="2109883" y="302990"/>
                      <a:pt x="2215420" y="476"/>
                    </a:cubicBezTo>
                    <a:lnTo>
                      <a:pt x="2219897" y="2000"/>
                    </a:lnTo>
                    <a:cubicBezTo>
                      <a:pt x="2113693" y="306419"/>
                      <a:pt x="1826705" y="511016"/>
                      <a:pt x="1505617" y="511016"/>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5" name="Google Shape;105;p7"/>
              <p:cNvGrpSpPr/>
              <p:nvPr/>
            </p:nvGrpSpPr>
            <p:grpSpPr>
              <a:xfrm>
                <a:off x="229635" y="-396431"/>
                <a:ext cx="7465897" cy="5776149"/>
                <a:chOff x="2563261" y="1632394"/>
                <a:chExt cx="7465897" cy="5776149"/>
              </a:xfrm>
            </p:grpSpPr>
            <p:sp>
              <p:nvSpPr>
                <p:cNvPr id="106" name="Google Shape;106;p7"/>
                <p:cNvSpPr/>
                <p:nvPr/>
              </p:nvSpPr>
              <p:spPr>
                <a:xfrm>
                  <a:off x="2563261" y="3744224"/>
                  <a:ext cx="205168" cy="205168"/>
                </a:xfrm>
                <a:custGeom>
                  <a:rect b="b" l="l" r="r" t="t"/>
                  <a:pathLst>
                    <a:path extrusionOk="0" h="205168" w="205168">
                      <a:moveTo>
                        <a:pt x="102584" y="205169"/>
                      </a:moveTo>
                      <a:cubicBezTo>
                        <a:pt x="46006" y="205169"/>
                        <a:pt x="0" y="159163"/>
                        <a:pt x="0" y="102584"/>
                      </a:cubicBezTo>
                      <a:cubicBezTo>
                        <a:pt x="0" y="46006"/>
                        <a:pt x="46006" y="0"/>
                        <a:pt x="102584" y="0"/>
                      </a:cubicBezTo>
                      <a:cubicBezTo>
                        <a:pt x="159163" y="0"/>
                        <a:pt x="205168" y="46006"/>
                        <a:pt x="205168" y="102584"/>
                      </a:cubicBezTo>
                      <a:cubicBezTo>
                        <a:pt x="205168" y="159163"/>
                        <a:pt x="159163" y="205169"/>
                        <a:pt x="102584" y="205169"/>
                      </a:cubicBezTo>
                      <a:close/>
                      <a:moveTo>
                        <a:pt x="102584" y="4667"/>
                      </a:moveTo>
                      <a:cubicBezTo>
                        <a:pt x="48578" y="4667"/>
                        <a:pt x="4763" y="48577"/>
                        <a:pt x="4763" y="102489"/>
                      </a:cubicBezTo>
                      <a:cubicBezTo>
                        <a:pt x="4763" y="156400"/>
                        <a:pt x="48673" y="200311"/>
                        <a:pt x="102584" y="200311"/>
                      </a:cubicBezTo>
                      <a:cubicBezTo>
                        <a:pt x="156496" y="200311"/>
                        <a:pt x="200406" y="156400"/>
                        <a:pt x="200406" y="102489"/>
                      </a:cubicBezTo>
                      <a:cubicBezTo>
                        <a:pt x="200406" y="48577"/>
                        <a:pt x="156496" y="4667"/>
                        <a:pt x="102584" y="4667"/>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 name="Google Shape;107;p7"/>
                <p:cNvSpPr/>
                <p:nvPr/>
              </p:nvSpPr>
              <p:spPr>
                <a:xfrm>
                  <a:off x="9350406" y="1632394"/>
                  <a:ext cx="678751" cy="678751"/>
                </a:xfrm>
                <a:custGeom>
                  <a:rect b="b" l="l" r="r" t="t"/>
                  <a:pathLst>
                    <a:path extrusionOk="0" h="678751" w="678751">
                      <a:moveTo>
                        <a:pt x="339376" y="678752"/>
                      </a:moveTo>
                      <a:cubicBezTo>
                        <a:pt x="152305" y="678752"/>
                        <a:pt x="0" y="526542"/>
                        <a:pt x="0" y="339376"/>
                      </a:cubicBezTo>
                      <a:cubicBezTo>
                        <a:pt x="0" y="152210"/>
                        <a:pt x="152210" y="0"/>
                        <a:pt x="339376" y="0"/>
                      </a:cubicBezTo>
                      <a:cubicBezTo>
                        <a:pt x="526542" y="0"/>
                        <a:pt x="678752" y="152210"/>
                        <a:pt x="678752" y="339376"/>
                      </a:cubicBezTo>
                      <a:cubicBezTo>
                        <a:pt x="678752" y="526542"/>
                        <a:pt x="526542" y="678752"/>
                        <a:pt x="339376" y="678752"/>
                      </a:cubicBezTo>
                      <a:close/>
                      <a:moveTo>
                        <a:pt x="339376" y="4858"/>
                      </a:moveTo>
                      <a:cubicBezTo>
                        <a:pt x="154877" y="4858"/>
                        <a:pt x="4763" y="154972"/>
                        <a:pt x="4763" y="339471"/>
                      </a:cubicBezTo>
                      <a:cubicBezTo>
                        <a:pt x="4763" y="523970"/>
                        <a:pt x="154877" y="674084"/>
                        <a:pt x="339376" y="674084"/>
                      </a:cubicBezTo>
                      <a:cubicBezTo>
                        <a:pt x="523875" y="674084"/>
                        <a:pt x="673989" y="523970"/>
                        <a:pt x="673989" y="339471"/>
                      </a:cubicBezTo>
                      <a:cubicBezTo>
                        <a:pt x="673989" y="154972"/>
                        <a:pt x="523875" y="4858"/>
                        <a:pt x="339376" y="4858"/>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 name="Google Shape;108;p7"/>
                <p:cNvSpPr/>
                <p:nvPr/>
              </p:nvSpPr>
              <p:spPr>
                <a:xfrm>
                  <a:off x="4615364" y="6815994"/>
                  <a:ext cx="205168" cy="205263"/>
                </a:xfrm>
                <a:custGeom>
                  <a:rect b="b" l="l" r="r" t="t"/>
                  <a:pathLst>
                    <a:path extrusionOk="0" h="205263" w="205168">
                      <a:moveTo>
                        <a:pt x="102584" y="205264"/>
                      </a:moveTo>
                      <a:cubicBezTo>
                        <a:pt x="46006" y="205264"/>
                        <a:pt x="0" y="159258"/>
                        <a:pt x="0" y="102679"/>
                      </a:cubicBezTo>
                      <a:cubicBezTo>
                        <a:pt x="0" y="46101"/>
                        <a:pt x="46006" y="0"/>
                        <a:pt x="102584" y="0"/>
                      </a:cubicBezTo>
                      <a:cubicBezTo>
                        <a:pt x="159163" y="0"/>
                        <a:pt x="205168" y="46006"/>
                        <a:pt x="205168" y="102679"/>
                      </a:cubicBezTo>
                      <a:cubicBezTo>
                        <a:pt x="205168" y="159353"/>
                        <a:pt x="159163" y="205264"/>
                        <a:pt x="102584" y="205264"/>
                      </a:cubicBezTo>
                      <a:close/>
                      <a:moveTo>
                        <a:pt x="102584" y="4763"/>
                      </a:moveTo>
                      <a:cubicBezTo>
                        <a:pt x="48577" y="4763"/>
                        <a:pt x="4763" y="48673"/>
                        <a:pt x="4763" y="102679"/>
                      </a:cubicBezTo>
                      <a:cubicBezTo>
                        <a:pt x="4763" y="156686"/>
                        <a:pt x="48673" y="200501"/>
                        <a:pt x="102584" y="200501"/>
                      </a:cubicBezTo>
                      <a:cubicBezTo>
                        <a:pt x="156496" y="200501"/>
                        <a:pt x="200406" y="156591"/>
                        <a:pt x="200406" y="102679"/>
                      </a:cubicBezTo>
                      <a:cubicBezTo>
                        <a:pt x="200406" y="48768"/>
                        <a:pt x="156496" y="4763"/>
                        <a:pt x="102584"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 name="Google Shape;109;p7"/>
                <p:cNvSpPr/>
                <p:nvPr/>
              </p:nvSpPr>
              <p:spPr>
                <a:xfrm>
                  <a:off x="9469936" y="6968870"/>
                  <a:ext cx="439674" cy="439673"/>
                </a:xfrm>
                <a:custGeom>
                  <a:rect b="b" l="l" r="r" t="t"/>
                  <a:pathLst>
                    <a:path extrusionOk="0" h="439673" w="439674">
                      <a:moveTo>
                        <a:pt x="219837" y="439674"/>
                      </a:moveTo>
                      <a:cubicBezTo>
                        <a:pt x="98584" y="439674"/>
                        <a:pt x="0" y="341090"/>
                        <a:pt x="0" y="219837"/>
                      </a:cubicBezTo>
                      <a:cubicBezTo>
                        <a:pt x="0" y="98584"/>
                        <a:pt x="98584" y="0"/>
                        <a:pt x="219837" y="0"/>
                      </a:cubicBezTo>
                      <a:cubicBezTo>
                        <a:pt x="341090" y="0"/>
                        <a:pt x="439674" y="98584"/>
                        <a:pt x="439674" y="219837"/>
                      </a:cubicBezTo>
                      <a:cubicBezTo>
                        <a:pt x="439674" y="341090"/>
                        <a:pt x="341090" y="439674"/>
                        <a:pt x="219837" y="439674"/>
                      </a:cubicBezTo>
                      <a:close/>
                      <a:moveTo>
                        <a:pt x="219837" y="4763"/>
                      </a:moveTo>
                      <a:cubicBezTo>
                        <a:pt x="101251" y="4763"/>
                        <a:pt x="4763" y="101251"/>
                        <a:pt x="4763" y="219837"/>
                      </a:cubicBezTo>
                      <a:cubicBezTo>
                        <a:pt x="4763" y="338423"/>
                        <a:pt x="101251" y="434911"/>
                        <a:pt x="219837" y="434911"/>
                      </a:cubicBezTo>
                      <a:cubicBezTo>
                        <a:pt x="338424" y="434911"/>
                        <a:pt x="434912" y="338423"/>
                        <a:pt x="434912" y="219837"/>
                      </a:cubicBezTo>
                      <a:cubicBezTo>
                        <a:pt x="434912" y="101251"/>
                        <a:pt x="338424" y="4763"/>
                        <a:pt x="219837"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10" name="Google Shape;110;p7"/>
            <p:cNvSpPr/>
            <p:nvPr/>
          </p:nvSpPr>
          <p:spPr>
            <a:xfrm rot="-708899">
              <a:off x="8801037" y="-622300"/>
              <a:ext cx="9537" cy="4860013"/>
            </a:xfrm>
            <a:custGeom>
              <a:rect b="b" l="l" r="r" t="t"/>
              <a:pathLst>
                <a:path extrusionOk="0" h="4854131" w="9525">
                  <a:moveTo>
                    <a:pt x="0" y="0"/>
                  </a:moveTo>
                  <a:lnTo>
                    <a:pt x="9525" y="0"/>
                  </a:lnTo>
                  <a:lnTo>
                    <a:pt x="9525" y="4854131"/>
                  </a:lnTo>
                  <a:lnTo>
                    <a:pt x="0" y="4854131"/>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11" name="Google Shape;111;p7"/>
          <p:cNvSpPr txBox="1"/>
          <p:nvPr>
            <p:ph type="title"/>
          </p:nvPr>
        </p:nvSpPr>
        <p:spPr>
          <a:xfrm>
            <a:off x="720000" y="637700"/>
            <a:ext cx="62664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12" name="Google Shape;112;p7"/>
          <p:cNvSpPr txBox="1"/>
          <p:nvPr>
            <p:ph idx="1" type="subTitle"/>
          </p:nvPr>
        </p:nvSpPr>
        <p:spPr>
          <a:xfrm>
            <a:off x="720000" y="1347250"/>
            <a:ext cx="7324500" cy="31734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Font typeface="Nunito Light"/>
              <a:buChar char="●"/>
              <a:defRPr sz="1600"/>
            </a:lvl1pPr>
            <a:lvl2pPr lvl="1" rtl="0" algn="ctr">
              <a:lnSpc>
                <a:spcPct val="100000"/>
              </a:lnSpc>
              <a:spcBef>
                <a:spcPts val="0"/>
              </a:spcBef>
              <a:spcAft>
                <a:spcPts val="0"/>
              </a:spcAft>
              <a:buClr>
                <a:srgbClr val="E76A28"/>
              </a:buClr>
              <a:buSzPts val="1600"/>
              <a:buFont typeface="Nunito Light"/>
              <a:buChar char="○"/>
              <a:defRPr/>
            </a:lvl2pPr>
            <a:lvl3pPr lvl="2" rtl="0" algn="ctr">
              <a:lnSpc>
                <a:spcPct val="100000"/>
              </a:lnSpc>
              <a:spcBef>
                <a:spcPts val="0"/>
              </a:spcBef>
              <a:spcAft>
                <a:spcPts val="0"/>
              </a:spcAft>
              <a:buClr>
                <a:srgbClr val="E76A28"/>
              </a:buClr>
              <a:buSzPts val="1500"/>
              <a:buFont typeface="Nunito Light"/>
              <a:buChar char="■"/>
              <a:defRPr/>
            </a:lvl3pPr>
            <a:lvl4pPr lvl="3" rtl="0" algn="ctr">
              <a:lnSpc>
                <a:spcPct val="100000"/>
              </a:lnSpc>
              <a:spcBef>
                <a:spcPts val="0"/>
              </a:spcBef>
              <a:spcAft>
                <a:spcPts val="0"/>
              </a:spcAft>
              <a:buClr>
                <a:srgbClr val="E76A28"/>
              </a:buClr>
              <a:buSzPts val="1500"/>
              <a:buFont typeface="Nunito Light"/>
              <a:buChar char="●"/>
              <a:defRPr/>
            </a:lvl4pPr>
            <a:lvl5pPr lvl="4" rtl="0" algn="ctr">
              <a:lnSpc>
                <a:spcPct val="100000"/>
              </a:lnSpc>
              <a:spcBef>
                <a:spcPts val="0"/>
              </a:spcBef>
              <a:spcAft>
                <a:spcPts val="0"/>
              </a:spcAft>
              <a:buClr>
                <a:srgbClr val="E76A28"/>
              </a:buClr>
              <a:buSzPts val="1400"/>
              <a:buFont typeface="Nunito Light"/>
              <a:buChar char="○"/>
              <a:defRPr/>
            </a:lvl5pPr>
            <a:lvl6pPr lvl="5" rtl="0" algn="ctr">
              <a:lnSpc>
                <a:spcPct val="100000"/>
              </a:lnSpc>
              <a:spcBef>
                <a:spcPts val="0"/>
              </a:spcBef>
              <a:spcAft>
                <a:spcPts val="0"/>
              </a:spcAft>
              <a:buClr>
                <a:srgbClr val="999999"/>
              </a:buClr>
              <a:buSzPts val="1400"/>
              <a:buFont typeface="Nunito Light"/>
              <a:buChar char="■"/>
              <a:defRPr/>
            </a:lvl6pPr>
            <a:lvl7pPr lvl="6" rtl="0" algn="ctr">
              <a:lnSpc>
                <a:spcPct val="100000"/>
              </a:lnSpc>
              <a:spcBef>
                <a:spcPts val="0"/>
              </a:spcBef>
              <a:spcAft>
                <a:spcPts val="0"/>
              </a:spcAft>
              <a:buClr>
                <a:srgbClr val="999999"/>
              </a:buClr>
              <a:buSzPts val="1300"/>
              <a:buFont typeface="Nunito Light"/>
              <a:buChar char="●"/>
              <a:defRPr/>
            </a:lvl7pPr>
            <a:lvl8pPr lvl="7" rtl="0" algn="ctr">
              <a:lnSpc>
                <a:spcPct val="100000"/>
              </a:lnSpc>
              <a:spcBef>
                <a:spcPts val="0"/>
              </a:spcBef>
              <a:spcAft>
                <a:spcPts val="0"/>
              </a:spcAft>
              <a:buClr>
                <a:srgbClr val="999999"/>
              </a:buClr>
              <a:buSzPts val="1300"/>
              <a:buFont typeface="Nunito Light"/>
              <a:buChar char="○"/>
              <a:defRPr/>
            </a:lvl8pPr>
            <a:lvl9pPr lvl="8" rtl="0" algn="ctr">
              <a:lnSpc>
                <a:spcPct val="100000"/>
              </a:lnSpc>
              <a:spcBef>
                <a:spcPts val="0"/>
              </a:spcBef>
              <a:spcAft>
                <a:spcPts val="0"/>
              </a:spcAft>
              <a:buClr>
                <a:srgbClr val="999999"/>
              </a:buClr>
              <a:buSzPts val="1400"/>
              <a:buFont typeface="Nunito Light"/>
              <a:buChar char="■"/>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13" name="Shape 113"/>
        <p:cNvGrpSpPr/>
        <p:nvPr/>
      </p:nvGrpSpPr>
      <p:grpSpPr>
        <a:xfrm>
          <a:off x="0" y="0"/>
          <a:ext cx="0" cy="0"/>
          <a:chOff x="0" y="0"/>
          <a:chExt cx="0" cy="0"/>
        </a:xfrm>
      </p:grpSpPr>
      <p:sp>
        <p:nvSpPr>
          <p:cNvPr id="114" name="Google Shape;114;p8"/>
          <p:cNvSpPr txBox="1"/>
          <p:nvPr>
            <p:ph type="title"/>
          </p:nvPr>
        </p:nvSpPr>
        <p:spPr>
          <a:xfrm>
            <a:off x="1644450" y="1621025"/>
            <a:ext cx="5855100" cy="1910700"/>
          </a:xfrm>
          <a:prstGeom prst="rect">
            <a:avLst/>
          </a:prstGeom>
        </p:spPr>
        <p:txBody>
          <a:bodyPr anchorCtr="0" anchor="b" bIns="91425" lIns="91425" spcFirstLastPara="1" rIns="91425" wrap="square" tIns="91425">
            <a:noAutofit/>
          </a:bodyPr>
          <a:lstStyle>
            <a:lvl1pPr lvl="0" algn="ctr">
              <a:spcBef>
                <a:spcPts val="0"/>
              </a:spcBef>
              <a:spcAft>
                <a:spcPts val="0"/>
              </a:spcAft>
              <a:buSzPts val="48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grpSp>
        <p:nvGrpSpPr>
          <p:cNvPr id="115" name="Google Shape;115;p8"/>
          <p:cNvGrpSpPr/>
          <p:nvPr/>
        </p:nvGrpSpPr>
        <p:grpSpPr>
          <a:xfrm>
            <a:off x="-29700" y="-168051"/>
            <a:ext cx="10948301" cy="7514369"/>
            <a:chOff x="-29700" y="-168051"/>
            <a:chExt cx="10948301" cy="7514369"/>
          </a:xfrm>
        </p:grpSpPr>
        <p:sp>
          <p:nvSpPr>
            <p:cNvPr id="116" name="Google Shape;116;p8"/>
            <p:cNvSpPr/>
            <p:nvPr/>
          </p:nvSpPr>
          <p:spPr>
            <a:xfrm>
              <a:off x="-29700" y="1316274"/>
              <a:ext cx="1397173" cy="3827705"/>
            </a:xfrm>
            <a:custGeom>
              <a:rect b="b" l="l" r="r" t="t"/>
              <a:pathLst>
                <a:path extrusionOk="0" h="2381154" w="1016126">
                  <a:moveTo>
                    <a:pt x="0" y="2381155"/>
                  </a:moveTo>
                  <a:lnTo>
                    <a:pt x="1016127" y="2381155"/>
                  </a:lnTo>
                  <a:lnTo>
                    <a:pt x="0" y="0"/>
                  </a:lnTo>
                  <a:lnTo>
                    <a:pt x="0" y="2381155"/>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 name="Google Shape;117;p8"/>
            <p:cNvSpPr/>
            <p:nvPr/>
          </p:nvSpPr>
          <p:spPr>
            <a:xfrm>
              <a:off x="775092" y="-168051"/>
              <a:ext cx="3089581" cy="707559"/>
            </a:xfrm>
            <a:custGeom>
              <a:rect b="b" l="l" r="r" t="t"/>
              <a:pathLst>
                <a:path extrusionOk="0" h="448532" w="1958530">
                  <a:moveTo>
                    <a:pt x="0" y="0"/>
                  </a:moveTo>
                  <a:cubicBezTo>
                    <a:pt x="164211" y="259080"/>
                    <a:pt x="476345" y="448532"/>
                    <a:pt x="774287" y="448532"/>
                  </a:cubicBezTo>
                  <a:lnTo>
                    <a:pt x="1329118" y="448532"/>
                  </a:lnTo>
                  <a:cubicBezTo>
                    <a:pt x="1619345" y="448532"/>
                    <a:pt x="1867662" y="260318"/>
                    <a:pt x="1958531" y="0"/>
                  </a:cubicBezTo>
                  <a:lnTo>
                    <a:pt x="95"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 name="Google Shape;118;p8"/>
            <p:cNvSpPr/>
            <p:nvPr/>
          </p:nvSpPr>
          <p:spPr>
            <a:xfrm rot="-8660304">
              <a:off x="7322724" y="2019586"/>
              <a:ext cx="2305949" cy="5141915"/>
            </a:xfrm>
            <a:custGeom>
              <a:rect b="b" l="l" r="r" t="t"/>
              <a:pathLst>
                <a:path extrusionOk="0" h="4762500" w="5720686">
                  <a:moveTo>
                    <a:pt x="0" y="0"/>
                  </a:moveTo>
                  <a:lnTo>
                    <a:pt x="0" y="4762500"/>
                  </a:lnTo>
                  <a:lnTo>
                    <a:pt x="4747260" y="4762500"/>
                  </a:lnTo>
                  <a:cubicBezTo>
                    <a:pt x="5484305" y="3897821"/>
                    <a:pt x="5856446" y="2742248"/>
                    <a:pt x="5675376" y="1545241"/>
                  </a:cubicBezTo>
                  <a:cubicBezTo>
                    <a:pt x="5589556" y="978027"/>
                    <a:pt x="5387721" y="456533"/>
                    <a:pt x="5097114" y="0"/>
                  </a:cubicBezTo>
                  <a:lnTo>
                    <a:pt x="0"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 name="Google Shape;119;p8"/>
            <p:cNvSpPr/>
            <p:nvPr/>
          </p:nvSpPr>
          <p:spPr>
            <a:xfrm rot="10800000">
              <a:off x="7769102" y="1499"/>
              <a:ext cx="1397173" cy="1244153"/>
            </a:xfrm>
            <a:custGeom>
              <a:rect b="b" l="l" r="r" t="t"/>
              <a:pathLst>
                <a:path extrusionOk="0" h="2381154" w="1016126">
                  <a:moveTo>
                    <a:pt x="0" y="2381155"/>
                  </a:moveTo>
                  <a:lnTo>
                    <a:pt x="1016127" y="2381155"/>
                  </a:lnTo>
                  <a:lnTo>
                    <a:pt x="0" y="0"/>
                  </a:lnTo>
                  <a:lnTo>
                    <a:pt x="0" y="238115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0" name="Google Shape;120;p8"/>
          <p:cNvGrpSpPr/>
          <p:nvPr/>
        </p:nvGrpSpPr>
        <p:grpSpPr>
          <a:xfrm>
            <a:off x="-462776" y="-571794"/>
            <a:ext cx="9770797" cy="6076252"/>
            <a:chOff x="-462776" y="-571794"/>
            <a:chExt cx="9770797" cy="6076252"/>
          </a:xfrm>
        </p:grpSpPr>
        <p:sp>
          <p:nvSpPr>
            <p:cNvPr id="121" name="Google Shape;121;p8"/>
            <p:cNvSpPr/>
            <p:nvPr/>
          </p:nvSpPr>
          <p:spPr>
            <a:xfrm>
              <a:off x="-2" y="-467655"/>
              <a:ext cx="3501886" cy="806128"/>
            </a:xfrm>
            <a:custGeom>
              <a:rect b="b" l="l" r="r" t="t"/>
              <a:pathLst>
                <a:path extrusionOk="0" h="511016" w="2219896">
                  <a:moveTo>
                    <a:pt x="1505617" y="511016"/>
                  </a:moveTo>
                  <a:lnTo>
                    <a:pt x="877919" y="511016"/>
                  </a:lnTo>
                  <a:cubicBezTo>
                    <a:pt x="714089" y="511016"/>
                    <a:pt x="542544" y="461201"/>
                    <a:pt x="382048" y="366903"/>
                  </a:cubicBezTo>
                  <a:cubicBezTo>
                    <a:pt x="226886" y="275749"/>
                    <a:pt x="91154" y="146399"/>
                    <a:pt x="0" y="2572"/>
                  </a:cubicBezTo>
                  <a:lnTo>
                    <a:pt x="4000" y="0"/>
                  </a:lnTo>
                  <a:cubicBezTo>
                    <a:pt x="94774" y="143256"/>
                    <a:pt x="229838" y="272034"/>
                    <a:pt x="384429" y="362807"/>
                  </a:cubicBezTo>
                  <a:cubicBezTo>
                    <a:pt x="544259" y="456629"/>
                    <a:pt x="714851" y="506254"/>
                    <a:pt x="877919" y="506254"/>
                  </a:cubicBezTo>
                  <a:lnTo>
                    <a:pt x="1505617" y="506254"/>
                  </a:lnTo>
                  <a:cubicBezTo>
                    <a:pt x="1824609" y="506254"/>
                    <a:pt x="2109883" y="302990"/>
                    <a:pt x="2215420" y="476"/>
                  </a:cubicBezTo>
                  <a:lnTo>
                    <a:pt x="2219897" y="2000"/>
                  </a:lnTo>
                  <a:cubicBezTo>
                    <a:pt x="2113693" y="306419"/>
                    <a:pt x="1826705" y="511016"/>
                    <a:pt x="1505617" y="511016"/>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22" name="Google Shape;122;p8"/>
            <p:cNvGrpSpPr/>
            <p:nvPr/>
          </p:nvGrpSpPr>
          <p:grpSpPr>
            <a:xfrm>
              <a:off x="-462776" y="-571794"/>
              <a:ext cx="9770797" cy="6076252"/>
              <a:chOff x="923249" y="-109303"/>
              <a:chExt cx="9770797" cy="6076252"/>
            </a:xfrm>
          </p:grpSpPr>
          <p:sp>
            <p:nvSpPr>
              <p:cNvPr id="123" name="Google Shape;123;p8"/>
              <p:cNvSpPr/>
              <p:nvPr/>
            </p:nvSpPr>
            <p:spPr>
              <a:xfrm rot="-2274005">
                <a:off x="2094492" y="2300865"/>
                <a:ext cx="9535" cy="3816619"/>
              </a:xfrm>
              <a:custGeom>
                <a:rect b="b" l="l" r="r" t="t"/>
                <a:pathLst>
                  <a:path extrusionOk="0" h="3812190" w="9524">
                    <a:moveTo>
                      <a:pt x="0" y="0"/>
                    </a:moveTo>
                    <a:lnTo>
                      <a:pt x="9525" y="0"/>
                    </a:lnTo>
                    <a:lnTo>
                      <a:pt x="9525" y="3812190"/>
                    </a:lnTo>
                    <a:lnTo>
                      <a:pt x="0" y="3812190"/>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 name="Google Shape;124;p8"/>
              <p:cNvSpPr/>
              <p:nvPr/>
            </p:nvSpPr>
            <p:spPr>
              <a:xfrm rot="-708899">
                <a:off x="10187062" y="-159809"/>
                <a:ext cx="9537" cy="4860013"/>
              </a:xfrm>
              <a:custGeom>
                <a:rect b="b" l="l" r="r" t="t"/>
                <a:pathLst>
                  <a:path extrusionOk="0" h="4854131" w="9525">
                    <a:moveTo>
                      <a:pt x="0" y="0"/>
                    </a:moveTo>
                    <a:lnTo>
                      <a:pt x="9525" y="0"/>
                    </a:lnTo>
                    <a:lnTo>
                      <a:pt x="9525" y="4854131"/>
                    </a:lnTo>
                    <a:lnTo>
                      <a:pt x="0" y="4854131"/>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 name="Google Shape;125;p8"/>
              <p:cNvSpPr/>
              <p:nvPr/>
            </p:nvSpPr>
            <p:spPr>
              <a:xfrm rot="-1046363">
                <a:off x="1847055" y="1037163"/>
                <a:ext cx="12585" cy="5043821"/>
              </a:xfrm>
              <a:custGeom>
                <a:rect b="b" l="l" r="r" t="t"/>
                <a:pathLst>
                  <a:path extrusionOk="0" h="5038722" w="12572">
                    <a:moveTo>
                      <a:pt x="0" y="0"/>
                    </a:moveTo>
                    <a:lnTo>
                      <a:pt x="12573" y="0"/>
                    </a:lnTo>
                    <a:lnTo>
                      <a:pt x="12573" y="5038723"/>
                    </a:lnTo>
                    <a:lnTo>
                      <a:pt x="0" y="5038723"/>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26" name="Google Shape;126;p8"/>
          <p:cNvGrpSpPr/>
          <p:nvPr/>
        </p:nvGrpSpPr>
        <p:grpSpPr>
          <a:xfrm flipH="1">
            <a:off x="2390261" y="334343"/>
            <a:ext cx="5751895" cy="4717808"/>
            <a:chOff x="2878637" y="2279450"/>
            <a:chExt cx="5751895" cy="4717808"/>
          </a:xfrm>
        </p:grpSpPr>
        <p:sp>
          <p:nvSpPr>
            <p:cNvPr id="127" name="Google Shape;127;p8"/>
            <p:cNvSpPr/>
            <p:nvPr/>
          </p:nvSpPr>
          <p:spPr>
            <a:xfrm>
              <a:off x="3316085" y="2279450"/>
              <a:ext cx="205168" cy="205168"/>
            </a:xfrm>
            <a:custGeom>
              <a:rect b="b" l="l" r="r" t="t"/>
              <a:pathLst>
                <a:path extrusionOk="0" h="205168" w="205168">
                  <a:moveTo>
                    <a:pt x="102584" y="205169"/>
                  </a:moveTo>
                  <a:cubicBezTo>
                    <a:pt x="46006" y="205169"/>
                    <a:pt x="0" y="159163"/>
                    <a:pt x="0" y="102584"/>
                  </a:cubicBezTo>
                  <a:cubicBezTo>
                    <a:pt x="0" y="46006"/>
                    <a:pt x="46006" y="0"/>
                    <a:pt x="102584" y="0"/>
                  </a:cubicBezTo>
                  <a:cubicBezTo>
                    <a:pt x="159163" y="0"/>
                    <a:pt x="205168" y="46006"/>
                    <a:pt x="205168" y="102584"/>
                  </a:cubicBezTo>
                  <a:cubicBezTo>
                    <a:pt x="205168" y="159163"/>
                    <a:pt x="159163" y="205169"/>
                    <a:pt x="102584" y="205169"/>
                  </a:cubicBezTo>
                  <a:close/>
                  <a:moveTo>
                    <a:pt x="102584" y="4667"/>
                  </a:moveTo>
                  <a:cubicBezTo>
                    <a:pt x="48578" y="4667"/>
                    <a:pt x="4763" y="48577"/>
                    <a:pt x="4763" y="102489"/>
                  </a:cubicBezTo>
                  <a:cubicBezTo>
                    <a:pt x="4763" y="156400"/>
                    <a:pt x="48673" y="200311"/>
                    <a:pt x="102584" y="200311"/>
                  </a:cubicBezTo>
                  <a:cubicBezTo>
                    <a:pt x="156496" y="200311"/>
                    <a:pt x="200406" y="156400"/>
                    <a:pt x="200406" y="102489"/>
                  </a:cubicBezTo>
                  <a:cubicBezTo>
                    <a:pt x="200406" y="48577"/>
                    <a:pt x="156496" y="4667"/>
                    <a:pt x="102584" y="4667"/>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 name="Google Shape;128;p8"/>
            <p:cNvSpPr/>
            <p:nvPr/>
          </p:nvSpPr>
          <p:spPr>
            <a:xfrm>
              <a:off x="8425364" y="6791994"/>
              <a:ext cx="205168" cy="205263"/>
            </a:xfrm>
            <a:custGeom>
              <a:rect b="b" l="l" r="r" t="t"/>
              <a:pathLst>
                <a:path extrusionOk="0" h="205263" w="205168">
                  <a:moveTo>
                    <a:pt x="102584" y="205264"/>
                  </a:moveTo>
                  <a:cubicBezTo>
                    <a:pt x="46006" y="205264"/>
                    <a:pt x="0" y="159258"/>
                    <a:pt x="0" y="102679"/>
                  </a:cubicBezTo>
                  <a:cubicBezTo>
                    <a:pt x="0" y="46101"/>
                    <a:pt x="46006" y="0"/>
                    <a:pt x="102584" y="0"/>
                  </a:cubicBezTo>
                  <a:cubicBezTo>
                    <a:pt x="159163" y="0"/>
                    <a:pt x="205168" y="46006"/>
                    <a:pt x="205168" y="102679"/>
                  </a:cubicBezTo>
                  <a:cubicBezTo>
                    <a:pt x="205168" y="159353"/>
                    <a:pt x="159163" y="205264"/>
                    <a:pt x="102584" y="205264"/>
                  </a:cubicBezTo>
                  <a:close/>
                  <a:moveTo>
                    <a:pt x="102584" y="4763"/>
                  </a:moveTo>
                  <a:cubicBezTo>
                    <a:pt x="48577" y="4763"/>
                    <a:pt x="4763" y="48673"/>
                    <a:pt x="4763" y="102679"/>
                  </a:cubicBezTo>
                  <a:cubicBezTo>
                    <a:pt x="4763" y="156686"/>
                    <a:pt x="48673" y="200501"/>
                    <a:pt x="102584" y="200501"/>
                  </a:cubicBezTo>
                  <a:cubicBezTo>
                    <a:pt x="156496" y="200501"/>
                    <a:pt x="200406" y="156591"/>
                    <a:pt x="200406" y="102679"/>
                  </a:cubicBezTo>
                  <a:cubicBezTo>
                    <a:pt x="200406" y="48768"/>
                    <a:pt x="156496" y="4763"/>
                    <a:pt x="102584"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 name="Google Shape;129;p8"/>
            <p:cNvSpPr/>
            <p:nvPr/>
          </p:nvSpPr>
          <p:spPr>
            <a:xfrm>
              <a:off x="2878637" y="6557583"/>
              <a:ext cx="439674" cy="439673"/>
            </a:xfrm>
            <a:custGeom>
              <a:rect b="b" l="l" r="r" t="t"/>
              <a:pathLst>
                <a:path extrusionOk="0" h="439673" w="439674">
                  <a:moveTo>
                    <a:pt x="219837" y="439674"/>
                  </a:moveTo>
                  <a:cubicBezTo>
                    <a:pt x="98584" y="439674"/>
                    <a:pt x="0" y="341090"/>
                    <a:pt x="0" y="219837"/>
                  </a:cubicBezTo>
                  <a:cubicBezTo>
                    <a:pt x="0" y="98584"/>
                    <a:pt x="98584" y="0"/>
                    <a:pt x="219837" y="0"/>
                  </a:cubicBezTo>
                  <a:cubicBezTo>
                    <a:pt x="341090" y="0"/>
                    <a:pt x="439674" y="98584"/>
                    <a:pt x="439674" y="219837"/>
                  </a:cubicBezTo>
                  <a:cubicBezTo>
                    <a:pt x="439674" y="341090"/>
                    <a:pt x="341090" y="439674"/>
                    <a:pt x="219837" y="439674"/>
                  </a:cubicBezTo>
                  <a:close/>
                  <a:moveTo>
                    <a:pt x="219837" y="4763"/>
                  </a:moveTo>
                  <a:cubicBezTo>
                    <a:pt x="101251" y="4763"/>
                    <a:pt x="4763" y="101251"/>
                    <a:pt x="4763" y="219837"/>
                  </a:cubicBezTo>
                  <a:cubicBezTo>
                    <a:pt x="4763" y="338423"/>
                    <a:pt x="101251" y="434911"/>
                    <a:pt x="219837" y="434911"/>
                  </a:cubicBezTo>
                  <a:cubicBezTo>
                    <a:pt x="338424" y="434911"/>
                    <a:pt x="434912" y="338423"/>
                    <a:pt x="434912" y="219837"/>
                  </a:cubicBezTo>
                  <a:cubicBezTo>
                    <a:pt x="434912" y="101251"/>
                    <a:pt x="338424" y="4763"/>
                    <a:pt x="219837"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30" name="Shape 130"/>
        <p:cNvGrpSpPr/>
        <p:nvPr/>
      </p:nvGrpSpPr>
      <p:grpSpPr>
        <a:xfrm>
          <a:off x="0" y="0"/>
          <a:ext cx="0" cy="0"/>
          <a:chOff x="0" y="0"/>
          <a:chExt cx="0" cy="0"/>
        </a:xfrm>
      </p:grpSpPr>
      <p:grpSp>
        <p:nvGrpSpPr>
          <p:cNvPr id="131" name="Google Shape;131;p9"/>
          <p:cNvGrpSpPr/>
          <p:nvPr/>
        </p:nvGrpSpPr>
        <p:grpSpPr>
          <a:xfrm flipH="1">
            <a:off x="-1805801" y="-168051"/>
            <a:ext cx="10948301" cy="7514369"/>
            <a:chOff x="-29700" y="-168051"/>
            <a:chExt cx="10948301" cy="7514369"/>
          </a:xfrm>
        </p:grpSpPr>
        <p:sp>
          <p:nvSpPr>
            <p:cNvPr id="132" name="Google Shape;132;p9"/>
            <p:cNvSpPr/>
            <p:nvPr/>
          </p:nvSpPr>
          <p:spPr>
            <a:xfrm>
              <a:off x="-29700" y="1316274"/>
              <a:ext cx="1397173" cy="3827705"/>
            </a:xfrm>
            <a:custGeom>
              <a:rect b="b" l="l" r="r" t="t"/>
              <a:pathLst>
                <a:path extrusionOk="0" h="2381154" w="1016126">
                  <a:moveTo>
                    <a:pt x="0" y="2381155"/>
                  </a:moveTo>
                  <a:lnTo>
                    <a:pt x="1016127" y="2381155"/>
                  </a:lnTo>
                  <a:lnTo>
                    <a:pt x="0" y="0"/>
                  </a:lnTo>
                  <a:lnTo>
                    <a:pt x="0" y="2381155"/>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 name="Google Shape;133;p9"/>
            <p:cNvSpPr/>
            <p:nvPr/>
          </p:nvSpPr>
          <p:spPr>
            <a:xfrm>
              <a:off x="775092" y="-168051"/>
              <a:ext cx="3089581" cy="707559"/>
            </a:xfrm>
            <a:custGeom>
              <a:rect b="b" l="l" r="r" t="t"/>
              <a:pathLst>
                <a:path extrusionOk="0" h="448532" w="1958530">
                  <a:moveTo>
                    <a:pt x="0" y="0"/>
                  </a:moveTo>
                  <a:cubicBezTo>
                    <a:pt x="164211" y="259080"/>
                    <a:pt x="476345" y="448532"/>
                    <a:pt x="774287" y="448532"/>
                  </a:cubicBezTo>
                  <a:lnTo>
                    <a:pt x="1329118" y="448532"/>
                  </a:lnTo>
                  <a:cubicBezTo>
                    <a:pt x="1619345" y="448532"/>
                    <a:pt x="1867662" y="260318"/>
                    <a:pt x="1958531" y="0"/>
                  </a:cubicBezTo>
                  <a:lnTo>
                    <a:pt x="95"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 name="Google Shape;134;p9"/>
            <p:cNvSpPr/>
            <p:nvPr/>
          </p:nvSpPr>
          <p:spPr>
            <a:xfrm rot="-8660304">
              <a:off x="7322724" y="2019586"/>
              <a:ext cx="2305949" cy="5141915"/>
            </a:xfrm>
            <a:custGeom>
              <a:rect b="b" l="l" r="r" t="t"/>
              <a:pathLst>
                <a:path extrusionOk="0" h="4762500" w="5720686">
                  <a:moveTo>
                    <a:pt x="0" y="0"/>
                  </a:moveTo>
                  <a:lnTo>
                    <a:pt x="0" y="4762500"/>
                  </a:lnTo>
                  <a:lnTo>
                    <a:pt x="4747260" y="4762500"/>
                  </a:lnTo>
                  <a:cubicBezTo>
                    <a:pt x="5484305" y="3897821"/>
                    <a:pt x="5856446" y="2742248"/>
                    <a:pt x="5675376" y="1545241"/>
                  </a:cubicBezTo>
                  <a:cubicBezTo>
                    <a:pt x="5589556" y="978027"/>
                    <a:pt x="5387721" y="456533"/>
                    <a:pt x="5097114" y="0"/>
                  </a:cubicBezTo>
                  <a:lnTo>
                    <a:pt x="0"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 name="Google Shape;135;p9"/>
            <p:cNvSpPr/>
            <p:nvPr/>
          </p:nvSpPr>
          <p:spPr>
            <a:xfrm rot="10800000">
              <a:off x="7769102" y="1499"/>
              <a:ext cx="1397173" cy="1244153"/>
            </a:xfrm>
            <a:custGeom>
              <a:rect b="b" l="l" r="r" t="t"/>
              <a:pathLst>
                <a:path extrusionOk="0" h="2381154" w="1016126">
                  <a:moveTo>
                    <a:pt x="0" y="2381155"/>
                  </a:moveTo>
                  <a:lnTo>
                    <a:pt x="1016127" y="2381155"/>
                  </a:lnTo>
                  <a:lnTo>
                    <a:pt x="0" y="0"/>
                  </a:lnTo>
                  <a:lnTo>
                    <a:pt x="0" y="238115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6" name="Google Shape;136;p9"/>
          <p:cNvGrpSpPr/>
          <p:nvPr/>
        </p:nvGrpSpPr>
        <p:grpSpPr>
          <a:xfrm flipH="1">
            <a:off x="-195221" y="-571794"/>
            <a:ext cx="9770797" cy="6076252"/>
            <a:chOff x="-462776" y="-571794"/>
            <a:chExt cx="9770797" cy="6076252"/>
          </a:xfrm>
        </p:grpSpPr>
        <p:sp>
          <p:nvSpPr>
            <p:cNvPr id="137" name="Google Shape;137;p9"/>
            <p:cNvSpPr/>
            <p:nvPr/>
          </p:nvSpPr>
          <p:spPr>
            <a:xfrm>
              <a:off x="-2" y="-467655"/>
              <a:ext cx="3501886" cy="806128"/>
            </a:xfrm>
            <a:custGeom>
              <a:rect b="b" l="l" r="r" t="t"/>
              <a:pathLst>
                <a:path extrusionOk="0" h="511016" w="2219896">
                  <a:moveTo>
                    <a:pt x="1505617" y="511016"/>
                  </a:moveTo>
                  <a:lnTo>
                    <a:pt x="877919" y="511016"/>
                  </a:lnTo>
                  <a:cubicBezTo>
                    <a:pt x="714089" y="511016"/>
                    <a:pt x="542544" y="461201"/>
                    <a:pt x="382048" y="366903"/>
                  </a:cubicBezTo>
                  <a:cubicBezTo>
                    <a:pt x="226886" y="275749"/>
                    <a:pt x="91154" y="146399"/>
                    <a:pt x="0" y="2572"/>
                  </a:cubicBezTo>
                  <a:lnTo>
                    <a:pt x="4000" y="0"/>
                  </a:lnTo>
                  <a:cubicBezTo>
                    <a:pt x="94774" y="143256"/>
                    <a:pt x="229838" y="272034"/>
                    <a:pt x="384429" y="362807"/>
                  </a:cubicBezTo>
                  <a:cubicBezTo>
                    <a:pt x="544259" y="456629"/>
                    <a:pt x="714851" y="506254"/>
                    <a:pt x="877919" y="506254"/>
                  </a:cubicBezTo>
                  <a:lnTo>
                    <a:pt x="1505617" y="506254"/>
                  </a:lnTo>
                  <a:cubicBezTo>
                    <a:pt x="1824609" y="506254"/>
                    <a:pt x="2109883" y="302990"/>
                    <a:pt x="2215420" y="476"/>
                  </a:cubicBezTo>
                  <a:lnTo>
                    <a:pt x="2219897" y="2000"/>
                  </a:lnTo>
                  <a:cubicBezTo>
                    <a:pt x="2113693" y="306419"/>
                    <a:pt x="1826705" y="511016"/>
                    <a:pt x="1505617" y="511016"/>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38" name="Google Shape;138;p9"/>
            <p:cNvGrpSpPr/>
            <p:nvPr/>
          </p:nvGrpSpPr>
          <p:grpSpPr>
            <a:xfrm>
              <a:off x="-462776" y="-571794"/>
              <a:ext cx="9770797" cy="6076252"/>
              <a:chOff x="923249" y="-109303"/>
              <a:chExt cx="9770797" cy="6076252"/>
            </a:xfrm>
          </p:grpSpPr>
          <p:sp>
            <p:nvSpPr>
              <p:cNvPr id="139" name="Google Shape;139;p9"/>
              <p:cNvSpPr/>
              <p:nvPr/>
            </p:nvSpPr>
            <p:spPr>
              <a:xfrm rot="-2274005">
                <a:off x="2094492" y="2300865"/>
                <a:ext cx="9535" cy="3816619"/>
              </a:xfrm>
              <a:custGeom>
                <a:rect b="b" l="l" r="r" t="t"/>
                <a:pathLst>
                  <a:path extrusionOk="0" h="3812190" w="9524">
                    <a:moveTo>
                      <a:pt x="0" y="0"/>
                    </a:moveTo>
                    <a:lnTo>
                      <a:pt x="9525" y="0"/>
                    </a:lnTo>
                    <a:lnTo>
                      <a:pt x="9525" y="3812190"/>
                    </a:lnTo>
                    <a:lnTo>
                      <a:pt x="0" y="3812190"/>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 name="Google Shape;140;p9"/>
              <p:cNvSpPr/>
              <p:nvPr/>
            </p:nvSpPr>
            <p:spPr>
              <a:xfrm rot="-708899">
                <a:off x="10187062" y="-159809"/>
                <a:ext cx="9537" cy="4860013"/>
              </a:xfrm>
              <a:custGeom>
                <a:rect b="b" l="l" r="r" t="t"/>
                <a:pathLst>
                  <a:path extrusionOk="0" h="4854131" w="9525">
                    <a:moveTo>
                      <a:pt x="0" y="0"/>
                    </a:moveTo>
                    <a:lnTo>
                      <a:pt x="9525" y="0"/>
                    </a:lnTo>
                    <a:lnTo>
                      <a:pt x="9525" y="4854131"/>
                    </a:lnTo>
                    <a:lnTo>
                      <a:pt x="0" y="4854131"/>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 name="Google Shape;141;p9"/>
              <p:cNvSpPr/>
              <p:nvPr/>
            </p:nvSpPr>
            <p:spPr>
              <a:xfrm rot="-1046363">
                <a:off x="1847055" y="1037163"/>
                <a:ext cx="12585" cy="5043821"/>
              </a:xfrm>
              <a:custGeom>
                <a:rect b="b" l="l" r="r" t="t"/>
                <a:pathLst>
                  <a:path extrusionOk="0" h="5038722" w="12572">
                    <a:moveTo>
                      <a:pt x="0" y="0"/>
                    </a:moveTo>
                    <a:lnTo>
                      <a:pt x="12573" y="0"/>
                    </a:lnTo>
                    <a:lnTo>
                      <a:pt x="12573" y="5038723"/>
                    </a:lnTo>
                    <a:lnTo>
                      <a:pt x="0" y="5038723"/>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42" name="Google Shape;142;p9"/>
          <p:cNvGrpSpPr/>
          <p:nvPr/>
        </p:nvGrpSpPr>
        <p:grpSpPr>
          <a:xfrm>
            <a:off x="970644" y="334343"/>
            <a:ext cx="5751895" cy="4717808"/>
            <a:chOff x="2878637" y="2279450"/>
            <a:chExt cx="5751895" cy="4717808"/>
          </a:xfrm>
        </p:grpSpPr>
        <p:sp>
          <p:nvSpPr>
            <p:cNvPr id="143" name="Google Shape;143;p9"/>
            <p:cNvSpPr/>
            <p:nvPr/>
          </p:nvSpPr>
          <p:spPr>
            <a:xfrm>
              <a:off x="3316085" y="2279450"/>
              <a:ext cx="205168" cy="205168"/>
            </a:xfrm>
            <a:custGeom>
              <a:rect b="b" l="l" r="r" t="t"/>
              <a:pathLst>
                <a:path extrusionOk="0" h="205168" w="205168">
                  <a:moveTo>
                    <a:pt x="102584" y="205169"/>
                  </a:moveTo>
                  <a:cubicBezTo>
                    <a:pt x="46006" y="205169"/>
                    <a:pt x="0" y="159163"/>
                    <a:pt x="0" y="102584"/>
                  </a:cubicBezTo>
                  <a:cubicBezTo>
                    <a:pt x="0" y="46006"/>
                    <a:pt x="46006" y="0"/>
                    <a:pt x="102584" y="0"/>
                  </a:cubicBezTo>
                  <a:cubicBezTo>
                    <a:pt x="159163" y="0"/>
                    <a:pt x="205168" y="46006"/>
                    <a:pt x="205168" y="102584"/>
                  </a:cubicBezTo>
                  <a:cubicBezTo>
                    <a:pt x="205168" y="159163"/>
                    <a:pt x="159163" y="205169"/>
                    <a:pt x="102584" y="205169"/>
                  </a:cubicBezTo>
                  <a:close/>
                  <a:moveTo>
                    <a:pt x="102584" y="4667"/>
                  </a:moveTo>
                  <a:cubicBezTo>
                    <a:pt x="48578" y="4667"/>
                    <a:pt x="4763" y="48577"/>
                    <a:pt x="4763" y="102489"/>
                  </a:cubicBezTo>
                  <a:cubicBezTo>
                    <a:pt x="4763" y="156400"/>
                    <a:pt x="48673" y="200311"/>
                    <a:pt x="102584" y="200311"/>
                  </a:cubicBezTo>
                  <a:cubicBezTo>
                    <a:pt x="156496" y="200311"/>
                    <a:pt x="200406" y="156400"/>
                    <a:pt x="200406" y="102489"/>
                  </a:cubicBezTo>
                  <a:cubicBezTo>
                    <a:pt x="200406" y="48577"/>
                    <a:pt x="156496" y="4667"/>
                    <a:pt x="102584" y="4667"/>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 name="Google Shape;144;p9"/>
            <p:cNvSpPr/>
            <p:nvPr/>
          </p:nvSpPr>
          <p:spPr>
            <a:xfrm>
              <a:off x="8425364" y="6791994"/>
              <a:ext cx="205168" cy="205263"/>
            </a:xfrm>
            <a:custGeom>
              <a:rect b="b" l="l" r="r" t="t"/>
              <a:pathLst>
                <a:path extrusionOk="0" h="205263" w="205168">
                  <a:moveTo>
                    <a:pt x="102584" y="205264"/>
                  </a:moveTo>
                  <a:cubicBezTo>
                    <a:pt x="46006" y="205264"/>
                    <a:pt x="0" y="159258"/>
                    <a:pt x="0" y="102679"/>
                  </a:cubicBezTo>
                  <a:cubicBezTo>
                    <a:pt x="0" y="46101"/>
                    <a:pt x="46006" y="0"/>
                    <a:pt x="102584" y="0"/>
                  </a:cubicBezTo>
                  <a:cubicBezTo>
                    <a:pt x="159163" y="0"/>
                    <a:pt x="205168" y="46006"/>
                    <a:pt x="205168" y="102679"/>
                  </a:cubicBezTo>
                  <a:cubicBezTo>
                    <a:pt x="205168" y="159353"/>
                    <a:pt x="159163" y="205264"/>
                    <a:pt x="102584" y="205264"/>
                  </a:cubicBezTo>
                  <a:close/>
                  <a:moveTo>
                    <a:pt x="102584" y="4763"/>
                  </a:moveTo>
                  <a:cubicBezTo>
                    <a:pt x="48577" y="4763"/>
                    <a:pt x="4763" y="48673"/>
                    <a:pt x="4763" y="102679"/>
                  </a:cubicBezTo>
                  <a:cubicBezTo>
                    <a:pt x="4763" y="156686"/>
                    <a:pt x="48673" y="200501"/>
                    <a:pt x="102584" y="200501"/>
                  </a:cubicBezTo>
                  <a:cubicBezTo>
                    <a:pt x="156496" y="200501"/>
                    <a:pt x="200406" y="156591"/>
                    <a:pt x="200406" y="102679"/>
                  </a:cubicBezTo>
                  <a:cubicBezTo>
                    <a:pt x="200406" y="48768"/>
                    <a:pt x="156496" y="4763"/>
                    <a:pt x="102584"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 name="Google Shape;145;p9"/>
            <p:cNvSpPr/>
            <p:nvPr/>
          </p:nvSpPr>
          <p:spPr>
            <a:xfrm>
              <a:off x="2878637" y="6557583"/>
              <a:ext cx="439674" cy="439673"/>
            </a:xfrm>
            <a:custGeom>
              <a:rect b="b" l="l" r="r" t="t"/>
              <a:pathLst>
                <a:path extrusionOk="0" h="439673" w="439674">
                  <a:moveTo>
                    <a:pt x="219837" y="439674"/>
                  </a:moveTo>
                  <a:cubicBezTo>
                    <a:pt x="98584" y="439674"/>
                    <a:pt x="0" y="341090"/>
                    <a:pt x="0" y="219837"/>
                  </a:cubicBezTo>
                  <a:cubicBezTo>
                    <a:pt x="0" y="98584"/>
                    <a:pt x="98584" y="0"/>
                    <a:pt x="219837" y="0"/>
                  </a:cubicBezTo>
                  <a:cubicBezTo>
                    <a:pt x="341090" y="0"/>
                    <a:pt x="439674" y="98584"/>
                    <a:pt x="439674" y="219837"/>
                  </a:cubicBezTo>
                  <a:cubicBezTo>
                    <a:pt x="439674" y="341090"/>
                    <a:pt x="341090" y="439674"/>
                    <a:pt x="219837" y="439674"/>
                  </a:cubicBezTo>
                  <a:close/>
                  <a:moveTo>
                    <a:pt x="219837" y="4763"/>
                  </a:moveTo>
                  <a:cubicBezTo>
                    <a:pt x="101251" y="4763"/>
                    <a:pt x="4763" y="101251"/>
                    <a:pt x="4763" y="219837"/>
                  </a:cubicBezTo>
                  <a:cubicBezTo>
                    <a:pt x="4763" y="338423"/>
                    <a:pt x="101251" y="434911"/>
                    <a:pt x="219837" y="434911"/>
                  </a:cubicBezTo>
                  <a:cubicBezTo>
                    <a:pt x="338424" y="434911"/>
                    <a:pt x="434912" y="338423"/>
                    <a:pt x="434912" y="219837"/>
                  </a:cubicBezTo>
                  <a:cubicBezTo>
                    <a:pt x="434912" y="101251"/>
                    <a:pt x="338424" y="4763"/>
                    <a:pt x="219837"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46" name="Google Shape;146;p9"/>
          <p:cNvSpPr txBox="1"/>
          <p:nvPr>
            <p:ph type="title"/>
          </p:nvPr>
        </p:nvSpPr>
        <p:spPr>
          <a:xfrm>
            <a:off x="1664850" y="916338"/>
            <a:ext cx="5814300" cy="20952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sz="40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147" name="Google Shape;147;p9"/>
          <p:cNvSpPr txBox="1"/>
          <p:nvPr>
            <p:ph idx="1" type="subTitle"/>
          </p:nvPr>
        </p:nvSpPr>
        <p:spPr>
          <a:xfrm>
            <a:off x="1664850" y="3011613"/>
            <a:ext cx="5814300" cy="1004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48" name="Shape 148"/>
        <p:cNvGrpSpPr/>
        <p:nvPr/>
      </p:nvGrpSpPr>
      <p:grpSpPr>
        <a:xfrm>
          <a:off x="0" y="0"/>
          <a:ext cx="0" cy="0"/>
          <a:chOff x="0" y="0"/>
          <a:chExt cx="0" cy="0"/>
        </a:xfrm>
      </p:grpSpPr>
      <p:sp>
        <p:nvSpPr>
          <p:cNvPr id="149" name="Google Shape;149;p10"/>
          <p:cNvSpPr/>
          <p:nvPr>
            <p:ph idx="2" type="pic"/>
          </p:nvPr>
        </p:nvSpPr>
        <p:spPr>
          <a:xfrm>
            <a:off x="0" y="0"/>
            <a:ext cx="9144000" cy="5143500"/>
          </a:xfrm>
          <a:prstGeom prst="rect">
            <a:avLst/>
          </a:prstGeom>
          <a:noFill/>
          <a:ln>
            <a:noFill/>
          </a:ln>
        </p:spPr>
      </p:sp>
      <p:sp>
        <p:nvSpPr>
          <p:cNvPr id="150" name="Google Shape;150;p10"/>
          <p:cNvSpPr txBox="1"/>
          <p:nvPr>
            <p:ph type="title"/>
          </p:nvPr>
        </p:nvSpPr>
        <p:spPr>
          <a:xfrm>
            <a:off x="720000" y="539500"/>
            <a:ext cx="3635400" cy="1143900"/>
          </a:xfrm>
          <a:prstGeom prst="rect">
            <a:avLst/>
          </a:prstGeom>
          <a:solidFill>
            <a:schemeClr val="lt1"/>
          </a:solidFill>
        </p:spPr>
        <p:txBody>
          <a:bodyPr anchorCtr="0" anchor="t" bIns="91425" lIns="91425" spcFirstLastPara="1" rIns="91425" wrap="square" tIns="91425">
            <a:noAutofit/>
          </a:bodyPr>
          <a:lstStyle>
            <a:lvl1pPr lvl="0" rtl="0" algn="ctr">
              <a:lnSpc>
                <a:spcPct val="115000"/>
              </a:lnSpc>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51" name="Shape 151"/>
        <p:cNvGrpSpPr/>
        <p:nvPr/>
      </p:nvGrpSpPr>
      <p:grpSpPr>
        <a:xfrm>
          <a:off x="0" y="0"/>
          <a:ext cx="0" cy="0"/>
          <a:chOff x="0" y="0"/>
          <a:chExt cx="0" cy="0"/>
        </a:xfrm>
      </p:grpSpPr>
      <p:sp>
        <p:nvSpPr>
          <p:cNvPr id="152" name="Google Shape;152;p11"/>
          <p:cNvSpPr txBox="1"/>
          <p:nvPr>
            <p:ph hasCustomPrompt="1" type="title"/>
          </p:nvPr>
        </p:nvSpPr>
        <p:spPr>
          <a:xfrm>
            <a:off x="1284000" y="1895525"/>
            <a:ext cx="6576000" cy="1039800"/>
          </a:xfrm>
          <a:prstGeom prst="rect">
            <a:avLst/>
          </a:prstGeom>
        </p:spPr>
        <p:txBody>
          <a:bodyPr anchorCtr="0" anchor="b" bIns="91425" lIns="91425" spcFirstLastPara="1" rIns="91425" wrap="square" tIns="91425">
            <a:noAutofit/>
          </a:bodyPr>
          <a:lstStyle>
            <a:lvl1pPr indent="0" lvl="0" marL="0" marR="0" rtl="0" algn="ctr">
              <a:lnSpc>
                <a:spcPct val="100000"/>
              </a:lnSpc>
              <a:spcBef>
                <a:spcPts val="0"/>
              </a:spcBef>
              <a:spcAft>
                <a:spcPts val="0"/>
              </a:spcAft>
              <a:buSzPts val="9600"/>
              <a:buNone/>
              <a:defRPr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53" name="Google Shape;153;p11"/>
          <p:cNvSpPr txBox="1"/>
          <p:nvPr>
            <p:ph idx="1" type="subTitle"/>
          </p:nvPr>
        </p:nvSpPr>
        <p:spPr>
          <a:xfrm>
            <a:off x="2486925" y="3031400"/>
            <a:ext cx="4181400" cy="497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grpSp>
        <p:nvGrpSpPr>
          <p:cNvPr id="154" name="Google Shape;154;p11"/>
          <p:cNvGrpSpPr/>
          <p:nvPr/>
        </p:nvGrpSpPr>
        <p:grpSpPr>
          <a:xfrm>
            <a:off x="-30525" y="217"/>
            <a:ext cx="9173711" cy="5312030"/>
            <a:chOff x="-30525" y="217"/>
            <a:chExt cx="9173711" cy="5312030"/>
          </a:xfrm>
        </p:grpSpPr>
        <p:sp>
          <p:nvSpPr>
            <p:cNvPr id="155" name="Google Shape;155;p11"/>
            <p:cNvSpPr/>
            <p:nvPr/>
          </p:nvSpPr>
          <p:spPr>
            <a:xfrm flipH="1">
              <a:off x="8288908" y="696"/>
              <a:ext cx="854267" cy="5143500"/>
            </a:xfrm>
            <a:custGeom>
              <a:rect b="b" l="l" r="r" t="t"/>
              <a:pathLst>
                <a:path extrusionOk="0" h="4762500" w="2293334">
                  <a:moveTo>
                    <a:pt x="832295" y="2601563"/>
                  </a:moveTo>
                  <a:cubicBezTo>
                    <a:pt x="832295" y="1499902"/>
                    <a:pt x="1417130" y="534924"/>
                    <a:pt x="2293334" y="0"/>
                  </a:cubicBezTo>
                  <a:lnTo>
                    <a:pt x="0" y="0"/>
                  </a:lnTo>
                  <a:lnTo>
                    <a:pt x="0" y="4762500"/>
                  </a:lnTo>
                  <a:lnTo>
                    <a:pt x="1731740" y="4762500"/>
                  </a:lnTo>
                  <a:cubicBezTo>
                    <a:pt x="1176242" y="4210717"/>
                    <a:pt x="832199" y="3446336"/>
                    <a:pt x="832199" y="26015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 name="Google Shape;156;p11"/>
            <p:cNvSpPr/>
            <p:nvPr/>
          </p:nvSpPr>
          <p:spPr>
            <a:xfrm flipH="1" rot="10800000">
              <a:off x="8069350" y="3391604"/>
              <a:ext cx="1073836" cy="1752592"/>
            </a:xfrm>
            <a:custGeom>
              <a:rect b="b" l="l" r="r" t="t"/>
              <a:pathLst>
                <a:path extrusionOk="0" h="2727769" w="1164050">
                  <a:moveTo>
                    <a:pt x="1164051" y="0"/>
                  </a:moveTo>
                  <a:lnTo>
                    <a:pt x="0" y="0"/>
                  </a:lnTo>
                  <a:lnTo>
                    <a:pt x="1164051" y="2727770"/>
                  </a:lnTo>
                  <a:lnTo>
                    <a:pt x="1164051" y="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 name="Google Shape;157;p11"/>
            <p:cNvSpPr/>
            <p:nvPr/>
          </p:nvSpPr>
          <p:spPr>
            <a:xfrm flipH="1" rot="10800000">
              <a:off x="-30525" y="217"/>
              <a:ext cx="1397173" cy="3827705"/>
            </a:xfrm>
            <a:custGeom>
              <a:rect b="b" l="l" r="r" t="t"/>
              <a:pathLst>
                <a:path extrusionOk="0" h="2381154" w="1016126">
                  <a:moveTo>
                    <a:pt x="0" y="2381155"/>
                  </a:moveTo>
                  <a:lnTo>
                    <a:pt x="1016127" y="2381155"/>
                  </a:lnTo>
                  <a:lnTo>
                    <a:pt x="0" y="0"/>
                  </a:lnTo>
                  <a:lnTo>
                    <a:pt x="0" y="238115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 name="Google Shape;158;p11"/>
            <p:cNvSpPr/>
            <p:nvPr/>
          </p:nvSpPr>
          <p:spPr>
            <a:xfrm flipH="1" rot="10800000">
              <a:off x="775092" y="4604688"/>
              <a:ext cx="3089581" cy="707559"/>
            </a:xfrm>
            <a:custGeom>
              <a:rect b="b" l="l" r="r" t="t"/>
              <a:pathLst>
                <a:path extrusionOk="0" h="448532" w="1958530">
                  <a:moveTo>
                    <a:pt x="0" y="0"/>
                  </a:moveTo>
                  <a:cubicBezTo>
                    <a:pt x="164211" y="259080"/>
                    <a:pt x="476345" y="448532"/>
                    <a:pt x="774287" y="448532"/>
                  </a:cubicBezTo>
                  <a:lnTo>
                    <a:pt x="1329118" y="448532"/>
                  </a:lnTo>
                  <a:cubicBezTo>
                    <a:pt x="1619345" y="448532"/>
                    <a:pt x="1867662" y="260318"/>
                    <a:pt x="1958531" y="0"/>
                  </a:cubicBezTo>
                  <a:lnTo>
                    <a:pt x="95"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9" name="Google Shape;159;p11"/>
          <p:cNvGrpSpPr/>
          <p:nvPr/>
        </p:nvGrpSpPr>
        <p:grpSpPr>
          <a:xfrm>
            <a:off x="-372336" y="-799403"/>
            <a:ext cx="10042307" cy="6411254"/>
            <a:chOff x="-372336" y="-799403"/>
            <a:chExt cx="10042307" cy="6411254"/>
          </a:xfrm>
        </p:grpSpPr>
        <p:grpSp>
          <p:nvGrpSpPr>
            <p:cNvPr id="160" name="Google Shape;160;p11"/>
            <p:cNvGrpSpPr/>
            <p:nvPr/>
          </p:nvGrpSpPr>
          <p:grpSpPr>
            <a:xfrm rot="10800000">
              <a:off x="7317950" y="-799403"/>
              <a:ext cx="2352021" cy="4815751"/>
              <a:chOff x="871674" y="1713173"/>
              <a:chExt cx="2352021" cy="4815751"/>
            </a:xfrm>
          </p:grpSpPr>
          <p:sp>
            <p:nvSpPr>
              <p:cNvPr id="161" name="Google Shape;161;p11"/>
              <p:cNvSpPr/>
              <p:nvPr/>
            </p:nvSpPr>
            <p:spPr>
              <a:xfrm rot="-2274005">
                <a:off x="2042917" y="2862840"/>
                <a:ext cx="9535" cy="3816619"/>
              </a:xfrm>
              <a:custGeom>
                <a:rect b="b" l="l" r="r" t="t"/>
                <a:pathLst>
                  <a:path extrusionOk="0" h="3812190" w="9524">
                    <a:moveTo>
                      <a:pt x="0" y="0"/>
                    </a:moveTo>
                    <a:lnTo>
                      <a:pt x="9525" y="0"/>
                    </a:lnTo>
                    <a:lnTo>
                      <a:pt x="9525" y="3812190"/>
                    </a:lnTo>
                    <a:lnTo>
                      <a:pt x="0" y="3812190"/>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 name="Google Shape;162;p11"/>
              <p:cNvSpPr/>
              <p:nvPr/>
            </p:nvSpPr>
            <p:spPr>
              <a:xfrm rot="-1046363">
                <a:off x="1795480" y="1599138"/>
                <a:ext cx="12585" cy="5043821"/>
              </a:xfrm>
              <a:custGeom>
                <a:rect b="b" l="l" r="r" t="t"/>
                <a:pathLst>
                  <a:path extrusionOk="0" h="5038722" w="12572">
                    <a:moveTo>
                      <a:pt x="0" y="0"/>
                    </a:moveTo>
                    <a:lnTo>
                      <a:pt x="12573" y="0"/>
                    </a:lnTo>
                    <a:lnTo>
                      <a:pt x="12573" y="5038723"/>
                    </a:lnTo>
                    <a:lnTo>
                      <a:pt x="0" y="5038723"/>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63" name="Google Shape;163;p11"/>
            <p:cNvSpPr/>
            <p:nvPr/>
          </p:nvSpPr>
          <p:spPr>
            <a:xfrm flipH="1" rot="10800000">
              <a:off x="-2" y="4805724"/>
              <a:ext cx="3501886" cy="806128"/>
            </a:xfrm>
            <a:custGeom>
              <a:rect b="b" l="l" r="r" t="t"/>
              <a:pathLst>
                <a:path extrusionOk="0" h="511016" w="2219896">
                  <a:moveTo>
                    <a:pt x="1505617" y="511016"/>
                  </a:moveTo>
                  <a:lnTo>
                    <a:pt x="877919" y="511016"/>
                  </a:lnTo>
                  <a:cubicBezTo>
                    <a:pt x="714089" y="511016"/>
                    <a:pt x="542544" y="461201"/>
                    <a:pt x="382048" y="366903"/>
                  </a:cubicBezTo>
                  <a:cubicBezTo>
                    <a:pt x="226886" y="275749"/>
                    <a:pt x="91154" y="146399"/>
                    <a:pt x="0" y="2572"/>
                  </a:cubicBezTo>
                  <a:lnTo>
                    <a:pt x="4000" y="0"/>
                  </a:lnTo>
                  <a:cubicBezTo>
                    <a:pt x="94774" y="143256"/>
                    <a:pt x="229838" y="272034"/>
                    <a:pt x="384429" y="362807"/>
                  </a:cubicBezTo>
                  <a:cubicBezTo>
                    <a:pt x="544259" y="456629"/>
                    <a:pt x="714851" y="506254"/>
                    <a:pt x="877919" y="506254"/>
                  </a:cubicBezTo>
                  <a:lnTo>
                    <a:pt x="1505617" y="506254"/>
                  </a:lnTo>
                  <a:cubicBezTo>
                    <a:pt x="1824609" y="506254"/>
                    <a:pt x="2109883" y="302990"/>
                    <a:pt x="2215420" y="476"/>
                  </a:cubicBezTo>
                  <a:lnTo>
                    <a:pt x="2219897" y="2000"/>
                  </a:lnTo>
                  <a:cubicBezTo>
                    <a:pt x="2113693" y="306419"/>
                    <a:pt x="1826705" y="511016"/>
                    <a:pt x="1505617" y="511016"/>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 name="Google Shape;164;p11"/>
            <p:cNvSpPr/>
            <p:nvPr/>
          </p:nvSpPr>
          <p:spPr>
            <a:xfrm rot="-6108899">
              <a:off x="2002396" y="-2018683"/>
              <a:ext cx="9537" cy="4860013"/>
            </a:xfrm>
            <a:custGeom>
              <a:rect b="b" l="l" r="r" t="t"/>
              <a:pathLst>
                <a:path extrusionOk="0" h="4854131" w="9525">
                  <a:moveTo>
                    <a:pt x="0" y="0"/>
                  </a:moveTo>
                  <a:lnTo>
                    <a:pt x="9525" y="0"/>
                  </a:lnTo>
                  <a:lnTo>
                    <a:pt x="9525" y="4854131"/>
                  </a:lnTo>
                  <a:lnTo>
                    <a:pt x="0" y="4854131"/>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5" name="Google Shape;165;p11"/>
          <p:cNvGrpSpPr/>
          <p:nvPr/>
        </p:nvGrpSpPr>
        <p:grpSpPr>
          <a:xfrm flipH="1" rot="10800000">
            <a:off x="405464" y="-235522"/>
            <a:ext cx="7290068" cy="5776149"/>
            <a:chOff x="2739089" y="1632394"/>
            <a:chExt cx="7290068" cy="5776149"/>
          </a:xfrm>
        </p:grpSpPr>
        <p:sp>
          <p:nvSpPr>
            <p:cNvPr id="166" name="Google Shape;166;p11"/>
            <p:cNvSpPr/>
            <p:nvPr/>
          </p:nvSpPr>
          <p:spPr>
            <a:xfrm>
              <a:off x="2944261" y="2753625"/>
              <a:ext cx="205168" cy="205168"/>
            </a:xfrm>
            <a:custGeom>
              <a:rect b="b" l="l" r="r" t="t"/>
              <a:pathLst>
                <a:path extrusionOk="0" h="205168" w="205168">
                  <a:moveTo>
                    <a:pt x="102584" y="205169"/>
                  </a:moveTo>
                  <a:cubicBezTo>
                    <a:pt x="46006" y="205169"/>
                    <a:pt x="0" y="159163"/>
                    <a:pt x="0" y="102584"/>
                  </a:cubicBezTo>
                  <a:cubicBezTo>
                    <a:pt x="0" y="46006"/>
                    <a:pt x="46006" y="0"/>
                    <a:pt x="102584" y="0"/>
                  </a:cubicBezTo>
                  <a:cubicBezTo>
                    <a:pt x="159163" y="0"/>
                    <a:pt x="205168" y="46006"/>
                    <a:pt x="205168" y="102584"/>
                  </a:cubicBezTo>
                  <a:cubicBezTo>
                    <a:pt x="205168" y="159163"/>
                    <a:pt x="159163" y="205169"/>
                    <a:pt x="102584" y="205169"/>
                  </a:cubicBezTo>
                  <a:close/>
                  <a:moveTo>
                    <a:pt x="102584" y="4667"/>
                  </a:moveTo>
                  <a:cubicBezTo>
                    <a:pt x="48578" y="4667"/>
                    <a:pt x="4763" y="48577"/>
                    <a:pt x="4763" y="102489"/>
                  </a:cubicBezTo>
                  <a:cubicBezTo>
                    <a:pt x="4763" y="156400"/>
                    <a:pt x="48673" y="200311"/>
                    <a:pt x="102584" y="200311"/>
                  </a:cubicBezTo>
                  <a:cubicBezTo>
                    <a:pt x="156496" y="200311"/>
                    <a:pt x="200406" y="156400"/>
                    <a:pt x="200406" y="102489"/>
                  </a:cubicBezTo>
                  <a:cubicBezTo>
                    <a:pt x="200406" y="48577"/>
                    <a:pt x="156496" y="4667"/>
                    <a:pt x="102584" y="4667"/>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 name="Google Shape;167;p11"/>
            <p:cNvSpPr/>
            <p:nvPr/>
          </p:nvSpPr>
          <p:spPr>
            <a:xfrm>
              <a:off x="9350406" y="1632394"/>
              <a:ext cx="678751" cy="678751"/>
            </a:xfrm>
            <a:custGeom>
              <a:rect b="b" l="l" r="r" t="t"/>
              <a:pathLst>
                <a:path extrusionOk="0" h="678751" w="678751">
                  <a:moveTo>
                    <a:pt x="339376" y="678752"/>
                  </a:moveTo>
                  <a:cubicBezTo>
                    <a:pt x="152305" y="678752"/>
                    <a:pt x="0" y="526542"/>
                    <a:pt x="0" y="339376"/>
                  </a:cubicBezTo>
                  <a:cubicBezTo>
                    <a:pt x="0" y="152210"/>
                    <a:pt x="152210" y="0"/>
                    <a:pt x="339376" y="0"/>
                  </a:cubicBezTo>
                  <a:cubicBezTo>
                    <a:pt x="526542" y="0"/>
                    <a:pt x="678752" y="152210"/>
                    <a:pt x="678752" y="339376"/>
                  </a:cubicBezTo>
                  <a:cubicBezTo>
                    <a:pt x="678752" y="526542"/>
                    <a:pt x="526542" y="678752"/>
                    <a:pt x="339376" y="678752"/>
                  </a:cubicBezTo>
                  <a:close/>
                  <a:moveTo>
                    <a:pt x="339376" y="4858"/>
                  </a:moveTo>
                  <a:cubicBezTo>
                    <a:pt x="154877" y="4858"/>
                    <a:pt x="4763" y="154972"/>
                    <a:pt x="4763" y="339471"/>
                  </a:cubicBezTo>
                  <a:cubicBezTo>
                    <a:pt x="4763" y="523970"/>
                    <a:pt x="154877" y="674084"/>
                    <a:pt x="339376" y="674084"/>
                  </a:cubicBezTo>
                  <a:cubicBezTo>
                    <a:pt x="523875" y="674084"/>
                    <a:pt x="673989" y="523970"/>
                    <a:pt x="673989" y="339471"/>
                  </a:cubicBezTo>
                  <a:cubicBezTo>
                    <a:pt x="673989" y="154972"/>
                    <a:pt x="523875" y="4858"/>
                    <a:pt x="339376" y="4858"/>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 name="Google Shape;168;p11"/>
            <p:cNvSpPr/>
            <p:nvPr/>
          </p:nvSpPr>
          <p:spPr>
            <a:xfrm>
              <a:off x="2739089" y="5692044"/>
              <a:ext cx="205168" cy="205263"/>
            </a:xfrm>
            <a:custGeom>
              <a:rect b="b" l="l" r="r" t="t"/>
              <a:pathLst>
                <a:path extrusionOk="0" h="205263" w="205168">
                  <a:moveTo>
                    <a:pt x="102584" y="205264"/>
                  </a:moveTo>
                  <a:cubicBezTo>
                    <a:pt x="46006" y="205264"/>
                    <a:pt x="0" y="159258"/>
                    <a:pt x="0" y="102679"/>
                  </a:cubicBezTo>
                  <a:cubicBezTo>
                    <a:pt x="0" y="46101"/>
                    <a:pt x="46006" y="0"/>
                    <a:pt x="102584" y="0"/>
                  </a:cubicBezTo>
                  <a:cubicBezTo>
                    <a:pt x="159163" y="0"/>
                    <a:pt x="205168" y="46006"/>
                    <a:pt x="205168" y="102679"/>
                  </a:cubicBezTo>
                  <a:cubicBezTo>
                    <a:pt x="205168" y="159353"/>
                    <a:pt x="159163" y="205264"/>
                    <a:pt x="102584" y="205264"/>
                  </a:cubicBezTo>
                  <a:close/>
                  <a:moveTo>
                    <a:pt x="102584" y="4763"/>
                  </a:moveTo>
                  <a:cubicBezTo>
                    <a:pt x="48577" y="4763"/>
                    <a:pt x="4763" y="48673"/>
                    <a:pt x="4763" y="102679"/>
                  </a:cubicBezTo>
                  <a:cubicBezTo>
                    <a:pt x="4763" y="156686"/>
                    <a:pt x="48673" y="200501"/>
                    <a:pt x="102584" y="200501"/>
                  </a:cubicBezTo>
                  <a:cubicBezTo>
                    <a:pt x="156496" y="200501"/>
                    <a:pt x="200406" y="156591"/>
                    <a:pt x="200406" y="102679"/>
                  </a:cubicBezTo>
                  <a:cubicBezTo>
                    <a:pt x="200406" y="48768"/>
                    <a:pt x="156496" y="4763"/>
                    <a:pt x="102584"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 name="Google Shape;169;p11"/>
            <p:cNvSpPr/>
            <p:nvPr/>
          </p:nvSpPr>
          <p:spPr>
            <a:xfrm>
              <a:off x="7650661" y="6968870"/>
              <a:ext cx="439674" cy="439673"/>
            </a:xfrm>
            <a:custGeom>
              <a:rect b="b" l="l" r="r" t="t"/>
              <a:pathLst>
                <a:path extrusionOk="0" h="439673" w="439674">
                  <a:moveTo>
                    <a:pt x="219837" y="439674"/>
                  </a:moveTo>
                  <a:cubicBezTo>
                    <a:pt x="98584" y="439674"/>
                    <a:pt x="0" y="341090"/>
                    <a:pt x="0" y="219837"/>
                  </a:cubicBezTo>
                  <a:cubicBezTo>
                    <a:pt x="0" y="98584"/>
                    <a:pt x="98584" y="0"/>
                    <a:pt x="219837" y="0"/>
                  </a:cubicBezTo>
                  <a:cubicBezTo>
                    <a:pt x="341090" y="0"/>
                    <a:pt x="439674" y="98584"/>
                    <a:pt x="439674" y="219837"/>
                  </a:cubicBezTo>
                  <a:cubicBezTo>
                    <a:pt x="439674" y="341090"/>
                    <a:pt x="341090" y="439674"/>
                    <a:pt x="219837" y="439674"/>
                  </a:cubicBezTo>
                  <a:close/>
                  <a:moveTo>
                    <a:pt x="219837" y="4763"/>
                  </a:moveTo>
                  <a:cubicBezTo>
                    <a:pt x="101251" y="4763"/>
                    <a:pt x="4763" y="101251"/>
                    <a:pt x="4763" y="219837"/>
                  </a:cubicBezTo>
                  <a:cubicBezTo>
                    <a:pt x="4763" y="338423"/>
                    <a:pt x="101251" y="434911"/>
                    <a:pt x="219837" y="434911"/>
                  </a:cubicBezTo>
                  <a:cubicBezTo>
                    <a:pt x="338424" y="434911"/>
                    <a:pt x="434912" y="338423"/>
                    <a:pt x="434912" y="219837"/>
                  </a:cubicBezTo>
                  <a:cubicBezTo>
                    <a:pt x="434912" y="101251"/>
                    <a:pt x="338424" y="4763"/>
                    <a:pt x="219837"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170" name="Shape 170"/>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171" name="Shape 171"/>
        <p:cNvGrpSpPr/>
        <p:nvPr/>
      </p:nvGrpSpPr>
      <p:grpSpPr>
        <a:xfrm>
          <a:off x="0" y="0"/>
          <a:ext cx="0" cy="0"/>
          <a:chOff x="0" y="0"/>
          <a:chExt cx="0" cy="0"/>
        </a:xfrm>
      </p:grpSpPr>
      <p:sp>
        <p:nvSpPr>
          <p:cNvPr id="172" name="Google Shape;172;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73" name="Google Shape;173;p13"/>
          <p:cNvSpPr txBox="1"/>
          <p:nvPr>
            <p:ph idx="1" type="subTitle"/>
          </p:nvPr>
        </p:nvSpPr>
        <p:spPr>
          <a:xfrm>
            <a:off x="713225" y="2193175"/>
            <a:ext cx="2305500" cy="5727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74" name="Google Shape;174;p13"/>
          <p:cNvSpPr txBox="1"/>
          <p:nvPr>
            <p:ph idx="2" type="subTitle"/>
          </p:nvPr>
        </p:nvSpPr>
        <p:spPr>
          <a:xfrm>
            <a:off x="713225" y="3739402"/>
            <a:ext cx="2305500" cy="5727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75" name="Google Shape;175;p13"/>
          <p:cNvSpPr txBox="1"/>
          <p:nvPr>
            <p:ph idx="3" type="subTitle"/>
          </p:nvPr>
        </p:nvSpPr>
        <p:spPr>
          <a:xfrm>
            <a:off x="3419250" y="3739402"/>
            <a:ext cx="2305500" cy="5727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76" name="Google Shape;176;p13"/>
          <p:cNvSpPr txBox="1"/>
          <p:nvPr>
            <p:ph idx="4" type="subTitle"/>
          </p:nvPr>
        </p:nvSpPr>
        <p:spPr>
          <a:xfrm>
            <a:off x="3419250" y="2193175"/>
            <a:ext cx="2305500" cy="5727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77" name="Google Shape;177;p13"/>
          <p:cNvSpPr txBox="1"/>
          <p:nvPr>
            <p:ph hasCustomPrompt="1" idx="5" type="title"/>
          </p:nvPr>
        </p:nvSpPr>
        <p:spPr>
          <a:xfrm>
            <a:off x="1415375" y="1404025"/>
            <a:ext cx="901200" cy="616800"/>
          </a:xfrm>
          <a:prstGeom prst="rect">
            <a:avLst/>
          </a:prstGeom>
          <a:noFill/>
        </p:spPr>
        <p:txBody>
          <a:bodyPr anchorCtr="0" anchor="b" bIns="91425" lIns="91425" spcFirstLastPara="1" rIns="91425" wrap="square" tIns="91425">
            <a:noAutofit/>
          </a:bodyPr>
          <a:lstStyle>
            <a:lvl1pPr lvl="0" rtl="0" algn="ctr">
              <a:lnSpc>
                <a:spcPct val="115000"/>
              </a:lnSpc>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78" name="Google Shape;178;p13"/>
          <p:cNvSpPr txBox="1"/>
          <p:nvPr>
            <p:ph hasCustomPrompt="1" idx="6" type="title"/>
          </p:nvPr>
        </p:nvSpPr>
        <p:spPr>
          <a:xfrm>
            <a:off x="4121400" y="2950400"/>
            <a:ext cx="901200" cy="616800"/>
          </a:xfrm>
          <a:prstGeom prst="rect">
            <a:avLst/>
          </a:prstGeom>
          <a:noFill/>
        </p:spPr>
        <p:txBody>
          <a:bodyPr anchorCtr="0" anchor="b" bIns="91425" lIns="91425" spcFirstLastPara="1" rIns="91425" wrap="square" tIns="91425">
            <a:noAutofit/>
          </a:bodyPr>
          <a:lstStyle>
            <a:lvl1pPr lvl="0" rtl="0" algn="ctr">
              <a:lnSpc>
                <a:spcPct val="115000"/>
              </a:lnSpc>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79" name="Google Shape;179;p13"/>
          <p:cNvSpPr txBox="1"/>
          <p:nvPr>
            <p:ph hasCustomPrompt="1" idx="7" type="title"/>
          </p:nvPr>
        </p:nvSpPr>
        <p:spPr>
          <a:xfrm>
            <a:off x="1415375" y="2950400"/>
            <a:ext cx="901200" cy="616800"/>
          </a:xfrm>
          <a:prstGeom prst="rect">
            <a:avLst/>
          </a:prstGeom>
          <a:noFill/>
        </p:spPr>
        <p:txBody>
          <a:bodyPr anchorCtr="0" anchor="b" bIns="91425" lIns="91425" spcFirstLastPara="1" rIns="91425" wrap="square" tIns="91425">
            <a:noAutofit/>
          </a:bodyPr>
          <a:lstStyle>
            <a:lvl1pPr lvl="0" rtl="0" algn="ctr">
              <a:lnSpc>
                <a:spcPct val="115000"/>
              </a:lnSpc>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80" name="Google Shape;180;p13"/>
          <p:cNvSpPr txBox="1"/>
          <p:nvPr>
            <p:ph hasCustomPrompt="1" idx="8" type="title"/>
          </p:nvPr>
        </p:nvSpPr>
        <p:spPr>
          <a:xfrm>
            <a:off x="4121400" y="1404025"/>
            <a:ext cx="901200" cy="616800"/>
          </a:xfrm>
          <a:prstGeom prst="rect">
            <a:avLst/>
          </a:prstGeom>
          <a:noFill/>
        </p:spPr>
        <p:txBody>
          <a:bodyPr anchorCtr="0" anchor="b" bIns="91425" lIns="91425" spcFirstLastPara="1" rIns="91425" wrap="square" tIns="91425">
            <a:noAutofit/>
          </a:bodyPr>
          <a:lstStyle>
            <a:lvl1pPr lvl="0" rtl="0" algn="ctr">
              <a:lnSpc>
                <a:spcPct val="115000"/>
              </a:lnSpc>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81" name="Google Shape;181;p13"/>
          <p:cNvSpPr txBox="1"/>
          <p:nvPr>
            <p:ph idx="9" type="subTitle"/>
          </p:nvPr>
        </p:nvSpPr>
        <p:spPr>
          <a:xfrm>
            <a:off x="6125275" y="3739402"/>
            <a:ext cx="2305500" cy="5727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82" name="Google Shape;182;p13"/>
          <p:cNvSpPr txBox="1"/>
          <p:nvPr>
            <p:ph idx="13" type="subTitle"/>
          </p:nvPr>
        </p:nvSpPr>
        <p:spPr>
          <a:xfrm>
            <a:off x="6125275" y="2193175"/>
            <a:ext cx="2305500" cy="5727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83" name="Google Shape;183;p13"/>
          <p:cNvSpPr txBox="1"/>
          <p:nvPr>
            <p:ph hasCustomPrompt="1" idx="14" type="title"/>
          </p:nvPr>
        </p:nvSpPr>
        <p:spPr>
          <a:xfrm>
            <a:off x="6827425" y="2950400"/>
            <a:ext cx="901200" cy="616800"/>
          </a:xfrm>
          <a:prstGeom prst="rect">
            <a:avLst/>
          </a:prstGeom>
          <a:noFill/>
        </p:spPr>
        <p:txBody>
          <a:bodyPr anchorCtr="0" anchor="b" bIns="91425" lIns="91425" spcFirstLastPara="1" rIns="91425" wrap="square" tIns="91425">
            <a:noAutofit/>
          </a:bodyPr>
          <a:lstStyle>
            <a:lvl1pPr lvl="0" rtl="0" algn="ctr">
              <a:lnSpc>
                <a:spcPct val="115000"/>
              </a:lnSpc>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84" name="Google Shape;184;p13"/>
          <p:cNvSpPr txBox="1"/>
          <p:nvPr>
            <p:ph hasCustomPrompt="1" idx="15" type="title"/>
          </p:nvPr>
        </p:nvSpPr>
        <p:spPr>
          <a:xfrm>
            <a:off x="6827425" y="1404025"/>
            <a:ext cx="901200" cy="616800"/>
          </a:xfrm>
          <a:prstGeom prst="rect">
            <a:avLst/>
          </a:prstGeom>
          <a:noFill/>
        </p:spPr>
        <p:txBody>
          <a:bodyPr anchorCtr="0" anchor="b" bIns="91425" lIns="91425" spcFirstLastPara="1" rIns="91425" wrap="square" tIns="91425">
            <a:noAutofit/>
          </a:bodyPr>
          <a:lstStyle>
            <a:lvl1pPr lvl="0" rtl="0" algn="ctr">
              <a:lnSpc>
                <a:spcPct val="115000"/>
              </a:lnSpc>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85" name="Google Shape;185;p13"/>
          <p:cNvSpPr txBox="1"/>
          <p:nvPr>
            <p:ph idx="16" type="subTitle"/>
          </p:nvPr>
        </p:nvSpPr>
        <p:spPr>
          <a:xfrm>
            <a:off x="713225" y="1859200"/>
            <a:ext cx="2305500" cy="4377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solidFill>
                  <a:schemeClr val="accent3"/>
                </a:solidFill>
                <a:latin typeface="Bricolage Grotesque"/>
                <a:ea typeface="Bricolage Grotesque"/>
                <a:cs typeface="Bricolage Grotesque"/>
                <a:sym typeface="Bricolage Grotesque"/>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86" name="Google Shape;186;p13"/>
          <p:cNvSpPr txBox="1"/>
          <p:nvPr>
            <p:ph idx="17" type="subTitle"/>
          </p:nvPr>
        </p:nvSpPr>
        <p:spPr>
          <a:xfrm>
            <a:off x="713225" y="3405500"/>
            <a:ext cx="2305500" cy="4377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solidFill>
                  <a:schemeClr val="accent3"/>
                </a:solidFill>
                <a:latin typeface="Bricolage Grotesque"/>
                <a:ea typeface="Bricolage Grotesque"/>
                <a:cs typeface="Bricolage Grotesque"/>
                <a:sym typeface="Bricolage Grotesque"/>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87" name="Google Shape;187;p13"/>
          <p:cNvSpPr txBox="1"/>
          <p:nvPr>
            <p:ph idx="18" type="subTitle"/>
          </p:nvPr>
        </p:nvSpPr>
        <p:spPr>
          <a:xfrm>
            <a:off x="3419250" y="3405500"/>
            <a:ext cx="2305500" cy="4377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solidFill>
                  <a:schemeClr val="accent3"/>
                </a:solidFill>
                <a:latin typeface="Bricolage Grotesque"/>
                <a:ea typeface="Bricolage Grotesque"/>
                <a:cs typeface="Bricolage Grotesque"/>
                <a:sym typeface="Bricolage Grotesque"/>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88" name="Google Shape;188;p13"/>
          <p:cNvSpPr txBox="1"/>
          <p:nvPr>
            <p:ph idx="19" type="subTitle"/>
          </p:nvPr>
        </p:nvSpPr>
        <p:spPr>
          <a:xfrm>
            <a:off x="3419250" y="1859200"/>
            <a:ext cx="2305500" cy="4377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solidFill>
                  <a:schemeClr val="accent3"/>
                </a:solidFill>
                <a:latin typeface="Bricolage Grotesque"/>
                <a:ea typeface="Bricolage Grotesque"/>
                <a:cs typeface="Bricolage Grotesque"/>
                <a:sym typeface="Bricolage Grotesque"/>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89" name="Google Shape;189;p13"/>
          <p:cNvSpPr txBox="1"/>
          <p:nvPr>
            <p:ph idx="20" type="subTitle"/>
          </p:nvPr>
        </p:nvSpPr>
        <p:spPr>
          <a:xfrm>
            <a:off x="6125275" y="3405500"/>
            <a:ext cx="2305500" cy="4377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solidFill>
                  <a:schemeClr val="accent3"/>
                </a:solidFill>
                <a:latin typeface="Bricolage Grotesque"/>
                <a:ea typeface="Bricolage Grotesque"/>
                <a:cs typeface="Bricolage Grotesque"/>
                <a:sym typeface="Bricolage Grotesque"/>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90" name="Google Shape;190;p13"/>
          <p:cNvSpPr txBox="1"/>
          <p:nvPr>
            <p:ph idx="21" type="subTitle"/>
          </p:nvPr>
        </p:nvSpPr>
        <p:spPr>
          <a:xfrm>
            <a:off x="6125275" y="1859200"/>
            <a:ext cx="2305500" cy="4377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solidFill>
                  <a:schemeClr val="accent3"/>
                </a:solidFill>
                <a:latin typeface="Bricolage Grotesque"/>
                <a:ea typeface="Bricolage Grotesque"/>
                <a:cs typeface="Bricolage Grotesque"/>
                <a:sym typeface="Bricolage Grotesque"/>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grpSp>
        <p:nvGrpSpPr>
          <p:cNvPr id="191" name="Google Shape;191;p13"/>
          <p:cNvGrpSpPr/>
          <p:nvPr/>
        </p:nvGrpSpPr>
        <p:grpSpPr>
          <a:xfrm>
            <a:off x="-1520433" y="-168051"/>
            <a:ext cx="10663619" cy="5312335"/>
            <a:chOff x="-1520433" y="-168051"/>
            <a:chExt cx="10663619" cy="5312335"/>
          </a:xfrm>
        </p:grpSpPr>
        <p:sp>
          <p:nvSpPr>
            <p:cNvPr id="192" name="Google Shape;192;p13"/>
            <p:cNvSpPr/>
            <p:nvPr/>
          </p:nvSpPr>
          <p:spPr>
            <a:xfrm>
              <a:off x="8069350" y="0"/>
              <a:ext cx="1073836" cy="2570922"/>
            </a:xfrm>
            <a:custGeom>
              <a:rect b="b" l="l" r="r" t="t"/>
              <a:pathLst>
                <a:path extrusionOk="0" h="2727769" w="1164050">
                  <a:moveTo>
                    <a:pt x="1164051" y="0"/>
                  </a:moveTo>
                  <a:lnTo>
                    <a:pt x="0" y="0"/>
                  </a:lnTo>
                  <a:lnTo>
                    <a:pt x="1164051" y="2727770"/>
                  </a:lnTo>
                  <a:lnTo>
                    <a:pt x="1164051"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3" name="Google Shape;193;p13"/>
            <p:cNvSpPr/>
            <p:nvPr/>
          </p:nvSpPr>
          <p:spPr>
            <a:xfrm>
              <a:off x="-29700" y="3739403"/>
              <a:ext cx="1397173" cy="1404881"/>
            </a:xfrm>
            <a:custGeom>
              <a:rect b="b" l="l" r="r" t="t"/>
              <a:pathLst>
                <a:path extrusionOk="0" h="2381154" w="1016126">
                  <a:moveTo>
                    <a:pt x="0" y="2381155"/>
                  </a:moveTo>
                  <a:lnTo>
                    <a:pt x="1016127" y="2381155"/>
                  </a:lnTo>
                  <a:lnTo>
                    <a:pt x="0" y="0"/>
                  </a:lnTo>
                  <a:lnTo>
                    <a:pt x="0" y="2381155"/>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4" name="Google Shape;194;p13"/>
            <p:cNvSpPr/>
            <p:nvPr/>
          </p:nvSpPr>
          <p:spPr>
            <a:xfrm>
              <a:off x="-1520433" y="-168051"/>
              <a:ext cx="3089581" cy="707559"/>
            </a:xfrm>
            <a:custGeom>
              <a:rect b="b" l="l" r="r" t="t"/>
              <a:pathLst>
                <a:path extrusionOk="0" h="448532" w="1958530">
                  <a:moveTo>
                    <a:pt x="0" y="0"/>
                  </a:moveTo>
                  <a:cubicBezTo>
                    <a:pt x="164211" y="259080"/>
                    <a:pt x="476345" y="448532"/>
                    <a:pt x="774287" y="448532"/>
                  </a:cubicBezTo>
                  <a:lnTo>
                    <a:pt x="1329118" y="448532"/>
                  </a:lnTo>
                  <a:cubicBezTo>
                    <a:pt x="1619345" y="448532"/>
                    <a:pt x="1867662" y="260318"/>
                    <a:pt x="1958531" y="0"/>
                  </a:cubicBezTo>
                  <a:lnTo>
                    <a:pt x="95"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95" name="Google Shape;195;p13"/>
          <p:cNvGrpSpPr/>
          <p:nvPr/>
        </p:nvGrpSpPr>
        <p:grpSpPr>
          <a:xfrm>
            <a:off x="-2295527" y="-694628"/>
            <a:ext cx="11660698" cy="7295308"/>
            <a:chOff x="-2295527" y="-694628"/>
            <a:chExt cx="11660698" cy="7295308"/>
          </a:xfrm>
        </p:grpSpPr>
        <p:sp>
          <p:nvSpPr>
            <p:cNvPr id="196" name="Google Shape;196;p13"/>
            <p:cNvSpPr/>
            <p:nvPr/>
          </p:nvSpPr>
          <p:spPr>
            <a:xfrm rot="-708899">
              <a:off x="8858187" y="-745134"/>
              <a:ext cx="9537" cy="4860013"/>
            </a:xfrm>
            <a:custGeom>
              <a:rect b="b" l="l" r="r" t="t"/>
              <a:pathLst>
                <a:path extrusionOk="0" h="4854131" w="9525">
                  <a:moveTo>
                    <a:pt x="0" y="0"/>
                  </a:moveTo>
                  <a:lnTo>
                    <a:pt x="9525" y="0"/>
                  </a:lnTo>
                  <a:lnTo>
                    <a:pt x="9525" y="4854131"/>
                  </a:lnTo>
                  <a:lnTo>
                    <a:pt x="0" y="4854131"/>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7" name="Google Shape;197;p13"/>
            <p:cNvSpPr/>
            <p:nvPr/>
          </p:nvSpPr>
          <p:spPr>
            <a:xfrm rot="-2274005">
              <a:off x="875967" y="3183627"/>
              <a:ext cx="9535" cy="3816619"/>
            </a:xfrm>
            <a:custGeom>
              <a:rect b="b" l="l" r="r" t="t"/>
              <a:pathLst>
                <a:path extrusionOk="0" h="3812190" w="9524">
                  <a:moveTo>
                    <a:pt x="0" y="0"/>
                  </a:moveTo>
                  <a:lnTo>
                    <a:pt x="9525" y="0"/>
                  </a:lnTo>
                  <a:lnTo>
                    <a:pt x="9525" y="3812190"/>
                  </a:lnTo>
                  <a:lnTo>
                    <a:pt x="0" y="3812190"/>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8" name="Google Shape;198;p13"/>
            <p:cNvSpPr/>
            <p:nvPr/>
          </p:nvSpPr>
          <p:spPr>
            <a:xfrm>
              <a:off x="-2295527" y="-467655"/>
              <a:ext cx="3501886" cy="806128"/>
            </a:xfrm>
            <a:custGeom>
              <a:rect b="b" l="l" r="r" t="t"/>
              <a:pathLst>
                <a:path extrusionOk="0" h="511016" w="2219896">
                  <a:moveTo>
                    <a:pt x="1505617" y="511016"/>
                  </a:moveTo>
                  <a:lnTo>
                    <a:pt x="877919" y="511016"/>
                  </a:lnTo>
                  <a:cubicBezTo>
                    <a:pt x="714089" y="511016"/>
                    <a:pt x="542544" y="461201"/>
                    <a:pt x="382048" y="366903"/>
                  </a:cubicBezTo>
                  <a:cubicBezTo>
                    <a:pt x="226886" y="275749"/>
                    <a:pt x="91154" y="146399"/>
                    <a:pt x="0" y="2572"/>
                  </a:cubicBezTo>
                  <a:lnTo>
                    <a:pt x="4000" y="0"/>
                  </a:lnTo>
                  <a:cubicBezTo>
                    <a:pt x="94774" y="143256"/>
                    <a:pt x="229838" y="272034"/>
                    <a:pt x="384429" y="362807"/>
                  </a:cubicBezTo>
                  <a:cubicBezTo>
                    <a:pt x="544259" y="456629"/>
                    <a:pt x="714851" y="506254"/>
                    <a:pt x="877919" y="506254"/>
                  </a:cubicBezTo>
                  <a:lnTo>
                    <a:pt x="1505617" y="506254"/>
                  </a:lnTo>
                  <a:cubicBezTo>
                    <a:pt x="1824609" y="506254"/>
                    <a:pt x="2109883" y="302990"/>
                    <a:pt x="2215420" y="476"/>
                  </a:cubicBezTo>
                  <a:lnTo>
                    <a:pt x="2219897" y="2000"/>
                  </a:lnTo>
                  <a:cubicBezTo>
                    <a:pt x="2113693" y="306419"/>
                    <a:pt x="1826705" y="511016"/>
                    <a:pt x="1505617" y="511016"/>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99" name="Google Shape;199;p13"/>
            <p:cNvGrpSpPr/>
            <p:nvPr/>
          </p:nvGrpSpPr>
          <p:grpSpPr>
            <a:xfrm>
              <a:off x="610635" y="-396431"/>
              <a:ext cx="7084897" cy="5776149"/>
              <a:chOff x="2944261" y="1632394"/>
              <a:chExt cx="7084897" cy="5776149"/>
            </a:xfrm>
          </p:grpSpPr>
          <p:sp>
            <p:nvSpPr>
              <p:cNvPr id="200" name="Google Shape;200;p13"/>
              <p:cNvSpPr/>
              <p:nvPr/>
            </p:nvSpPr>
            <p:spPr>
              <a:xfrm>
                <a:off x="2944261" y="2753625"/>
                <a:ext cx="205168" cy="205168"/>
              </a:xfrm>
              <a:custGeom>
                <a:rect b="b" l="l" r="r" t="t"/>
                <a:pathLst>
                  <a:path extrusionOk="0" h="205168" w="205168">
                    <a:moveTo>
                      <a:pt x="102584" y="205169"/>
                    </a:moveTo>
                    <a:cubicBezTo>
                      <a:pt x="46006" y="205169"/>
                      <a:pt x="0" y="159163"/>
                      <a:pt x="0" y="102584"/>
                    </a:cubicBezTo>
                    <a:cubicBezTo>
                      <a:pt x="0" y="46006"/>
                      <a:pt x="46006" y="0"/>
                      <a:pt x="102584" y="0"/>
                    </a:cubicBezTo>
                    <a:cubicBezTo>
                      <a:pt x="159163" y="0"/>
                      <a:pt x="205168" y="46006"/>
                      <a:pt x="205168" y="102584"/>
                    </a:cubicBezTo>
                    <a:cubicBezTo>
                      <a:pt x="205168" y="159163"/>
                      <a:pt x="159163" y="205169"/>
                      <a:pt x="102584" y="205169"/>
                    </a:cubicBezTo>
                    <a:close/>
                    <a:moveTo>
                      <a:pt x="102584" y="4667"/>
                    </a:moveTo>
                    <a:cubicBezTo>
                      <a:pt x="48578" y="4667"/>
                      <a:pt x="4763" y="48577"/>
                      <a:pt x="4763" y="102489"/>
                    </a:cubicBezTo>
                    <a:cubicBezTo>
                      <a:pt x="4763" y="156400"/>
                      <a:pt x="48673" y="200311"/>
                      <a:pt x="102584" y="200311"/>
                    </a:cubicBezTo>
                    <a:cubicBezTo>
                      <a:pt x="156496" y="200311"/>
                      <a:pt x="200406" y="156400"/>
                      <a:pt x="200406" y="102489"/>
                    </a:cubicBezTo>
                    <a:cubicBezTo>
                      <a:pt x="200406" y="48577"/>
                      <a:pt x="156496" y="4667"/>
                      <a:pt x="102584" y="4667"/>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1" name="Google Shape;201;p13"/>
              <p:cNvSpPr/>
              <p:nvPr/>
            </p:nvSpPr>
            <p:spPr>
              <a:xfrm>
                <a:off x="9350406" y="1632394"/>
                <a:ext cx="678751" cy="678751"/>
              </a:xfrm>
              <a:custGeom>
                <a:rect b="b" l="l" r="r" t="t"/>
                <a:pathLst>
                  <a:path extrusionOk="0" h="678751" w="678751">
                    <a:moveTo>
                      <a:pt x="339376" y="678752"/>
                    </a:moveTo>
                    <a:cubicBezTo>
                      <a:pt x="152305" y="678752"/>
                      <a:pt x="0" y="526542"/>
                      <a:pt x="0" y="339376"/>
                    </a:cubicBezTo>
                    <a:cubicBezTo>
                      <a:pt x="0" y="152210"/>
                      <a:pt x="152210" y="0"/>
                      <a:pt x="339376" y="0"/>
                    </a:cubicBezTo>
                    <a:cubicBezTo>
                      <a:pt x="526542" y="0"/>
                      <a:pt x="678752" y="152210"/>
                      <a:pt x="678752" y="339376"/>
                    </a:cubicBezTo>
                    <a:cubicBezTo>
                      <a:pt x="678752" y="526542"/>
                      <a:pt x="526542" y="678752"/>
                      <a:pt x="339376" y="678752"/>
                    </a:cubicBezTo>
                    <a:close/>
                    <a:moveTo>
                      <a:pt x="339376" y="4858"/>
                    </a:moveTo>
                    <a:cubicBezTo>
                      <a:pt x="154877" y="4858"/>
                      <a:pt x="4763" y="154972"/>
                      <a:pt x="4763" y="339471"/>
                    </a:cubicBezTo>
                    <a:cubicBezTo>
                      <a:pt x="4763" y="523970"/>
                      <a:pt x="154877" y="674084"/>
                      <a:pt x="339376" y="674084"/>
                    </a:cubicBezTo>
                    <a:cubicBezTo>
                      <a:pt x="523875" y="674084"/>
                      <a:pt x="673989" y="523970"/>
                      <a:pt x="673989" y="339471"/>
                    </a:cubicBezTo>
                    <a:cubicBezTo>
                      <a:pt x="673989" y="154972"/>
                      <a:pt x="523875" y="4858"/>
                      <a:pt x="339376" y="4858"/>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2" name="Google Shape;202;p13"/>
              <p:cNvSpPr/>
              <p:nvPr/>
            </p:nvSpPr>
            <p:spPr>
              <a:xfrm>
                <a:off x="4615364" y="6815994"/>
                <a:ext cx="205168" cy="205263"/>
              </a:xfrm>
              <a:custGeom>
                <a:rect b="b" l="l" r="r" t="t"/>
                <a:pathLst>
                  <a:path extrusionOk="0" h="205263" w="205168">
                    <a:moveTo>
                      <a:pt x="102584" y="205264"/>
                    </a:moveTo>
                    <a:cubicBezTo>
                      <a:pt x="46006" y="205264"/>
                      <a:pt x="0" y="159258"/>
                      <a:pt x="0" y="102679"/>
                    </a:cubicBezTo>
                    <a:cubicBezTo>
                      <a:pt x="0" y="46101"/>
                      <a:pt x="46006" y="0"/>
                      <a:pt x="102584" y="0"/>
                    </a:cubicBezTo>
                    <a:cubicBezTo>
                      <a:pt x="159163" y="0"/>
                      <a:pt x="205168" y="46006"/>
                      <a:pt x="205168" y="102679"/>
                    </a:cubicBezTo>
                    <a:cubicBezTo>
                      <a:pt x="205168" y="159353"/>
                      <a:pt x="159163" y="205264"/>
                      <a:pt x="102584" y="205264"/>
                    </a:cubicBezTo>
                    <a:close/>
                    <a:moveTo>
                      <a:pt x="102584" y="4763"/>
                    </a:moveTo>
                    <a:cubicBezTo>
                      <a:pt x="48577" y="4763"/>
                      <a:pt x="4763" y="48673"/>
                      <a:pt x="4763" y="102679"/>
                    </a:cubicBezTo>
                    <a:cubicBezTo>
                      <a:pt x="4763" y="156686"/>
                      <a:pt x="48673" y="200501"/>
                      <a:pt x="102584" y="200501"/>
                    </a:cubicBezTo>
                    <a:cubicBezTo>
                      <a:pt x="156496" y="200501"/>
                      <a:pt x="200406" y="156591"/>
                      <a:pt x="200406" y="102679"/>
                    </a:cubicBezTo>
                    <a:cubicBezTo>
                      <a:pt x="200406" y="48768"/>
                      <a:pt x="156496" y="4763"/>
                      <a:pt x="102584"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 name="Google Shape;203;p13"/>
              <p:cNvSpPr/>
              <p:nvPr/>
            </p:nvSpPr>
            <p:spPr>
              <a:xfrm>
                <a:off x="9469936" y="6968870"/>
                <a:ext cx="439674" cy="439673"/>
              </a:xfrm>
              <a:custGeom>
                <a:rect b="b" l="l" r="r" t="t"/>
                <a:pathLst>
                  <a:path extrusionOk="0" h="439673" w="439674">
                    <a:moveTo>
                      <a:pt x="219837" y="439674"/>
                    </a:moveTo>
                    <a:cubicBezTo>
                      <a:pt x="98584" y="439674"/>
                      <a:pt x="0" y="341090"/>
                      <a:pt x="0" y="219837"/>
                    </a:cubicBezTo>
                    <a:cubicBezTo>
                      <a:pt x="0" y="98584"/>
                      <a:pt x="98584" y="0"/>
                      <a:pt x="219837" y="0"/>
                    </a:cubicBezTo>
                    <a:cubicBezTo>
                      <a:pt x="341090" y="0"/>
                      <a:pt x="439674" y="98584"/>
                      <a:pt x="439674" y="219837"/>
                    </a:cubicBezTo>
                    <a:cubicBezTo>
                      <a:pt x="439674" y="341090"/>
                      <a:pt x="341090" y="439674"/>
                      <a:pt x="219837" y="439674"/>
                    </a:cubicBezTo>
                    <a:close/>
                    <a:moveTo>
                      <a:pt x="219837" y="4763"/>
                    </a:moveTo>
                    <a:cubicBezTo>
                      <a:pt x="101251" y="4763"/>
                      <a:pt x="4763" y="101251"/>
                      <a:pt x="4763" y="219837"/>
                    </a:cubicBezTo>
                    <a:cubicBezTo>
                      <a:pt x="4763" y="338423"/>
                      <a:pt x="101251" y="434911"/>
                      <a:pt x="219837" y="434911"/>
                    </a:cubicBezTo>
                    <a:cubicBezTo>
                      <a:pt x="338424" y="434911"/>
                      <a:pt x="434912" y="338423"/>
                      <a:pt x="434912" y="219837"/>
                    </a:cubicBezTo>
                    <a:cubicBezTo>
                      <a:pt x="434912" y="101251"/>
                      <a:pt x="338424" y="4763"/>
                      <a:pt x="219837"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9">
    <p:spTree>
      <p:nvGrpSpPr>
        <p:cNvPr id="204" name="Shape 204"/>
        <p:cNvGrpSpPr/>
        <p:nvPr/>
      </p:nvGrpSpPr>
      <p:grpSpPr>
        <a:xfrm>
          <a:off x="0" y="0"/>
          <a:ext cx="0" cy="0"/>
          <a:chOff x="0" y="0"/>
          <a:chExt cx="0" cy="0"/>
        </a:xfrm>
      </p:grpSpPr>
      <p:grpSp>
        <p:nvGrpSpPr>
          <p:cNvPr id="205" name="Google Shape;205;p14"/>
          <p:cNvGrpSpPr/>
          <p:nvPr/>
        </p:nvGrpSpPr>
        <p:grpSpPr>
          <a:xfrm>
            <a:off x="-29700" y="-10535"/>
            <a:ext cx="1397173" cy="5154819"/>
            <a:chOff x="-29700" y="-10535"/>
            <a:chExt cx="1397173" cy="5154819"/>
          </a:xfrm>
        </p:grpSpPr>
        <p:sp>
          <p:nvSpPr>
            <p:cNvPr id="206" name="Google Shape;206;p14"/>
            <p:cNvSpPr/>
            <p:nvPr/>
          </p:nvSpPr>
          <p:spPr>
            <a:xfrm flipH="1">
              <a:off x="-21882" y="-10535"/>
              <a:ext cx="1064878" cy="1431298"/>
            </a:xfrm>
            <a:custGeom>
              <a:rect b="b" l="l" r="r" t="t"/>
              <a:pathLst>
                <a:path extrusionOk="0" h="590835" w="439578">
                  <a:moveTo>
                    <a:pt x="439579" y="590836"/>
                  </a:moveTo>
                  <a:lnTo>
                    <a:pt x="439579" y="0"/>
                  </a:lnTo>
                  <a:lnTo>
                    <a:pt x="0" y="0"/>
                  </a:lnTo>
                  <a:cubicBezTo>
                    <a:pt x="84773" y="225266"/>
                    <a:pt x="242792" y="430721"/>
                    <a:pt x="439579" y="5908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7" name="Google Shape;207;p14"/>
            <p:cNvSpPr/>
            <p:nvPr/>
          </p:nvSpPr>
          <p:spPr>
            <a:xfrm>
              <a:off x="-29700" y="3739403"/>
              <a:ext cx="1397173" cy="1404881"/>
            </a:xfrm>
            <a:custGeom>
              <a:rect b="b" l="l" r="r" t="t"/>
              <a:pathLst>
                <a:path extrusionOk="0" h="2381154" w="1016126">
                  <a:moveTo>
                    <a:pt x="0" y="2381155"/>
                  </a:moveTo>
                  <a:lnTo>
                    <a:pt x="1016127" y="2381155"/>
                  </a:lnTo>
                  <a:lnTo>
                    <a:pt x="0" y="0"/>
                  </a:lnTo>
                  <a:lnTo>
                    <a:pt x="0" y="2381155"/>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08" name="Google Shape;208;p14"/>
          <p:cNvSpPr txBox="1"/>
          <p:nvPr>
            <p:ph type="title"/>
          </p:nvPr>
        </p:nvSpPr>
        <p:spPr>
          <a:xfrm>
            <a:off x="713225" y="1420775"/>
            <a:ext cx="3519600" cy="1473600"/>
          </a:xfrm>
          <a:prstGeom prst="rect">
            <a:avLst/>
          </a:prstGeom>
        </p:spPr>
        <p:txBody>
          <a:bodyPr anchorCtr="0" anchor="b" bIns="91425" lIns="91425" spcFirstLastPara="1" rIns="91425" wrap="square" tIns="91425">
            <a:noAutofit/>
          </a:bodyPr>
          <a:lstStyle>
            <a:lvl1pPr lvl="0" rtl="0" algn="l">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09" name="Google Shape;209;p14"/>
          <p:cNvSpPr txBox="1"/>
          <p:nvPr>
            <p:ph idx="1" type="subTitle"/>
          </p:nvPr>
        </p:nvSpPr>
        <p:spPr>
          <a:xfrm>
            <a:off x="713225" y="2894100"/>
            <a:ext cx="3519600" cy="11163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10" name="Google Shape;210;p14"/>
          <p:cNvSpPr/>
          <p:nvPr>
            <p:ph idx="2" type="pic"/>
          </p:nvPr>
        </p:nvSpPr>
        <p:spPr>
          <a:xfrm>
            <a:off x="4787324" y="875500"/>
            <a:ext cx="3519600" cy="3520500"/>
          </a:xfrm>
          <a:prstGeom prst="ellipse">
            <a:avLst/>
          </a:prstGeom>
          <a:noFill/>
          <a:ln>
            <a:noFill/>
          </a:ln>
        </p:spPr>
      </p:sp>
      <p:sp>
        <p:nvSpPr>
          <p:cNvPr id="211" name="Google Shape;211;p14"/>
          <p:cNvSpPr/>
          <p:nvPr/>
        </p:nvSpPr>
        <p:spPr>
          <a:xfrm rot="-2274005">
            <a:off x="875967" y="3183627"/>
            <a:ext cx="9535" cy="3816619"/>
          </a:xfrm>
          <a:custGeom>
            <a:rect b="b" l="l" r="r" t="t"/>
            <a:pathLst>
              <a:path extrusionOk="0" h="3812190" w="9524">
                <a:moveTo>
                  <a:pt x="0" y="0"/>
                </a:moveTo>
                <a:lnTo>
                  <a:pt x="9525" y="0"/>
                </a:lnTo>
                <a:lnTo>
                  <a:pt x="9525" y="3812190"/>
                </a:lnTo>
                <a:lnTo>
                  <a:pt x="0" y="3812190"/>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12" name="Google Shape;212;p14"/>
          <p:cNvGrpSpPr/>
          <p:nvPr/>
        </p:nvGrpSpPr>
        <p:grpSpPr>
          <a:xfrm>
            <a:off x="348164" y="-396431"/>
            <a:ext cx="7347368" cy="5776149"/>
            <a:chOff x="2681789" y="1632394"/>
            <a:chExt cx="7347368" cy="5776149"/>
          </a:xfrm>
        </p:grpSpPr>
        <p:sp>
          <p:nvSpPr>
            <p:cNvPr id="213" name="Google Shape;213;p14"/>
            <p:cNvSpPr/>
            <p:nvPr/>
          </p:nvSpPr>
          <p:spPr>
            <a:xfrm>
              <a:off x="9350406" y="1632394"/>
              <a:ext cx="678751" cy="678751"/>
            </a:xfrm>
            <a:custGeom>
              <a:rect b="b" l="l" r="r" t="t"/>
              <a:pathLst>
                <a:path extrusionOk="0" h="678751" w="678751">
                  <a:moveTo>
                    <a:pt x="339376" y="678752"/>
                  </a:moveTo>
                  <a:cubicBezTo>
                    <a:pt x="152305" y="678752"/>
                    <a:pt x="0" y="526542"/>
                    <a:pt x="0" y="339376"/>
                  </a:cubicBezTo>
                  <a:cubicBezTo>
                    <a:pt x="0" y="152210"/>
                    <a:pt x="152210" y="0"/>
                    <a:pt x="339376" y="0"/>
                  </a:cubicBezTo>
                  <a:cubicBezTo>
                    <a:pt x="526542" y="0"/>
                    <a:pt x="678752" y="152210"/>
                    <a:pt x="678752" y="339376"/>
                  </a:cubicBezTo>
                  <a:cubicBezTo>
                    <a:pt x="678752" y="526542"/>
                    <a:pt x="526542" y="678752"/>
                    <a:pt x="339376" y="678752"/>
                  </a:cubicBezTo>
                  <a:close/>
                  <a:moveTo>
                    <a:pt x="339376" y="4858"/>
                  </a:moveTo>
                  <a:cubicBezTo>
                    <a:pt x="154877" y="4858"/>
                    <a:pt x="4763" y="154972"/>
                    <a:pt x="4763" y="339471"/>
                  </a:cubicBezTo>
                  <a:cubicBezTo>
                    <a:pt x="4763" y="523970"/>
                    <a:pt x="154877" y="674084"/>
                    <a:pt x="339376" y="674084"/>
                  </a:cubicBezTo>
                  <a:cubicBezTo>
                    <a:pt x="523875" y="674084"/>
                    <a:pt x="673989" y="523970"/>
                    <a:pt x="673989" y="339471"/>
                  </a:cubicBezTo>
                  <a:cubicBezTo>
                    <a:pt x="673989" y="154972"/>
                    <a:pt x="523875" y="4858"/>
                    <a:pt x="339376" y="4858"/>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4" name="Google Shape;214;p14"/>
            <p:cNvSpPr/>
            <p:nvPr/>
          </p:nvSpPr>
          <p:spPr>
            <a:xfrm>
              <a:off x="2681789" y="2904319"/>
              <a:ext cx="205168" cy="205263"/>
            </a:xfrm>
            <a:custGeom>
              <a:rect b="b" l="l" r="r" t="t"/>
              <a:pathLst>
                <a:path extrusionOk="0" h="205263" w="205168">
                  <a:moveTo>
                    <a:pt x="102584" y="205264"/>
                  </a:moveTo>
                  <a:cubicBezTo>
                    <a:pt x="46006" y="205264"/>
                    <a:pt x="0" y="159258"/>
                    <a:pt x="0" y="102679"/>
                  </a:cubicBezTo>
                  <a:cubicBezTo>
                    <a:pt x="0" y="46101"/>
                    <a:pt x="46006" y="0"/>
                    <a:pt x="102584" y="0"/>
                  </a:cubicBezTo>
                  <a:cubicBezTo>
                    <a:pt x="159163" y="0"/>
                    <a:pt x="205168" y="46006"/>
                    <a:pt x="205168" y="102679"/>
                  </a:cubicBezTo>
                  <a:cubicBezTo>
                    <a:pt x="205168" y="159353"/>
                    <a:pt x="159163" y="205264"/>
                    <a:pt x="102584" y="205264"/>
                  </a:cubicBezTo>
                  <a:close/>
                  <a:moveTo>
                    <a:pt x="102584" y="4763"/>
                  </a:moveTo>
                  <a:cubicBezTo>
                    <a:pt x="48577" y="4763"/>
                    <a:pt x="4763" y="48673"/>
                    <a:pt x="4763" y="102679"/>
                  </a:cubicBezTo>
                  <a:cubicBezTo>
                    <a:pt x="4763" y="156686"/>
                    <a:pt x="48673" y="200501"/>
                    <a:pt x="102584" y="200501"/>
                  </a:cubicBezTo>
                  <a:cubicBezTo>
                    <a:pt x="156496" y="200501"/>
                    <a:pt x="200406" y="156591"/>
                    <a:pt x="200406" y="102679"/>
                  </a:cubicBezTo>
                  <a:cubicBezTo>
                    <a:pt x="200406" y="48768"/>
                    <a:pt x="156496" y="4763"/>
                    <a:pt x="102584"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5" name="Google Shape;215;p14"/>
            <p:cNvSpPr/>
            <p:nvPr/>
          </p:nvSpPr>
          <p:spPr>
            <a:xfrm>
              <a:off x="9469936" y="6968870"/>
              <a:ext cx="439674" cy="439673"/>
            </a:xfrm>
            <a:custGeom>
              <a:rect b="b" l="l" r="r" t="t"/>
              <a:pathLst>
                <a:path extrusionOk="0" h="439673" w="439674">
                  <a:moveTo>
                    <a:pt x="219837" y="439674"/>
                  </a:moveTo>
                  <a:cubicBezTo>
                    <a:pt x="98584" y="439674"/>
                    <a:pt x="0" y="341090"/>
                    <a:pt x="0" y="219837"/>
                  </a:cubicBezTo>
                  <a:cubicBezTo>
                    <a:pt x="0" y="98584"/>
                    <a:pt x="98584" y="0"/>
                    <a:pt x="219837" y="0"/>
                  </a:cubicBezTo>
                  <a:cubicBezTo>
                    <a:pt x="341090" y="0"/>
                    <a:pt x="439674" y="98584"/>
                    <a:pt x="439674" y="219837"/>
                  </a:cubicBezTo>
                  <a:cubicBezTo>
                    <a:pt x="439674" y="341090"/>
                    <a:pt x="341090" y="439674"/>
                    <a:pt x="219837" y="439674"/>
                  </a:cubicBezTo>
                  <a:close/>
                  <a:moveTo>
                    <a:pt x="219837" y="4763"/>
                  </a:moveTo>
                  <a:cubicBezTo>
                    <a:pt x="101251" y="4763"/>
                    <a:pt x="4763" y="101251"/>
                    <a:pt x="4763" y="219837"/>
                  </a:cubicBezTo>
                  <a:cubicBezTo>
                    <a:pt x="4763" y="338423"/>
                    <a:pt x="101251" y="434911"/>
                    <a:pt x="219837" y="434911"/>
                  </a:cubicBezTo>
                  <a:cubicBezTo>
                    <a:pt x="338424" y="434911"/>
                    <a:pt x="434912" y="338423"/>
                    <a:pt x="434912" y="219837"/>
                  </a:cubicBezTo>
                  <a:cubicBezTo>
                    <a:pt x="434912" y="101251"/>
                    <a:pt x="338424" y="4763"/>
                    <a:pt x="219837"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_1">
    <p:spTree>
      <p:nvGrpSpPr>
        <p:cNvPr id="216" name="Shape 216"/>
        <p:cNvGrpSpPr/>
        <p:nvPr/>
      </p:nvGrpSpPr>
      <p:grpSpPr>
        <a:xfrm>
          <a:off x="0" y="0"/>
          <a:ext cx="0" cy="0"/>
          <a:chOff x="0" y="0"/>
          <a:chExt cx="0" cy="0"/>
        </a:xfrm>
      </p:grpSpPr>
      <p:grpSp>
        <p:nvGrpSpPr>
          <p:cNvPr id="217" name="Google Shape;217;p15"/>
          <p:cNvGrpSpPr/>
          <p:nvPr/>
        </p:nvGrpSpPr>
        <p:grpSpPr>
          <a:xfrm>
            <a:off x="-1520433" y="-168051"/>
            <a:ext cx="10663619" cy="5312335"/>
            <a:chOff x="-1520433" y="-168051"/>
            <a:chExt cx="10663619" cy="5312335"/>
          </a:xfrm>
        </p:grpSpPr>
        <p:sp>
          <p:nvSpPr>
            <p:cNvPr id="218" name="Google Shape;218;p15"/>
            <p:cNvSpPr/>
            <p:nvPr/>
          </p:nvSpPr>
          <p:spPr>
            <a:xfrm>
              <a:off x="8069350" y="0"/>
              <a:ext cx="1073836" cy="2570922"/>
            </a:xfrm>
            <a:custGeom>
              <a:rect b="b" l="l" r="r" t="t"/>
              <a:pathLst>
                <a:path extrusionOk="0" h="2727769" w="1164050">
                  <a:moveTo>
                    <a:pt x="1164051" y="0"/>
                  </a:moveTo>
                  <a:lnTo>
                    <a:pt x="0" y="0"/>
                  </a:lnTo>
                  <a:lnTo>
                    <a:pt x="1164051" y="2727770"/>
                  </a:lnTo>
                  <a:lnTo>
                    <a:pt x="1164051"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9" name="Google Shape;219;p15"/>
            <p:cNvSpPr/>
            <p:nvPr/>
          </p:nvSpPr>
          <p:spPr>
            <a:xfrm>
              <a:off x="-29700" y="3739403"/>
              <a:ext cx="1397173" cy="1404881"/>
            </a:xfrm>
            <a:custGeom>
              <a:rect b="b" l="l" r="r" t="t"/>
              <a:pathLst>
                <a:path extrusionOk="0" h="2381154" w="1016126">
                  <a:moveTo>
                    <a:pt x="0" y="2381155"/>
                  </a:moveTo>
                  <a:lnTo>
                    <a:pt x="1016127" y="2381155"/>
                  </a:lnTo>
                  <a:lnTo>
                    <a:pt x="0" y="0"/>
                  </a:lnTo>
                  <a:lnTo>
                    <a:pt x="0" y="2381155"/>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0" name="Google Shape;220;p15"/>
            <p:cNvSpPr/>
            <p:nvPr/>
          </p:nvSpPr>
          <p:spPr>
            <a:xfrm>
              <a:off x="-1520433" y="-168051"/>
              <a:ext cx="3089581" cy="707559"/>
            </a:xfrm>
            <a:custGeom>
              <a:rect b="b" l="l" r="r" t="t"/>
              <a:pathLst>
                <a:path extrusionOk="0" h="448532" w="1958530">
                  <a:moveTo>
                    <a:pt x="0" y="0"/>
                  </a:moveTo>
                  <a:cubicBezTo>
                    <a:pt x="164211" y="259080"/>
                    <a:pt x="476345" y="448532"/>
                    <a:pt x="774287" y="448532"/>
                  </a:cubicBezTo>
                  <a:lnTo>
                    <a:pt x="1329118" y="448532"/>
                  </a:lnTo>
                  <a:cubicBezTo>
                    <a:pt x="1619345" y="448532"/>
                    <a:pt x="1867662" y="260318"/>
                    <a:pt x="1958531" y="0"/>
                  </a:cubicBezTo>
                  <a:lnTo>
                    <a:pt x="95"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1" name="Google Shape;221;p15"/>
          <p:cNvGrpSpPr/>
          <p:nvPr/>
        </p:nvGrpSpPr>
        <p:grpSpPr>
          <a:xfrm>
            <a:off x="-2295527" y="-694628"/>
            <a:ext cx="11660698" cy="7295308"/>
            <a:chOff x="-2295527" y="-694628"/>
            <a:chExt cx="11660698" cy="7295308"/>
          </a:xfrm>
        </p:grpSpPr>
        <p:sp>
          <p:nvSpPr>
            <p:cNvPr id="222" name="Google Shape;222;p15"/>
            <p:cNvSpPr/>
            <p:nvPr/>
          </p:nvSpPr>
          <p:spPr>
            <a:xfrm rot="-708899">
              <a:off x="8858187" y="-745134"/>
              <a:ext cx="9537" cy="4860013"/>
            </a:xfrm>
            <a:custGeom>
              <a:rect b="b" l="l" r="r" t="t"/>
              <a:pathLst>
                <a:path extrusionOk="0" h="4854131" w="9525">
                  <a:moveTo>
                    <a:pt x="0" y="0"/>
                  </a:moveTo>
                  <a:lnTo>
                    <a:pt x="9525" y="0"/>
                  </a:lnTo>
                  <a:lnTo>
                    <a:pt x="9525" y="4854131"/>
                  </a:lnTo>
                  <a:lnTo>
                    <a:pt x="0" y="4854131"/>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3" name="Google Shape;223;p15"/>
            <p:cNvSpPr/>
            <p:nvPr/>
          </p:nvSpPr>
          <p:spPr>
            <a:xfrm rot="-2274005">
              <a:off x="875967" y="3183627"/>
              <a:ext cx="9535" cy="3816619"/>
            </a:xfrm>
            <a:custGeom>
              <a:rect b="b" l="l" r="r" t="t"/>
              <a:pathLst>
                <a:path extrusionOk="0" h="3812190" w="9524">
                  <a:moveTo>
                    <a:pt x="0" y="0"/>
                  </a:moveTo>
                  <a:lnTo>
                    <a:pt x="9525" y="0"/>
                  </a:lnTo>
                  <a:lnTo>
                    <a:pt x="9525" y="3812190"/>
                  </a:lnTo>
                  <a:lnTo>
                    <a:pt x="0" y="3812190"/>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4" name="Google Shape;224;p15"/>
            <p:cNvSpPr/>
            <p:nvPr/>
          </p:nvSpPr>
          <p:spPr>
            <a:xfrm>
              <a:off x="-2295527" y="-467655"/>
              <a:ext cx="3501886" cy="806128"/>
            </a:xfrm>
            <a:custGeom>
              <a:rect b="b" l="l" r="r" t="t"/>
              <a:pathLst>
                <a:path extrusionOk="0" h="511016" w="2219896">
                  <a:moveTo>
                    <a:pt x="1505617" y="511016"/>
                  </a:moveTo>
                  <a:lnTo>
                    <a:pt x="877919" y="511016"/>
                  </a:lnTo>
                  <a:cubicBezTo>
                    <a:pt x="714089" y="511016"/>
                    <a:pt x="542544" y="461201"/>
                    <a:pt x="382048" y="366903"/>
                  </a:cubicBezTo>
                  <a:cubicBezTo>
                    <a:pt x="226886" y="275749"/>
                    <a:pt x="91154" y="146399"/>
                    <a:pt x="0" y="2572"/>
                  </a:cubicBezTo>
                  <a:lnTo>
                    <a:pt x="4000" y="0"/>
                  </a:lnTo>
                  <a:cubicBezTo>
                    <a:pt x="94774" y="143256"/>
                    <a:pt x="229838" y="272034"/>
                    <a:pt x="384429" y="362807"/>
                  </a:cubicBezTo>
                  <a:cubicBezTo>
                    <a:pt x="544259" y="456629"/>
                    <a:pt x="714851" y="506254"/>
                    <a:pt x="877919" y="506254"/>
                  </a:cubicBezTo>
                  <a:lnTo>
                    <a:pt x="1505617" y="506254"/>
                  </a:lnTo>
                  <a:cubicBezTo>
                    <a:pt x="1824609" y="506254"/>
                    <a:pt x="2109883" y="302990"/>
                    <a:pt x="2215420" y="476"/>
                  </a:cubicBezTo>
                  <a:lnTo>
                    <a:pt x="2219897" y="2000"/>
                  </a:lnTo>
                  <a:cubicBezTo>
                    <a:pt x="2113693" y="306419"/>
                    <a:pt x="1826705" y="511016"/>
                    <a:pt x="1505617" y="511016"/>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25" name="Google Shape;225;p15"/>
            <p:cNvGrpSpPr/>
            <p:nvPr/>
          </p:nvGrpSpPr>
          <p:grpSpPr>
            <a:xfrm>
              <a:off x="610635" y="-396431"/>
              <a:ext cx="7084897" cy="5776149"/>
              <a:chOff x="2944261" y="1632394"/>
              <a:chExt cx="7084897" cy="5776149"/>
            </a:xfrm>
          </p:grpSpPr>
          <p:sp>
            <p:nvSpPr>
              <p:cNvPr id="226" name="Google Shape;226;p15"/>
              <p:cNvSpPr/>
              <p:nvPr/>
            </p:nvSpPr>
            <p:spPr>
              <a:xfrm>
                <a:off x="2944261" y="2753625"/>
                <a:ext cx="205168" cy="205168"/>
              </a:xfrm>
              <a:custGeom>
                <a:rect b="b" l="l" r="r" t="t"/>
                <a:pathLst>
                  <a:path extrusionOk="0" h="205168" w="205168">
                    <a:moveTo>
                      <a:pt x="102584" y="205169"/>
                    </a:moveTo>
                    <a:cubicBezTo>
                      <a:pt x="46006" y="205169"/>
                      <a:pt x="0" y="159163"/>
                      <a:pt x="0" y="102584"/>
                    </a:cubicBezTo>
                    <a:cubicBezTo>
                      <a:pt x="0" y="46006"/>
                      <a:pt x="46006" y="0"/>
                      <a:pt x="102584" y="0"/>
                    </a:cubicBezTo>
                    <a:cubicBezTo>
                      <a:pt x="159163" y="0"/>
                      <a:pt x="205168" y="46006"/>
                      <a:pt x="205168" y="102584"/>
                    </a:cubicBezTo>
                    <a:cubicBezTo>
                      <a:pt x="205168" y="159163"/>
                      <a:pt x="159163" y="205169"/>
                      <a:pt x="102584" y="205169"/>
                    </a:cubicBezTo>
                    <a:close/>
                    <a:moveTo>
                      <a:pt x="102584" y="4667"/>
                    </a:moveTo>
                    <a:cubicBezTo>
                      <a:pt x="48578" y="4667"/>
                      <a:pt x="4763" y="48577"/>
                      <a:pt x="4763" y="102489"/>
                    </a:cubicBezTo>
                    <a:cubicBezTo>
                      <a:pt x="4763" y="156400"/>
                      <a:pt x="48673" y="200311"/>
                      <a:pt x="102584" y="200311"/>
                    </a:cubicBezTo>
                    <a:cubicBezTo>
                      <a:pt x="156496" y="200311"/>
                      <a:pt x="200406" y="156400"/>
                      <a:pt x="200406" y="102489"/>
                    </a:cubicBezTo>
                    <a:cubicBezTo>
                      <a:pt x="200406" y="48577"/>
                      <a:pt x="156496" y="4667"/>
                      <a:pt x="102584" y="4667"/>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 name="Google Shape;227;p15"/>
              <p:cNvSpPr/>
              <p:nvPr/>
            </p:nvSpPr>
            <p:spPr>
              <a:xfrm>
                <a:off x="9350406" y="1632394"/>
                <a:ext cx="678751" cy="678751"/>
              </a:xfrm>
              <a:custGeom>
                <a:rect b="b" l="l" r="r" t="t"/>
                <a:pathLst>
                  <a:path extrusionOk="0" h="678751" w="678751">
                    <a:moveTo>
                      <a:pt x="339376" y="678752"/>
                    </a:moveTo>
                    <a:cubicBezTo>
                      <a:pt x="152305" y="678752"/>
                      <a:pt x="0" y="526542"/>
                      <a:pt x="0" y="339376"/>
                    </a:cubicBezTo>
                    <a:cubicBezTo>
                      <a:pt x="0" y="152210"/>
                      <a:pt x="152210" y="0"/>
                      <a:pt x="339376" y="0"/>
                    </a:cubicBezTo>
                    <a:cubicBezTo>
                      <a:pt x="526542" y="0"/>
                      <a:pt x="678752" y="152210"/>
                      <a:pt x="678752" y="339376"/>
                    </a:cubicBezTo>
                    <a:cubicBezTo>
                      <a:pt x="678752" y="526542"/>
                      <a:pt x="526542" y="678752"/>
                      <a:pt x="339376" y="678752"/>
                    </a:cubicBezTo>
                    <a:close/>
                    <a:moveTo>
                      <a:pt x="339376" y="4858"/>
                    </a:moveTo>
                    <a:cubicBezTo>
                      <a:pt x="154877" y="4858"/>
                      <a:pt x="4763" y="154972"/>
                      <a:pt x="4763" y="339471"/>
                    </a:cubicBezTo>
                    <a:cubicBezTo>
                      <a:pt x="4763" y="523970"/>
                      <a:pt x="154877" y="674084"/>
                      <a:pt x="339376" y="674084"/>
                    </a:cubicBezTo>
                    <a:cubicBezTo>
                      <a:pt x="523875" y="674084"/>
                      <a:pt x="673989" y="523970"/>
                      <a:pt x="673989" y="339471"/>
                    </a:cubicBezTo>
                    <a:cubicBezTo>
                      <a:pt x="673989" y="154972"/>
                      <a:pt x="523875" y="4858"/>
                      <a:pt x="339376" y="4858"/>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 name="Google Shape;228;p15"/>
              <p:cNvSpPr/>
              <p:nvPr/>
            </p:nvSpPr>
            <p:spPr>
              <a:xfrm>
                <a:off x="4615364" y="6815994"/>
                <a:ext cx="205168" cy="205263"/>
              </a:xfrm>
              <a:custGeom>
                <a:rect b="b" l="l" r="r" t="t"/>
                <a:pathLst>
                  <a:path extrusionOk="0" h="205263" w="205168">
                    <a:moveTo>
                      <a:pt x="102584" y="205264"/>
                    </a:moveTo>
                    <a:cubicBezTo>
                      <a:pt x="46006" y="205264"/>
                      <a:pt x="0" y="159258"/>
                      <a:pt x="0" y="102679"/>
                    </a:cubicBezTo>
                    <a:cubicBezTo>
                      <a:pt x="0" y="46101"/>
                      <a:pt x="46006" y="0"/>
                      <a:pt x="102584" y="0"/>
                    </a:cubicBezTo>
                    <a:cubicBezTo>
                      <a:pt x="159163" y="0"/>
                      <a:pt x="205168" y="46006"/>
                      <a:pt x="205168" y="102679"/>
                    </a:cubicBezTo>
                    <a:cubicBezTo>
                      <a:pt x="205168" y="159353"/>
                      <a:pt x="159163" y="205264"/>
                      <a:pt x="102584" y="205264"/>
                    </a:cubicBezTo>
                    <a:close/>
                    <a:moveTo>
                      <a:pt x="102584" y="4763"/>
                    </a:moveTo>
                    <a:cubicBezTo>
                      <a:pt x="48577" y="4763"/>
                      <a:pt x="4763" y="48673"/>
                      <a:pt x="4763" y="102679"/>
                    </a:cubicBezTo>
                    <a:cubicBezTo>
                      <a:pt x="4763" y="156686"/>
                      <a:pt x="48673" y="200501"/>
                      <a:pt x="102584" y="200501"/>
                    </a:cubicBezTo>
                    <a:cubicBezTo>
                      <a:pt x="156496" y="200501"/>
                      <a:pt x="200406" y="156591"/>
                      <a:pt x="200406" y="102679"/>
                    </a:cubicBezTo>
                    <a:cubicBezTo>
                      <a:pt x="200406" y="48768"/>
                      <a:pt x="156496" y="4763"/>
                      <a:pt x="102584"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 name="Google Shape;229;p15"/>
              <p:cNvSpPr/>
              <p:nvPr/>
            </p:nvSpPr>
            <p:spPr>
              <a:xfrm>
                <a:off x="9469936" y="6968870"/>
                <a:ext cx="439674" cy="439673"/>
              </a:xfrm>
              <a:custGeom>
                <a:rect b="b" l="l" r="r" t="t"/>
                <a:pathLst>
                  <a:path extrusionOk="0" h="439673" w="439674">
                    <a:moveTo>
                      <a:pt x="219837" y="439674"/>
                    </a:moveTo>
                    <a:cubicBezTo>
                      <a:pt x="98584" y="439674"/>
                      <a:pt x="0" y="341090"/>
                      <a:pt x="0" y="219837"/>
                    </a:cubicBezTo>
                    <a:cubicBezTo>
                      <a:pt x="0" y="98584"/>
                      <a:pt x="98584" y="0"/>
                      <a:pt x="219837" y="0"/>
                    </a:cubicBezTo>
                    <a:cubicBezTo>
                      <a:pt x="341090" y="0"/>
                      <a:pt x="439674" y="98584"/>
                      <a:pt x="439674" y="219837"/>
                    </a:cubicBezTo>
                    <a:cubicBezTo>
                      <a:pt x="439674" y="341090"/>
                      <a:pt x="341090" y="439674"/>
                      <a:pt x="219837" y="439674"/>
                    </a:cubicBezTo>
                    <a:close/>
                    <a:moveTo>
                      <a:pt x="219837" y="4763"/>
                    </a:moveTo>
                    <a:cubicBezTo>
                      <a:pt x="101251" y="4763"/>
                      <a:pt x="4763" y="101251"/>
                      <a:pt x="4763" y="219837"/>
                    </a:cubicBezTo>
                    <a:cubicBezTo>
                      <a:pt x="4763" y="338423"/>
                      <a:pt x="101251" y="434911"/>
                      <a:pt x="219837" y="434911"/>
                    </a:cubicBezTo>
                    <a:cubicBezTo>
                      <a:pt x="338424" y="434911"/>
                      <a:pt x="434912" y="338423"/>
                      <a:pt x="434912" y="219837"/>
                    </a:cubicBezTo>
                    <a:cubicBezTo>
                      <a:pt x="434912" y="101251"/>
                      <a:pt x="338424" y="4763"/>
                      <a:pt x="219837"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230" name="Google Shape;230;p1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31" name="Google Shape;231;p15"/>
          <p:cNvSpPr txBox="1"/>
          <p:nvPr>
            <p:ph idx="1" type="body"/>
          </p:nvPr>
        </p:nvSpPr>
        <p:spPr>
          <a:xfrm>
            <a:off x="720000" y="1215750"/>
            <a:ext cx="7704000" cy="20151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Font typeface="Nunito Light"/>
              <a:buChar char="●"/>
              <a:defRPr/>
            </a:lvl1pPr>
            <a:lvl2pPr indent="-304800" lvl="1" marL="914400" rtl="0">
              <a:spcBef>
                <a:spcPts val="0"/>
              </a:spcBef>
              <a:spcAft>
                <a:spcPts val="0"/>
              </a:spcAft>
              <a:buSzPts val="1200"/>
              <a:buFont typeface="Nunito Light"/>
              <a:buChar char="○"/>
              <a:defRPr/>
            </a:lvl2pPr>
            <a:lvl3pPr indent="-304800" lvl="2" marL="1371600" rtl="0">
              <a:lnSpc>
                <a:spcPct val="115000"/>
              </a:lnSpc>
              <a:spcBef>
                <a:spcPts val="0"/>
              </a:spcBef>
              <a:spcAft>
                <a:spcPts val="0"/>
              </a:spcAft>
              <a:buClr>
                <a:srgbClr val="FFC800"/>
              </a:buClr>
              <a:buSzPts val="1200"/>
              <a:buFont typeface="Nunito Light"/>
              <a:buChar char="■"/>
              <a:defRPr/>
            </a:lvl3pPr>
            <a:lvl4pPr indent="-304800" lvl="3" marL="1828800" rtl="0">
              <a:lnSpc>
                <a:spcPct val="115000"/>
              </a:lnSpc>
              <a:spcBef>
                <a:spcPts val="0"/>
              </a:spcBef>
              <a:spcAft>
                <a:spcPts val="0"/>
              </a:spcAft>
              <a:buClr>
                <a:srgbClr val="FFC800"/>
              </a:buClr>
              <a:buSzPts val="1200"/>
              <a:buFont typeface="Nunito Light"/>
              <a:buChar char="●"/>
              <a:defRPr/>
            </a:lvl4pPr>
            <a:lvl5pPr indent="-304800" lvl="4" marL="2286000" rtl="0">
              <a:lnSpc>
                <a:spcPct val="115000"/>
              </a:lnSpc>
              <a:spcBef>
                <a:spcPts val="0"/>
              </a:spcBef>
              <a:spcAft>
                <a:spcPts val="0"/>
              </a:spcAft>
              <a:buClr>
                <a:srgbClr val="434343"/>
              </a:buClr>
              <a:buSzPts val="1200"/>
              <a:buFont typeface="Nunito Light"/>
              <a:buChar char="○"/>
              <a:defRPr/>
            </a:lvl5pPr>
            <a:lvl6pPr indent="-304800" lvl="5" marL="2743200" rtl="0">
              <a:lnSpc>
                <a:spcPct val="115000"/>
              </a:lnSpc>
              <a:spcBef>
                <a:spcPts val="0"/>
              </a:spcBef>
              <a:spcAft>
                <a:spcPts val="0"/>
              </a:spcAft>
              <a:buClr>
                <a:srgbClr val="434343"/>
              </a:buClr>
              <a:buSzPts val="1200"/>
              <a:buFont typeface="Nunito Light"/>
              <a:buChar char="■"/>
              <a:defRPr/>
            </a:lvl6pPr>
            <a:lvl7pPr indent="-304800" lvl="6" marL="3200400" rtl="0">
              <a:lnSpc>
                <a:spcPct val="115000"/>
              </a:lnSpc>
              <a:spcBef>
                <a:spcPts val="0"/>
              </a:spcBef>
              <a:spcAft>
                <a:spcPts val="0"/>
              </a:spcAft>
              <a:buClr>
                <a:srgbClr val="434343"/>
              </a:buClr>
              <a:buSzPts val="1200"/>
              <a:buFont typeface="Nunito Light"/>
              <a:buChar char="●"/>
              <a:defRPr/>
            </a:lvl7pPr>
            <a:lvl8pPr indent="-304800" lvl="7" marL="3657600" rtl="0">
              <a:lnSpc>
                <a:spcPct val="115000"/>
              </a:lnSpc>
              <a:spcBef>
                <a:spcPts val="0"/>
              </a:spcBef>
              <a:spcAft>
                <a:spcPts val="0"/>
              </a:spcAft>
              <a:buClr>
                <a:srgbClr val="434343"/>
              </a:buClr>
              <a:buSzPts val="1200"/>
              <a:buFont typeface="Nunito Light"/>
              <a:buChar char="○"/>
              <a:defRPr/>
            </a:lvl8pPr>
            <a:lvl9pPr indent="-304800" lvl="8" marL="4114800" rtl="0">
              <a:lnSpc>
                <a:spcPct val="115000"/>
              </a:lnSpc>
              <a:spcBef>
                <a:spcPts val="0"/>
              </a:spcBef>
              <a:spcAft>
                <a:spcPts val="0"/>
              </a:spcAft>
              <a:buClr>
                <a:srgbClr val="434343"/>
              </a:buClr>
              <a:buSzPts val="1200"/>
              <a:buFont typeface="Nunito Light"/>
              <a:buChar char="■"/>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_1_1">
    <p:spTree>
      <p:nvGrpSpPr>
        <p:cNvPr id="232" name="Shape 232"/>
        <p:cNvGrpSpPr/>
        <p:nvPr/>
      </p:nvGrpSpPr>
      <p:grpSpPr>
        <a:xfrm>
          <a:off x="0" y="0"/>
          <a:ext cx="0" cy="0"/>
          <a:chOff x="0" y="0"/>
          <a:chExt cx="0" cy="0"/>
        </a:xfrm>
      </p:grpSpPr>
      <p:grpSp>
        <p:nvGrpSpPr>
          <p:cNvPr id="233" name="Google Shape;233;p16"/>
          <p:cNvGrpSpPr/>
          <p:nvPr/>
        </p:nvGrpSpPr>
        <p:grpSpPr>
          <a:xfrm>
            <a:off x="-52476" y="-985"/>
            <a:ext cx="9351589" cy="5550649"/>
            <a:chOff x="-52476" y="-985"/>
            <a:chExt cx="9351589" cy="5550649"/>
          </a:xfrm>
        </p:grpSpPr>
        <p:sp>
          <p:nvSpPr>
            <p:cNvPr id="234" name="Google Shape;234;p16"/>
            <p:cNvSpPr/>
            <p:nvPr/>
          </p:nvSpPr>
          <p:spPr>
            <a:xfrm rot="5400000">
              <a:off x="7400543" y="3651094"/>
              <a:ext cx="3089581" cy="707559"/>
            </a:xfrm>
            <a:custGeom>
              <a:rect b="b" l="l" r="r" t="t"/>
              <a:pathLst>
                <a:path extrusionOk="0" h="448532" w="1958530">
                  <a:moveTo>
                    <a:pt x="0" y="0"/>
                  </a:moveTo>
                  <a:cubicBezTo>
                    <a:pt x="164211" y="259080"/>
                    <a:pt x="476345" y="448532"/>
                    <a:pt x="774287" y="448532"/>
                  </a:cubicBezTo>
                  <a:lnTo>
                    <a:pt x="1329118" y="448532"/>
                  </a:lnTo>
                  <a:cubicBezTo>
                    <a:pt x="1619345" y="448532"/>
                    <a:pt x="1867662" y="260318"/>
                    <a:pt x="1958531" y="0"/>
                  </a:cubicBezTo>
                  <a:lnTo>
                    <a:pt x="95"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 name="Google Shape;235;p16"/>
            <p:cNvSpPr/>
            <p:nvPr/>
          </p:nvSpPr>
          <p:spPr>
            <a:xfrm flipH="1" rot="10800000">
              <a:off x="-52476" y="-985"/>
              <a:ext cx="1011333" cy="1352000"/>
            </a:xfrm>
            <a:custGeom>
              <a:rect b="b" l="l" r="r" t="t"/>
              <a:pathLst>
                <a:path extrusionOk="0" h="1046035" w="782463">
                  <a:moveTo>
                    <a:pt x="655034" y="532734"/>
                  </a:moveTo>
                  <a:cubicBezTo>
                    <a:pt x="571214" y="260223"/>
                    <a:pt x="286226" y="33433"/>
                    <a:pt x="0" y="0"/>
                  </a:cubicBezTo>
                  <a:lnTo>
                    <a:pt x="0" y="1046036"/>
                  </a:lnTo>
                  <a:lnTo>
                    <a:pt x="781717" y="1046036"/>
                  </a:lnTo>
                  <a:cubicBezTo>
                    <a:pt x="784955" y="990886"/>
                    <a:pt x="777716" y="931641"/>
                    <a:pt x="758857" y="870109"/>
                  </a:cubicBezTo>
                  <a:lnTo>
                    <a:pt x="655130" y="532638"/>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6" name="Google Shape;236;p16"/>
          <p:cNvGrpSpPr/>
          <p:nvPr/>
        </p:nvGrpSpPr>
        <p:grpSpPr>
          <a:xfrm>
            <a:off x="-551471" y="-248595"/>
            <a:ext cx="10150188" cy="5435469"/>
            <a:chOff x="-551471" y="-248595"/>
            <a:chExt cx="10150188" cy="5435469"/>
          </a:xfrm>
        </p:grpSpPr>
        <p:sp>
          <p:nvSpPr>
            <p:cNvPr id="237" name="Google Shape;237;p16"/>
            <p:cNvSpPr/>
            <p:nvPr/>
          </p:nvSpPr>
          <p:spPr>
            <a:xfrm rot="5400000">
              <a:off x="7444710" y="3032868"/>
              <a:ext cx="3501886" cy="806128"/>
            </a:xfrm>
            <a:custGeom>
              <a:rect b="b" l="l" r="r" t="t"/>
              <a:pathLst>
                <a:path extrusionOk="0" h="511016" w="2219896">
                  <a:moveTo>
                    <a:pt x="1505617" y="511016"/>
                  </a:moveTo>
                  <a:lnTo>
                    <a:pt x="877919" y="511016"/>
                  </a:lnTo>
                  <a:cubicBezTo>
                    <a:pt x="714089" y="511016"/>
                    <a:pt x="542544" y="461201"/>
                    <a:pt x="382048" y="366903"/>
                  </a:cubicBezTo>
                  <a:cubicBezTo>
                    <a:pt x="226886" y="275749"/>
                    <a:pt x="91154" y="146399"/>
                    <a:pt x="0" y="2572"/>
                  </a:cubicBezTo>
                  <a:lnTo>
                    <a:pt x="4000" y="0"/>
                  </a:lnTo>
                  <a:cubicBezTo>
                    <a:pt x="94774" y="143256"/>
                    <a:pt x="229838" y="272034"/>
                    <a:pt x="384429" y="362807"/>
                  </a:cubicBezTo>
                  <a:cubicBezTo>
                    <a:pt x="544259" y="456629"/>
                    <a:pt x="714851" y="506254"/>
                    <a:pt x="877919" y="506254"/>
                  </a:cubicBezTo>
                  <a:lnTo>
                    <a:pt x="1505617" y="506254"/>
                  </a:lnTo>
                  <a:cubicBezTo>
                    <a:pt x="1824609" y="506254"/>
                    <a:pt x="2109883" y="302990"/>
                    <a:pt x="2215420" y="476"/>
                  </a:cubicBezTo>
                  <a:lnTo>
                    <a:pt x="2219897" y="2000"/>
                  </a:lnTo>
                  <a:cubicBezTo>
                    <a:pt x="2113693" y="306419"/>
                    <a:pt x="1826705" y="511016"/>
                    <a:pt x="1505617" y="511016"/>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 name="Google Shape;238;p16"/>
            <p:cNvSpPr/>
            <p:nvPr/>
          </p:nvSpPr>
          <p:spPr>
            <a:xfrm flipH="1" rot="10800000">
              <a:off x="-551471" y="-248595"/>
              <a:ext cx="1261935" cy="1959953"/>
            </a:xfrm>
            <a:custGeom>
              <a:rect b="b" l="l" r="r" t="t"/>
              <a:pathLst>
                <a:path extrusionOk="0" h="1351692" w="870300">
                  <a:moveTo>
                    <a:pt x="865632" y="1351598"/>
                  </a:moveTo>
                  <a:lnTo>
                    <a:pt x="860870" y="1351026"/>
                  </a:lnTo>
                  <a:cubicBezTo>
                    <a:pt x="869918" y="1282351"/>
                    <a:pt x="865727" y="1209580"/>
                    <a:pt x="848582" y="1134713"/>
                  </a:cubicBezTo>
                  <a:lnTo>
                    <a:pt x="751808" y="712756"/>
                  </a:lnTo>
                  <a:cubicBezTo>
                    <a:pt x="674560" y="376238"/>
                    <a:pt x="351377" y="71819"/>
                    <a:pt x="0" y="4667"/>
                  </a:cubicBezTo>
                  <a:lnTo>
                    <a:pt x="857" y="0"/>
                  </a:lnTo>
                  <a:cubicBezTo>
                    <a:pt x="354044" y="67437"/>
                    <a:pt x="678847" y="373475"/>
                    <a:pt x="756476" y="711708"/>
                  </a:cubicBezTo>
                  <a:lnTo>
                    <a:pt x="853250" y="1133666"/>
                  </a:lnTo>
                  <a:cubicBezTo>
                    <a:pt x="870585" y="1209104"/>
                    <a:pt x="874681" y="1282446"/>
                    <a:pt x="865632" y="135169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9" name="Google Shape;239;p16"/>
          <p:cNvGrpSpPr/>
          <p:nvPr/>
        </p:nvGrpSpPr>
        <p:grpSpPr>
          <a:xfrm>
            <a:off x="115335" y="-392531"/>
            <a:ext cx="8599372" cy="5852349"/>
            <a:chOff x="2944261" y="1556194"/>
            <a:chExt cx="8599372" cy="5852349"/>
          </a:xfrm>
        </p:grpSpPr>
        <p:sp>
          <p:nvSpPr>
            <p:cNvPr id="240" name="Google Shape;240;p16"/>
            <p:cNvSpPr/>
            <p:nvPr/>
          </p:nvSpPr>
          <p:spPr>
            <a:xfrm>
              <a:off x="2944261" y="2753625"/>
              <a:ext cx="205168" cy="205168"/>
            </a:xfrm>
            <a:custGeom>
              <a:rect b="b" l="l" r="r" t="t"/>
              <a:pathLst>
                <a:path extrusionOk="0" h="205168" w="205168">
                  <a:moveTo>
                    <a:pt x="102584" y="205169"/>
                  </a:moveTo>
                  <a:cubicBezTo>
                    <a:pt x="46006" y="205169"/>
                    <a:pt x="0" y="159163"/>
                    <a:pt x="0" y="102584"/>
                  </a:cubicBezTo>
                  <a:cubicBezTo>
                    <a:pt x="0" y="46006"/>
                    <a:pt x="46006" y="0"/>
                    <a:pt x="102584" y="0"/>
                  </a:cubicBezTo>
                  <a:cubicBezTo>
                    <a:pt x="159163" y="0"/>
                    <a:pt x="205168" y="46006"/>
                    <a:pt x="205168" y="102584"/>
                  </a:cubicBezTo>
                  <a:cubicBezTo>
                    <a:pt x="205168" y="159163"/>
                    <a:pt x="159163" y="205169"/>
                    <a:pt x="102584" y="205169"/>
                  </a:cubicBezTo>
                  <a:close/>
                  <a:moveTo>
                    <a:pt x="102584" y="4667"/>
                  </a:moveTo>
                  <a:cubicBezTo>
                    <a:pt x="48578" y="4667"/>
                    <a:pt x="4763" y="48577"/>
                    <a:pt x="4763" y="102489"/>
                  </a:cubicBezTo>
                  <a:cubicBezTo>
                    <a:pt x="4763" y="156400"/>
                    <a:pt x="48673" y="200311"/>
                    <a:pt x="102584" y="200311"/>
                  </a:cubicBezTo>
                  <a:cubicBezTo>
                    <a:pt x="156496" y="200311"/>
                    <a:pt x="200406" y="156400"/>
                    <a:pt x="200406" y="102489"/>
                  </a:cubicBezTo>
                  <a:cubicBezTo>
                    <a:pt x="200406" y="48577"/>
                    <a:pt x="156496" y="4667"/>
                    <a:pt x="102584" y="4667"/>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 name="Google Shape;241;p16"/>
            <p:cNvSpPr/>
            <p:nvPr/>
          </p:nvSpPr>
          <p:spPr>
            <a:xfrm>
              <a:off x="10864881" y="1556194"/>
              <a:ext cx="678751" cy="678751"/>
            </a:xfrm>
            <a:custGeom>
              <a:rect b="b" l="l" r="r" t="t"/>
              <a:pathLst>
                <a:path extrusionOk="0" h="678751" w="678751">
                  <a:moveTo>
                    <a:pt x="339376" y="678752"/>
                  </a:moveTo>
                  <a:cubicBezTo>
                    <a:pt x="152305" y="678752"/>
                    <a:pt x="0" y="526542"/>
                    <a:pt x="0" y="339376"/>
                  </a:cubicBezTo>
                  <a:cubicBezTo>
                    <a:pt x="0" y="152210"/>
                    <a:pt x="152210" y="0"/>
                    <a:pt x="339376" y="0"/>
                  </a:cubicBezTo>
                  <a:cubicBezTo>
                    <a:pt x="526542" y="0"/>
                    <a:pt x="678752" y="152210"/>
                    <a:pt x="678752" y="339376"/>
                  </a:cubicBezTo>
                  <a:cubicBezTo>
                    <a:pt x="678752" y="526542"/>
                    <a:pt x="526542" y="678752"/>
                    <a:pt x="339376" y="678752"/>
                  </a:cubicBezTo>
                  <a:close/>
                  <a:moveTo>
                    <a:pt x="339376" y="4858"/>
                  </a:moveTo>
                  <a:cubicBezTo>
                    <a:pt x="154877" y="4858"/>
                    <a:pt x="4763" y="154972"/>
                    <a:pt x="4763" y="339471"/>
                  </a:cubicBezTo>
                  <a:cubicBezTo>
                    <a:pt x="4763" y="523970"/>
                    <a:pt x="154877" y="674084"/>
                    <a:pt x="339376" y="674084"/>
                  </a:cubicBezTo>
                  <a:cubicBezTo>
                    <a:pt x="523875" y="674084"/>
                    <a:pt x="673989" y="523970"/>
                    <a:pt x="673989" y="339471"/>
                  </a:cubicBezTo>
                  <a:cubicBezTo>
                    <a:pt x="673989" y="154972"/>
                    <a:pt x="523875" y="4858"/>
                    <a:pt x="339376" y="4858"/>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 name="Google Shape;242;p16"/>
            <p:cNvSpPr/>
            <p:nvPr/>
          </p:nvSpPr>
          <p:spPr>
            <a:xfrm>
              <a:off x="3179526" y="6654069"/>
              <a:ext cx="205168" cy="205263"/>
            </a:xfrm>
            <a:custGeom>
              <a:rect b="b" l="l" r="r" t="t"/>
              <a:pathLst>
                <a:path extrusionOk="0" h="205263" w="205168">
                  <a:moveTo>
                    <a:pt x="102584" y="205264"/>
                  </a:moveTo>
                  <a:cubicBezTo>
                    <a:pt x="46006" y="205264"/>
                    <a:pt x="0" y="159258"/>
                    <a:pt x="0" y="102679"/>
                  </a:cubicBezTo>
                  <a:cubicBezTo>
                    <a:pt x="0" y="46101"/>
                    <a:pt x="46006" y="0"/>
                    <a:pt x="102584" y="0"/>
                  </a:cubicBezTo>
                  <a:cubicBezTo>
                    <a:pt x="159163" y="0"/>
                    <a:pt x="205168" y="46006"/>
                    <a:pt x="205168" y="102679"/>
                  </a:cubicBezTo>
                  <a:cubicBezTo>
                    <a:pt x="205168" y="159353"/>
                    <a:pt x="159163" y="205264"/>
                    <a:pt x="102584" y="205264"/>
                  </a:cubicBezTo>
                  <a:close/>
                  <a:moveTo>
                    <a:pt x="102584" y="4763"/>
                  </a:moveTo>
                  <a:cubicBezTo>
                    <a:pt x="48577" y="4763"/>
                    <a:pt x="4763" y="48673"/>
                    <a:pt x="4763" y="102679"/>
                  </a:cubicBezTo>
                  <a:cubicBezTo>
                    <a:pt x="4763" y="156686"/>
                    <a:pt x="48673" y="200501"/>
                    <a:pt x="102584" y="200501"/>
                  </a:cubicBezTo>
                  <a:cubicBezTo>
                    <a:pt x="156496" y="200501"/>
                    <a:pt x="200406" y="156591"/>
                    <a:pt x="200406" y="102679"/>
                  </a:cubicBezTo>
                  <a:cubicBezTo>
                    <a:pt x="200406" y="48768"/>
                    <a:pt x="156496" y="4763"/>
                    <a:pt x="102584"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3" name="Google Shape;243;p16"/>
            <p:cNvSpPr/>
            <p:nvPr/>
          </p:nvSpPr>
          <p:spPr>
            <a:xfrm>
              <a:off x="9469936" y="6968870"/>
              <a:ext cx="439674" cy="439673"/>
            </a:xfrm>
            <a:custGeom>
              <a:rect b="b" l="l" r="r" t="t"/>
              <a:pathLst>
                <a:path extrusionOk="0" h="439673" w="439674">
                  <a:moveTo>
                    <a:pt x="219837" y="439674"/>
                  </a:moveTo>
                  <a:cubicBezTo>
                    <a:pt x="98584" y="439674"/>
                    <a:pt x="0" y="341090"/>
                    <a:pt x="0" y="219837"/>
                  </a:cubicBezTo>
                  <a:cubicBezTo>
                    <a:pt x="0" y="98584"/>
                    <a:pt x="98584" y="0"/>
                    <a:pt x="219837" y="0"/>
                  </a:cubicBezTo>
                  <a:cubicBezTo>
                    <a:pt x="341090" y="0"/>
                    <a:pt x="439674" y="98584"/>
                    <a:pt x="439674" y="219837"/>
                  </a:cubicBezTo>
                  <a:cubicBezTo>
                    <a:pt x="439674" y="341090"/>
                    <a:pt x="341090" y="439674"/>
                    <a:pt x="219837" y="439674"/>
                  </a:cubicBezTo>
                  <a:close/>
                  <a:moveTo>
                    <a:pt x="219837" y="4763"/>
                  </a:moveTo>
                  <a:cubicBezTo>
                    <a:pt x="101251" y="4763"/>
                    <a:pt x="4763" y="101251"/>
                    <a:pt x="4763" y="219837"/>
                  </a:cubicBezTo>
                  <a:cubicBezTo>
                    <a:pt x="4763" y="338423"/>
                    <a:pt x="101251" y="434911"/>
                    <a:pt x="219837" y="434911"/>
                  </a:cubicBezTo>
                  <a:cubicBezTo>
                    <a:pt x="338424" y="434911"/>
                    <a:pt x="434912" y="338423"/>
                    <a:pt x="434912" y="219837"/>
                  </a:cubicBezTo>
                  <a:cubicBezTo>
                    <a:pt x="434912" y="101251"/>
                    <a:pt x="338424" y="4763"/>
                    <a:pt x="219837"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44" name="Google Shape;244;p1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45" name="Google Shape;245;p16"/>
          <p:cNvSpPr txBox="1"/>
          <p:nvPr>
            <p:ph idx="1" type="body"/>
          </p:nvPr>
        </p:nvSpPr>
        <p:spPr>
          <a:xfrm>
            <a:off x="720000" y="1215750"/>
            <a:ext cx="7704000" cy="11292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SzPts val="1400"/>
              <a:buFont typeface="Nunito Light"/>
              <a:buChar char="●"/>
              <a:defRPr/>
            </a:lvl1pPr>
            <a:lvl2pPr indent="-304800" lvl="1" marL="914400" rtl="0">
              <a:spcBef>
                <a:spcPts val="0"/>
              </a:spcBef>
              <a:spcAft>
                <a:spcPts val="0"/>
              </a:spcAft>
              <a:buSzPts val="1200"/>
              <a:buFont typeface="Nunito Light"/>
              <a:buChar char="○"/>
              <a:defRPr/>
            </a:lvl2pPr>
            <a:lvl3pPr indent="-304800" lvl="2" marL="1371600" rtl="0">
              <a:lnSpc>
                <a:spcPct val="115000"/>
              </a:lnSpc>
              <a:spcBef>
                <a:spcPts val="0"/>
              </a:spcBef>
              <a:spcAft>
                <a:spcPts val="0"/>
              </a:spcAft>
              <a:buClr>
                <a:srgbClr val="FFC800"/>
              </a:buClr>
              <a:buSzPts val="1200"/>
              <a:buFont typeface="Nunito Light"/>
              <a:buChar char="■"/>
              <a:defRPr/>
            </a:lvl3pPr>
            <a:lvl4pPr indent="-304800" lvl="3" marL="1828800" rtl="0">
              <a:lnSpc>
                <a:spcPct val="115000"/>
              </a:lnSpc>
              <a:spcBef>
                <a:spcPts val="0"/>
              </a:spcBef>
              <a:spcAft>
                <a:spcPts val="0"/>
              </a:spcAft>
              <a:buClr>
                <a:srgbClr val="FFC800"/>
              </a:buClr>
              <a:buSzPts val="1200"/>
              <a:buFont typeface="Nunito Light"/>
              <a:buChar char="●"/>
              <a:defRPr/>
            </a:lvl4pPr>
            <a:lvl5pPr indent="-304800" lvl="4" marL="2286000" rtl="0">
              <a:lnSpc>
                <a:spcPct val="115000"/>
              </a:lnSpc>
              <a:spcBef>
                <a:spcPts val="0"/>
              </a:spcBef>
              <a:spcAft>
                <a:spcPts val="0"/>
              </a:spcAft>
              <a:buClr>
                <a:srgbClr val="434343"/>
              </a:buClr>
              <a:buSzPts val="1200"/>
              <a:buFont typeface="Nunito Light"/>
              <a:buChar char="○"/>
              <a:defRPr/>
            </a:lvl5pPr>
            <a:lvl6pPr indent="-304800" lvl="5" marL="2743200" rtl="0">
              <a:lnSpc>
                <a:spcPct val="115000"/>
              </a:lnSpc>
              <a:spcBef>
                <a:spcPts val="0"/>
              </a:spcBef>
              <a:spcAft>
                <a:spcPts val="0"/>
              </a:spcAft>
              <a:buClr>
                <a:srgbClr val="434343"/>
              </a:buClr>
              <a:buSzPts val="1200"/>
              <a:buFont typeface="Nunito Light"/>
              <a:buChar char="■"/>
              <a:defRPr/>
            </a:lvl6pPr>
            <a:lvl7pPr indent="-304800" lvl="6" marL="3200400" rtl="0">
              <a:lnSpc>
                <a:spcPct val="115000"/>
              </a:lnSpc>
              <a:spcBef>
                <a:spcPts val="0"/>
              </a:spcBef>
              <a:spcAft>
                <a:spcPts val="0"/>
              </a:spcAft>
              <a:buClr>
                <a:srgbClr val="434343"/>
              </a:buClr>
              <a:buSzPts val="1200"/>
              <a:buFont typeface="Nunito Light"/>
              <a:buChar char="●"/>
              <a:defRPr/>
            </a:lvl7pPr>
            <a:lvl8pPr indent="-304800" lvl="7" marL="3657600" rtl="0">
              <a:lnSpc>
                <a:spcPct val="115000"/>
              </a:lnSpc>
              <a:spcBef>
                <a:spcPts val="0"/>
              </a:spcBef>
              <a:spcAft>
                <a:spcPts val="0"/>
              </a:spcAft>
              <a:buClr>
                <a:srgbClr val="434343"/>
              </a:buClr>
              <a:buSzPts val="1200"/>
              <a:buFont typeface="Nunito Light"/>
              <a:buChar char="○"/>
              <a:defRPr/>
            </a:lvl8pPr>
            <a:lvl9pPr indent="-304800" lvl="8" marL="4114800" rtl="0">
              <a:lnSpc>
                <a:spcPct val="115000"/>
              </a:lnSpc>
              <a:spcBef>
                <a:spcPts val="0"/>
              </a:spcBef>
              <a:spcAft>
                <a:spcPts val="0"/>
              </a:spcAft>
              <a:buClr>
                <a:srgbClr val="434343"/>
              </a:buClr>
              <a:buSzPts val="1200"/>
              <a:buFont typeface="Nunito Light"/>
              <a:buChar char="■"/>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6_1">
    <p:spTree>
      <p:nvGrpSpPr>
        <p:cNvPr id="246" name="Shape 246"/>
        <p:cNvGrpSpPr/>
        <p:nvPr/>
      </p:nvGrpSpPr>
      <p:grpSpPr>
        <a:xfrm>
          <a:off x="0" y="0"/>
          <a:ext cx="0" cy="0"/>
          <a:chOff x="0" y="0"/>
          <a:chExt cx="0" cy="0"/>
        </a:xfrm>
      </p:grpSpPr>
      <p:sp>
        <p:nvSpPr>
          <p:cNvPr id="247" name="Google Shape;247;p1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48" name="Google Shape;248;p17"/>
          <p:cNvSpPr txBox="1"/>
          <p:nvPr>
            <p:ph idx="1" type="subTitle"/>
          </p:nvPr>
        </p:nvSpPr>
        <p:spPr>
          <a:xfrm>
            <a:off x="1081975" y="1656032"/>
            <a:ext cx="6996300" cy="5727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p:txBody>
      </p:sp>
      <p:sp>
        <p:nvSpPr>
          <p:cNvPr id="249" name="Google Shape;249;p17"/>
          <p:cNvSpPr txBox="1"/>
          <p:nvPr>
            <p:ph idx="2" type="subTitle"/>
          </p:nvPr>
        </p:nvSpPr>
        <p:spPr>
          <a:xfrm>
            <a:off x="1081975" y="2776206"/>
            <a:ext cx="6996300" cy="5727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p:txBody>
      </p:sp>
      <p:sp>
        <p:nvSpPr>
          <p:cNvPr id="250" name="Google Shape;250;p17"/>
          <p:cNvSpPr txBox="1"/>
          <p:nvPr>
            <p:ph idx="3" type="subTitle"/>
          </p:nvPr>
        </p:nvSpPr>
        <p:spPr>
          <a:xfrm>
            <a:off x="1081975" y="3896706"/>
            <a:ext cx="6996300" cy="5727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p:txBody>
      </p:sp>
      <p:sp>
        <p:nvSpPr>
          <p:cNvPr id="251" name="Google Shape;251;p17"/>
          <p:cNvSpPr txBox="1"/>
          <p:nvPr>
            <p:ph idx="4" type="subTitle"/>
          </p:nvPr>
        </p:nvSpPr>
        <p:spPr>
          <a:xfrm>
            <a:off x="1081975" y="1232825"/>
            <a:ext cx="6996300" cy="5304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solidFill>
                  <a:schemeClr val="accent3"/>
                </a:solidFill>
                <a:latin typeface="Bricolage Grotesque"/>
                <a:ea typeface="Bricolage Grotesque"/>
                <a:cs typeface="Bricolage Grotesque"/>
                <a:sym typeface="Bricolage Grotesque"/>
              </a:defRPr>
            </a:lvl1pPr>
            <a:lvl2pPr lvl="1" rtl="0">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52" name="Google Shape;252;p17"/>
          <p:cNvSpPr txBox="1"/>
          <p:nvPr>
            <p:ph idx="5" type="subTitle"/>
          </p:nvPr>
        </p:nvSpPr>
        <p:spPr>
          <a:xfrm>
            <a:off x="1081975" y="2350125"/>
            <a:ext cx="6996300" cy="5277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solidFill>
                  <a:schemeClr val="accent3"/>
                </a:solidFill>
                <a:latin typeface="Bricolage Grotesque"/>
                <a:ea typeface="Bricolage Grotesque"/>
                <a:cs typeface="Bricolage Grotesque"/>
                <a:sym typeface="Bricolage Grotesque"/>
              </a:defRPr>
            </a:lvl1pPr>
            <a:lvl2pPr lvl="1" rtl="0">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53" name="Google Shape;253;p17"/>
          <p:cNvSpPr txBox="1"/>
          <p:nvPr>
            <p:ph idx="6" type="subTitle"/>
          </p:nvPr>
        </p:nvSpPr>
        <p:spPr>
          <a:xfrm>
            <a:off x="1081975" y="3470625"/>
            <a:ext cx="6996300" cy="5277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solidFill>
                  <a:schemeClr val="accent3"/>
                </a:solidFill>
                <a:latin typeface="Bricolage Grotesque"/>
                <a:ea typeface="Bricolage Grotesque"/>
                <a:cs typeface="Bricolage Grotesque"/>
                <a:sym typeface="Bricolage Grotesque"/>
              </a:defRPr>
            </a:lvl1pPr>
            <a:lvl2pPr lvl="1" rtl="0">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grpSp>
        <p:nvGrpSpPr>
          <p:cNvPr id="254" name="Google Shape;254;p17"/>
          <p:cNvGrpSpPr/>
          <p:nvPr/>
        </p:nvGrpSpPr>
        <p:grpSpPr>
          <a:xfrm>
            <a:off x="-52476" y="-985"/>
            <a:ext cx="9351589" cy="5550649"/>
            <a:chOff x="-52476" y="-985"/>
            <a:chExt cx="9351589" cy="5550649"/>
          </a:xfrm>
        </p:grpSpPr>
        <p:sp>
          <p:nvSpPr>
            <p:cNvPr id="255" name="Google Shape;255;p17"/>
            <p:cNvSpPr/>
            <p:nvPr/>
          </p:nvSpPr>
          <p:spPr>
            <a:xfrm rot="5400000">
              <a:off x="7400543" y="3651094"/>
              <a:ext cx="3089581" cy="707559"/>
            </a:xfrm>
            <a:custGeom>
              <a:rect b="b" l="l" r="r" t="t"/>
              <a:pathLst>
                <a:path extrusionOk="0" h="448532" w="1958530">
                  <a:moveTo>
                    <a:pt x="0" y="0"/>
                  </a:moveTo>
                  <a:cubicBezTo>
                    <a:pt x="164211" y="259080"/>
                    <a:pt x="476345" y="448532"/>
                    <a:pt x="774287" y="448532"/>
                  </a:cubicBezTo>
                  <a:lnTo>
                    <a:pt x="1329118" y="448532"/>
                  </a:lnTo>
                  <a:cubicBezTo>
                    <a:pt x="1619345" y="448532"/>
                    <a:pt x="1867662" y="260318"/>
                    <a:pt x="1958531" y="0"/>
                  </a:cubicBezTo>
                  <a:lnTo>
                    <a:pt x="95"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6" name="Google Shape;256;p17"/>
            <p:cNvSpPr/>
            <p:nvPr/>
          </p:nvSpPr>
          <p:spPr>
            <a:xfrm flipH="1" rot="10800000">
              <a:off x="-52476" y="-985"/>
              <a:ext cx="1011333" cy="1352000"/>
            </a:xfrm>
            <a:custGeom>
              <a:rect b="b" l="l" r="r" t="t"/>
              <a:pathLst>
                <a:path extrusionOk="0" h="1046035" w="782463">
                  <a:moveTo>
                    <a:pt x="655034" y="532734"/>
                  </a:moveTo>
                  <a:cubicBezTo>
                    <a:pt x="571214" y="260223"/>
                    <a:pt x="286226" y="33433"/>
                    <a:pt x="0" y="0"/>
                  </a:cubicBezTo>
                  <a:lnTo>
                    <a:pt x="0" y="1046036"/>
                  </a:lnTo>
                  <a:lnTo>
                    <a:pt x="781717" y="1046036"/>
                  </a:lnTo>
                  <a:cubicBezTo>
                    <a:pt x="784955" y="990886"/>
                    <a:pt x="777716" y="931641"/>
                    <a:pt x="758857" y="870109"/>
                  </a:cubicBezTo>
                  <a:lnTo>
                    <a:pt x="655130" y="53263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57" name="Google Shape;257;p17"/>
          <p:cNvGrpSpPr/>
          <p:nvPr/>
        </p:nvGrpSpPr>
        <p:grpSpPr>
          <a:xfrm>
            <a:off x="-551471" y="-248595"/>
            <a:ext cx="10150188" cy="5435469"/>
            <a:chOff x="-551471" y="-248595"/>
            <a:chExt cx="10150188" cy="5435469"/>
          </a:xfrm>
        </p:grpSpPr>
        <p:sp>
          <p:nvSpPr>
            <p:cNvPr id="258" name="Google Shape;258;p17"/>
            <p:cNvSpPr/>
            <p:nvPr/>
          </p:nvSpPr>
          <p:spPr>
            <a:xfrm rot="5400000">
              <a:off x="7444710" y="3032868"/>
              <a:ext cx="3501886" cy="806128"/>
            </a:xfrm>
            <a:custGeom>
              <a:rect b="b" l="l" r="r" t="t"/>
              <a:pathLst>
                <a:path extrusionOk="0" h="511016" w="2219896">
                  <a:moveTo>
                    <a:pt x="1505617" y="511016"/>
                  </a:moveTo>
                  <a:lnTo>
                    <a:pt x="877919" y="511016"/>
                  </a:lnTo>
                  <a:cubicBezTo>
                    <a:pt x="714089" y="511016"/>
                    <a:pt x="542544" y="461201"/>
                    <a:pt x="382048" y="366903"/>
                  </a:cubicBezTo>
                  <a:cubicBezTo>
                    <a:pt x="226886" y="275749"/>
                    <a:pt x="91154" y="146399"/>
                    <a:pt x="0" y="2572"/>
                  </a:cubicBezTo>
                  <a:lnTo>
                    <a:pt x="4000" y="0"/>
                  </a:lnTo>
                  <a:cubicBezTo>
                    <a:pt x="94774" y="143256"/>
                    <a:pt x="229838" y="272034"/>
                    <a:pt x="384429" y="362807"/>
                  </a:cubicBezTo>
                  <a:cubicBezTo>
                    <a:pt x="544259" y="456629"/>
                    <a:pt x="714851" y="506254"/>
                    <a:pt x="877919" y="506254"/>
                  </a:cubicBezTo>
                  <a:lnTo>
                    <a:pt x="1505617" y="506254"/>
                  </a:lnTo>
                  <a:cubicBezTo>
                    <a:pt x="1824609" y="506254"/>
                    <a:pt x="2109883" y="302990"/>
                    <a:pt x="2215420" y="476"/>
                  </a:cubicBezTo>
                  <a:lnTo>
                    <a:pt x="2219897" y="2000"/>
                  </a:lnTo>
                  <a:cubicBezTo>
                    <a:pt x="2113693" y="306419"/>
                    <a:pt x="1826705" y="511016"/>
                    <a:pt x="1505617" y="511016"/>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9" name="Google Shape;259;p17"/>
            <p:cNvSpPr/>
            <p:nvPr/>
          </p:nvSpPr>
          <p:spPr>
            <a:xfrm flipH="1" rot="10800000">
              <a:off x="-551471" y="-248595"/>
              <a:ext cx="1261935" cy="1959953"/>
            </a:xfrm>
            <a:custGeom>
              <a:rect b="b" l="l" r="r" t="t"/>
              <a:pathLst>
                <a:path extrusionOk="0" h="1351692" w="870300">
                  <a:moveTo>
                    <a:pt x="865632" y="1351598"/>
                  </a:moveTo>
                  <a:lnTo>
                    <a:pt x="860870" y="1351026"/>
                  </a:lnTo>
                  <a:cubicBezTo>
                    <a:pt x="869918" y="1282351"/>
                    <a:pt x="865727" y="1209580"/>
                    <a:pt x="848582" y="1134713"/>
                  </a:cubicBezTo>
                  <a:lnTo>
                    <a:pt x="751808" y="712756"/>
                  </a:lnTo>
                  <a:cubicBezTo>
                    <a:pt x="674560" y="376238"/>
                    <a:pt x="351377" y="71819"/>
                    <a:pt x="0" y="4667"/>
                  </a:cubicBezTo>
                  <a:lnTo>
                    <a:pt x="857" y="0"/>
                  </a:lnTo>
                  <a:cubicBezTo>
                    <a:pt x="354044" y="67437"/>
                    <a:pt x="678847" y="373475"/>
                    <a:pt x="756476" y="711708"/>
                  </a:cubicBezTo>
                  <a:lnTo>
                    <a:pt x="853250" y="1133666"/>
                  </a:lnTo>
                  <a:cubicBezTo>
                    <a:pt x="870585" y="1209104"/>
                    <a:pt x="874681" y="1282446"/>
                    <a:pt x="865632" y="135169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60" name="Google Shape;260;p17"/>
          <p:cNvGrpSpPr/>
          <p:nvPr/>
        </p:nvGrpSpPr>
        <p:grpSpPr>
          <a:xfrm>
            <a:off x="115335" y="-316331"/>
            <a:ext cx="7084897" cy="5776149"/>
            <a:chOff x="2944261" y="1632394"/>
            <a:chExt cx="7084897" cy="5776149"/>
          </a:xfrm>
        </p:grpSpPr>
        <p:sp>
          <p:nvSpPr>
            <p:cNvPr id="261" name="Google Shape;261;p17"/>
            <p:cNvSpPr/>
            <p:nvPr/>
          </p:nvSpPr>
          <p:spPr>
            <a:xfrm>
              <a:off x="2944261" y="2753625"/>
              <a:ext cx="205168" cy="205168"/>
            </a:xfrm>
            <a:custGeom>
              <a:rect b="b" l="l" r="r" t="t"/>
              <a:pathLst>
                <a:path extrusionOk="0" h="205168" w="205168">
                  <a:moveTo>
                    <a:pt x="102584" y="205169"/>
                  </a:moveTo>
                  <a:cubicBezTo>
                    <a:pt x="46006" y="205169"/>
                    <a:pt x="0" y="159163"/>
                    <a:pt x="0" y="102584"/>
                  </a:cubicBezTo>
                  <a:cubicBezTo>
                    <a:pt x="0" y="46006"/>
                    <a:pt x="46006" y="0"/>
                    <a:pt x="102584" y="0"/>
                  </a:cubicBezTo>
                  <a:cubicBezTo>
                    <a:pt x="159163" y="0"/>
                    <a:pt x="205168" y="46006"/>
                    <a:pt x="205168" y="102584"/>
                  </a:cubicBezTo>
                  <a:cubicBezTo>
                    <a:pt x="205168" y="159163"/>
                    <a:pt x="159163" y="205169"/>
                    <a:pt x="102584" y="205169"/>
                  </a:cubicBezTo>
                  <a:close/>
                  <a:moveTo>
                    <a:pt x="102584" y="4667"/>
                  </a:moveTo>
                  <a:cubicBezTo>
                    <a:pt x="48578" y="4667"/>
                    <a:pt x="4763" y="48577"/>
                    <a:pt x="4763" y="102489"/>
                  </a:cubicBezTo>
                  <a:cubicBezTo>
                    <a:pt x="4763" y="156400"/>
                    <a:pt x="48673" y="200311"/>
                    <a:pt x="102584" y="200311"/>
                  </a:cubicBezTo>
                  <a:cubicBezTo>
                    <a:pt x="156496" y="200311"/>
                    <a:pt x="200406" y="156400"/>
                    <a:pt x="200406" y="102489"/>
                  </a:cubicBezTo>
                  <a:cubicBezTo>
                    <a:pt x="200406" y="48577"/>
                    <a:pt x="156496" y="4667"/>
                    <a:pt x="102584" y="4667"/>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2" name="Google Shape;262;p17"/>
            <p:cNvSpPr/>
            <p:nvPr/>
          </p:nvSpPr>
          <p:spPr>
            <a:xfrm>
              <a:off x="9350406" y="1632394"/>
              <a:ext cx="678751" cy="678751"/>
            </a:xfrm>
            <a:custGeom>
              <a:rect b="b" l="l" r="r" t="t"/>
              <a:pathLst>
                <a:path extrusionOk="0" h="678751" w="678751">
                  <a:moveTo>
                    <a:pt x="339376" y="678752"/>
                  </a:moveTo>
                  <a:cubicBezTo>
                    <a:pt x="152305" y="678752"/>
                    <a:pt x="0" y="526542"/>
                    <a:pt x="0" y="339376"/>
                  </a:cubicBezTo>
                  <a:cubicBezTo>
                    <a:pt x="0" y="152210"/>
                    <a:pt x="152210" y="0"/>
                    <a:pt x="339376" y="0"/>
                  </a:cubicBezTo>
                  <a:cubicBezTo>
                    <a:pt x="526542" y="0"/>
                    <a:pt x="678752" y="152210"/>
                    <a:pt x="678752" y="339376"/>
                  </a:cubicBezTo>
                  <a:cubicBezTo>
                    <a:pt x="678752" y="526542"/>
                    <a:pt x="526542" y="678752"/>
                    <a:pt x="339376" y="678752"/>
                  </a:cubicBezTo>
                  <a:close/>
                  <a:moveTo>
                    <a:pt x="339376" y="4858"/>
                  </a:moveTo>
                  <a:cubicBezTo>
                    <a:pt x="154877" y="4858"/>
                    <a:pt x="4763" y="154972"/>
                    <a:pt x="4763" y="339471"/>
                  </a:cubicBezTo>
                  <a:cubicBezTo>
                    <a:pt x="4763" y="523970"/>
                    <a:pt x="154877" y="674084"/>
                    <a:pt x="339376" y="674084"/>
                  </a:cubicBezTo>
                  <a:cubicBezTo>
                    <a:pt x="523875" y="674084"/>
                    <a:pt x="673989" y="523970"/>
                    <a:pt x="673989" y="339471"/>
                  </a:cubicBezTo>
                  <a:cubicBezTo>
                    <a:pt x="673989" y="154972"/>
                    <a:pt x="523875" y="4858"/>
                    <a:pt x="339376" y="4858"/>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3" name="Google Shape;263;p17"/>
            <p:cNvSpPr/>
            <p:nvPr/>
          </p:nvSpPr>
          <p:spPr>
            <a:xfrm>
              <a:off x="4615364" y="6815994"/>
              <a:ext cx="205168" cy="205263"/>
            </a:xfrm>
            <a:custGeom>
              <a:rect b="b" l="l" r="r" t="t"/>
              <a:pathLst>
                <a:path extrusionOk="0" h="205263" w="205168">
                  <a:moveTo>
                    <a:pt x="102584" y="205264"/>
                  </a:moveTo>
                  <a:cubicBezTo>
                    <a:pt x="46006" y="205264"/>
                    <a:pt x="0" y="159258"/>
                    <a:pt x="0" y="102679"/>
                  </a:cubicBezTo>
                  <a:cubicBezTo>
                    <a:pt x="0" y="46101"/>
                    <a:pt x="46006" y="0"/>
                    <a:pt x="102584" y="0"/>
                  </a:cubicBezTo>
                  <a:cubicBezTo>
                    <a:pt x="159163" y="0"/>
                    <a:pt x="205168" y="46006"/>
                    <a:pt x="205168" y="102679"/>
                  </a:cubicBezTo>
                  <a:cubicBezTo>
                    <a:pt x="205168" y="159353"/>
                    <a:pt x="159163" y="205264"/>
                    <a:pt x="102584" y="205264"/>
                  </a:cubicBezTo>
                  <a:close/>
                  <a:moveTo>
                    <a:pt x="102584" y="4763"/>
                  </a:moveTo>
                  <a:cubicBezTo>
                    <a:pt x="48577" y="4763"/>
                    <a:pt x="4763" y="48673"/>
                    <a:pt x="4763" y="102679"/>
                  </a:cubicBezTo>
                  <a:cubicBezTo>
                    <a:pt x="4763" y="156686"/>
                    <a:pt x="48673" y="200501"/>
                    <a:pt x="102584" y="200501"/>
                  </a:cubicBezTo>
                  <a:cubicBezTo>
                    <a:pt x="156496" y="200501"/>
                    <a:pt x="200406" y="156591"/>
                    <a:pt x="200406" y="102679"/>
                  </a:cubicBezTo>
                  <a:cubicBezTo>
                    <a:pt x="200406" y="48768"/>
                    <a:pt x="156496" y="4763"/>
                    <a:pt x="102584"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4" name="Google Shape;264;p17"/>
            <p:cNvSpPr/>
            <p:nvPr/>
          </p:nvSpPr>
          <p:spPr>
            <a:xfrm>
              <a:off x="9469936" y="6968870"/>
              <a:ext cx="439674" cy="439673"/>
            </a:xfrm>
            <a:custGeom>
              <a:rect b="b" l="l" r="r" t="t"/>
              <a:pathLst>
                <a:path extrusionOk="0" h="439673" w="439674">
                  <a:moveTo>
                    <a:pt x="219837" y="439674"/>
                  </a:moveTo>
                  <a:cubicBezTo>
                    <a:pt x="98584" y="439674"/>
                    <a:pt x="0" y="341090"/>
                    <a:pt x="0" y="219837"/>
                  </a:cubicBezTo>
                  <a:cubicBezTo>
                    <a:pt x="0" y="98584"/>
                    <a:pt x="98584" y="0"/>
                    <a:pt x="219837" y="0"/>
                  </a:cubicBezTo>
                  <a:cubicBezTo>
                    <a:pt x="341090" y="0"/>
                    <a:pt x="439674" y="98584"/>
                    <a:pt x="439674" y="219837"/>
                  </a:cubicBezTo>
                  <a:cubicBezTo>
                    <a:pt x="439674" y="341090"/>
                    <a:pt x="341090" y="439674"/>
                    <a:pt x="219837" y="439674"/>
                  </a:cubicBezTo>
                  <a:close/>
                  <a:moveTo>
                    <a:pt x="219837" y="4763"/>
                  </a:moveTo>
                  <a:cubicBezTo>
                    <a:pt x="101251" y="4763"/>
                    <a:pt x="4763" y="101251"/>
                    <a:pt x="4763" y="219837"/>
                  </a:cubicBezTo>
                  <a:cubicBezTo>
                    <a:pt x="4763" y="338423"/>
                    <a:pt x="101251" y="434911"/>
                    <a:pt x="219837" y="434911"/>
                  </a:cubicBezTo>
                  <a:cubicBezTo>
                    <a:pt x="338424" y="434911"/>
                    <a:pt x="434912" y="338423"/>
                    <a:pt x="434912" y="219837"/>
                  </a:cubicBezTo>
                  <a:cubicBezTo>
                    <a:pt x="434912" y="101251"/>
                    <a:pt x="338424" y="4763"/>
                    <a:pt x="219837"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CUSTOM_6_1_1">
    <p:spTree>
      <p:nvGrpSpPr>
        <p:cNvPr id="265" name="Shape 265"/>
        <p:cNvGrpSpPr/>
        <p:nvPr/>
      </p:nvGrpSpPr>
      <p:grpSpPr>
        <a:xfrm>
          <a:off x="0" y="0"/>
          <a:ext cx="0" cy="0"/>
          <a:chOff x="0" y="0"/>
          <a:chExt cx="0" cy="0"/>
        </a:xfrm>
      </p:grpSpPr>
      <p:sp>
        <p:nvSpPr>
          <p:cNvPr id="266" name="Google Shape;266;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67" name="Google Shape;267;p18"/>
          <p:cNvSpPr txBox="1"/>
          <p:nvPr>
            <p:ph idx="1" type="subTitle"/>
          </p:nvPr>
        </p:nvSpPr>
        <p:spPr>
          <a:xfrm>
            <a:off x="1294375" y="1634311"/>
            <a:ext cx="7129800" cy="5277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p:txBody>
      </p:sp>
      <p:sp>
        <p:nvSpPr>
          <p:cNvPr id="268" name="Google Shape;268;p18"/>
          <p:cNvSpPr txBox="1"/>
          <p:nvPr>
            <p:ph idx="2" type="subTitle"/>
          </p:nvPr>
        </p:nvSpPr>
        <p:spPr>
          <a:xfrm>
            <a:off x="1294385" y="2753835"/>
            <a:ext cx="7129800" cy="5277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p:txBody>
      </p:sp>
      <p:sp>
        <p:nvSpPr>
          <p:cNvPr id="269" name="Google Shape;269;p18"/>
          <p:cNvSpPr txBox="1"/>
          <p:nvPr>
            <p:ph idx="3" type="subTitle"/>
          </p:nvPr>
        </p:nvSpPr>
        <p:spPr>
          <a:xfrm>
            <a:off x="1294385" y="3873359"/>
            <a:ext cx="7129800" cy="5277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p:txBody>
      </p:sp>
      <p:sp>
        <p:nvSpPr>
          <p:cNvPr id="270" name="Google Shape;270;p18"/>
          <p:cNvSpPr txBox="1"/>
          <p:nvPr>
            <p:ph idx="4" type="subTitle"/>
          </p:nvPr>
        </p:nvSpPr>
        <p:spPr>
          <a:xfrm>
            <a:off x="1294375" y="1329825"/>
            <a:ext cx="7129800" cy="427500"/>
          </a:xfrm>
          <a:prstGeom prst="rect">
            <a:avLst/>
          </a:prstGeom>
        </p:spPr>
        <p:txBody>
          <a:bodyPr anchorCtr="0" anchor="b" bIns="91425" lIns="91425" spcFirstLastPara="1" rIns="91425" wrap="square" tIns="91425">
            <a:noAutofit/>
          </a:bodyPr>
          <a:lstStyle>
            <a:lvl1pPr lvl="0" rtl="0">
              <a:lnSpc>
                <a:spcPct val="115000"/>
              </a:lnSpc>
              <a:spcBef>
                <a:spcPts val="0"/>
              </a:spcBef>
              <a:spcAft>
                <a:spcPts val="0"/>
              </a:spcAft>
              <a:buSzPts val="2600"/>
              <a:buFont typeface="DM Sans"/>
              <a:buNone/>
              <a:defRPr b="1" sz="2000">
                <a:solidFill>
                  <a:schemeClr val="accent3"/>
                </a:solidFill>
                <a:latin typeface="Bricolage Grotesque"/>
                <a:ea typeface="Bricolage Grotesque"/>
                <a:cs typeface="Bricolage Grotesque"/>
                <a:sym typeface="Bricolage Grotesque"/>
              </a:defRPr>
            </a:lvl1pPr>
            <a:lvl2pPr lvl="1" rtl="0">
              <a:lnSpc>
                <a:spcPct val="115000"/>
              </a:lnSpc>
              <a:spcBef>
                <a:spcPts val="0"/>
              </a:spcBef>
              <a:spcAft>
                <a:spcPts val="0"/>
              </a:spcAft>
              <a:buSzPts val="2600"/>
              <a:buFont typeface="DM Sans"/>
              <a:buNone/>
              <a:defRPr b="1" sz="2600">
                <a:latin typeface="DM Sans"/>
                <a:ea typeface="DM Sans"/>
                <a:cs typeface="DM Sans"/>
                <a:sym typeface="DM Sans"/>
              </a:defRPr>
            </a:lvl2pPr>
            <a:lvl3pPr lvl="2" rtl="0">
              <a:lnSpc>
                <a:spcPct val="115000"/>
              </a:lnSpc>
              <a:spcBef>
                <a:spcPts val="0"/>
              </a:spcBef>
              <a:spcAft>
                <a:spcPts val="0"/>
              </a:spcAft>
              <a:buSzPts val="2600"/>
              <a:buFont typeface="DM Sans"/>
              <a:buNone/>
              <a:defRPr b="1" sz="2600">
                <a:latin typeface="DM Sans"/>
                <a:ea typeface="DM Sans"/>
                <a:cs typeface="DM Sans"/>
                <a:sym typeface="DM Sans"/>
              </a:defRPr>
            </a:lvl3pPr>
            <a:lvl4pPr lvl="3" rtl="0">
              <a:lnSpc>
                <a:spcPct val="115000"/>
              </a:lnSpc>
              <a:spcBef>
                <a:spcPts val="0"/>
              </a:spcBef>
              <a:spcAft>
                <a:spcPts val="0"/>
              </a:spcAft>
              <a:buSzPts val="2600"/>
              <a:buFont typeface="DM Sans"/>
              <a:buNone/>
              <a:defRPr b="1" sz="2600">
                <a:latin typeface="DM Sans"/>
                <a:ea typeface="DM Sans"/>
                <a:cs typeface="DM Sans"/>
                <a:sym typeface="DM Sans"/>
              </a:defRPr>
            </a:lvl4pPr>
            <a:lvl5pPr lvl="4" rtl="0">
              <a:lnSpc>
                <a:spcPct val="115000"/>
              </a:lnSpc>
              <a:spcBef>
                <a:spcPts val="0"/>
              </a:spcBef>
              <a:spcAft>
                <a:spcPts val="0"/>
              </a:spcAft>
              <a:buSzPts val="2600"/>
              <a:buFont typeface="DM Sans"/>
              <a:buNone/>
              <a:defRPr b="1" sz="2600">
                <a:latin typeface="DM Sans"/>
                <a:ea typeface="DM Sans"/>
                <a:cs typeface="DM Sans"/>
                <a:sym typeface="DM Sans"/>
              </a:defRPr>
            </a:lvl5pPr>
            <a:lvl6pPr lvl="5" rtl="0">
              <a:lnSpc>
                <a:spcPct val="115000"/>
              </a:lnSpc>
              <a:spcBef>
                <a:spcPts val="0"/>
              </a:spcBef>
              <a:spcAft>
                <a:spcPts val="0"/>
              </a:spcAft>
              <a:buSzPts val="2600"/>
              <a:buFont typeface="DM Sans"/>
              <a:buNone/>
              <a:defRPr b="1" sz="2600">
                <a:latin typeface="DM Sans"/>
                <a:ea typeface="DM Sans"/>
                <a:cs typeface="DM Sans"/>
                <a:sym typeface="DM Sans"/>
              </a:defRPr>
            </a:lvl6pPr>
            <a:lvl7pPr lvl="6" rtl="0">
              <a:lnSpc>
                <a:spcPct val="115000"/>
              </a:lnSpc>
              <a:spcBef>
                <a:spcPts val="0"/>
              </a:spcBef>
              <a:spcAft>
                <a:spcPts val="0"/>
              </a:spcAft>
              <a:buSzPts val="2600"/>
              <a:buFont typeface="DM Sans"/>
              <a:buNone/>
              <a:defRPr b="1" sz="2600">
                <a:latin typeface="DM Sans"/>
                <a:ea typeface="DM Sans"/>
                <a:cs typeface="DM Sans"/>
                <a:sym typeface="DM Sans"/>
              </a:defRPr>
            </a:lvl7pPr>
            <a:lvl8pPr lvl="7" rtl="0">
              <a:lnSpc>
                <a:spcPct val="115000"/>
              </a:lnSpc>
              <a:spcBef>
                <a:spcPts val="0"/>
              </a:spcBef>
              <a:spcAft>
                <a:spcPts val="0"/>
              </a:spcAft>
              <a:buSzPts val="2600"/>
              <a:buFont typeface="DM Sans"/>
              <a:buNone/>
              <a:defRPr b="1" sz="2600">
                <a:latin typeface="DM Sans"/>
                <a:ea typeface="DM Sans"/>
                <a:cs typeface="DM Sans"/>
                <a:sym typeface="DM Sans"/>
              </a:defRPr>
            </a:lvl8pPr>
            <a:lvl9pPr lvl="8" rtl="0">
              <a:lnSpc>
                <a:spcPct val="115000"/>
              </a:lnSpc>
              <a:spcBef>
                <a:spcPts val="0"/>
              </a:spcBef>
              <a:spcAft>
                <a:spcPts val="0"/>
              </a:spcAft>
              <a:buSzPts val="2600"/>
              <a:buFont typeface="DM Sans"/>
              <a:buNone/>
              <a:defRPr b="1" sz="2600">
                <a:latin typeface="DM Sans"/>
                <a:ea typeface="DM Sans"/>
                <a:cs typeface="DM Sans"/>
                <a:sym typeface="DM Sans"/>
              </a:defRPr>
            </a:lvl9pPr>
          </a:lstStyle>
          <a:p/>
        </p:txBody>
      </p:sp>
      <p:sp>
        <p:nvSpPr>
          <p:cNvPr id="271" name="Google Shape;271;p18"/>
          <p:cNvSpPr txBox="1"/>
          <p:nvPr>
            <p:ph idx="5" type="subTitle"/>
          </p:nvPr>
        </p:nvSpPr>
        <p:spPr>
          <a:xfrm>
            <a:off x="1294375" y="2450375"/>
            <a:ext cx="7129800" cy="427500"/>
          </a:xfrm>
          <a:prstGeom prst="rect">
            <a:avLst/>
          </a:prstGeom>
        </p:spPr>
        <p:txBody>
          <a:bodyPr anchorCtr="0" anchor="b" bIns="91425" lIns="91425" spcFirstLastPara="1" rIns="91425" wrap="square" tIns="91425">
            <a:noAutofit/>
          </a:bodyPr>
          <a:lstStyle>
            <a:lvl1pPr lvl="0" rtl="0">
              <a:lnSpc>
                <a:spcPct val="115000"/>
              </a:lnSpc>
              <a:spcBef>
                <a:spcPts val="0"/>
              </a:spcBef>
              <a:spcAft>
                <a:spcPts val="0"/>
              </a:spcAft>
              <a:buSzPts val="2600"/>
              <a:buFont typeface="DM Sans"/>
              <a:buNone/>
              <a:defRPr b="1" sz="2000">
                <a:solidFill>
                  <a:schemeClr val="accent3"/>
                </a:solidFill>
                <a:latin typeface="Bricolage Grotesque"/>
                <a:ea typeface="Bricolage Grotesque"/>
                <a:cs typeface="Bricolage Grotesque"/>
                <a:sym typeface="Bricolage Grotesque"/>
              </a:defRPr>
            </a:lvl1pPr>
            <a:lvl2pPr lvl="1" rtl="0">
              <a:lnSpc>
                <a:spcPct val="115000"/>
              </a:lnSpc>
              <a:spcBef>
                <a:spcPts val="0"/>
              </a:spcBef>
              <a:spcAft>
                <a:spcPts val="0"/>
              </a:spcAft>
              <a:buSzPts val="2600"/>
              <a:buFont typeface="DM Sans"/>
              <a:buNone/>
              <a:defRPr b="1" sz="2600">
                <a:latin typeface="DM Sans"/>
                <a:ea typeface="DM Sans"/>
                <a:cs typeface="DM Sans"/>
                <a:sym typeface="DM Sans"/>
              </a:defRPr>
            </a:lvl2pPr>
            <a:lvl3pPr lvl="2" rtl="0">
              <a:lnSpc>
                <a:spcPct val="115000"/>
              </a:lnSpc>
              <a:spcBef>
                <a:spcPts val="0"/>
              </a:spcBef>
              <a:spcAft>
                <a:spcPts val="0"/>
              </a:spcAft>
              <a:buSzPts val="2600"/>
              <a:buFont typeface="DM Sans"/>
              <a:buNone/>
              <a:defRPr b="1" sz="2600">
                <a:latin typeface="DM Sans"/>
                <a:ea typeface="DM Sans"/>
                <a:cs typeface="DM Sans"/>
                <a:sym typeface="DM Sans"/>
              </a:defRPr>
            </a:lvl3pPr>
            <a:lvl4pPr lvl="3" rtl="0">
              <a:lnSpc>
                <a:spcPct val="115000"/>
              </a:lnSpc>
              <a:spcBef>
                <a:spcPts val="0"/>
              </a:spcBef>
              <a:spcAft>
                <a:spcPts val="0"/>
              </a:spcAft>
              <a:buSzPts val="2600"/>
              <a:buFont typeface="DM Sans"/>
              <a:buNone/>
              <a:defRPr b="1" sz="2600">
                <a:latin typeface="DM Sans"/>
                <a:ea typeface="DM Sans"/>
                <a:cs typeface="DM Sans"/>
                <a:sym typeface="DM Sans"/>
              </a:defRPr>
            </a:lvl4pPr>
            <a:lvl5pPr lvl="4" rtl="0">
              <a:lnSpc>
                <a:spcPct val="115000"/>
              </a:lnSpc>
              <a:spcBef>
                <a:spcPts val="0"/>
              </a:spcBef>
              <a:spcAft>
                <a:spcPts val="0"/>
              </a:spcAft>
              <a:buSzPts val="2600"/>
              <a:buFont typeface="DM Sans"/>
              <a:buNone/>
              <a:defRPr b="1" sz="2600">
                <a:latin typeface="DM Sans"/>
                <a:ea typeface="DM Sans"/>
                <a:cs typeface="DM Sans"/>
                <a:sym typeface="DM Sans"/>
              </a:defRPr>
            </a:lvl5pPr>
            <a:lvl6pPr lvl="5" rtl="0">
              <a:lnSpc>
                <a:spcPct val="115000"/>
              </a:lnSpc>
              <a:spcBef>
                <a:spcPts val="0"/>
              </a:spcBef>
              <a:spcAft>
                <a:spcPts val="0"/>
              </a:spcAft>
              <a:buSzPts val="2600"/>
              <a:buFont typeface="DM Sans"/>
              <a:buNone/>
              <a:defRPr b="1" sz="2600">
                <a:latin typeface="DM Sans"/>
                <a:ea typeface="DM Sans"/>
                <a:cs typeface="DM Sans"/>
                <a:sym typeface="DM Sans"/>
              </a:defRPr>
            </a:lvl6pPr>
            <a:lvl7pPr lvl="6" rtl="0">
              <a:lnSpc>
                <a:spcPct val="115000"/>
              </a:lnSpc>
              <a:spcBef>
                <a:spcPts val="0"/>
              </a:spcBef>
              <a:spcAft>
                <a:spcPts val="0"/>
              </a:spcAft>
              <a:buSzPts val="2600"/>
              <a:buFont typeface="DM Sans"/>
              <a:buNone/>
              <a:defRPr b="1" sz="2600">
                <a:latin typeface="DM Sans"/>
                <a:ea typeface="DM Sans"/>
                <a:cs typeface="DM Sans"/>
                <a:sym typeface="DM Sans"/>
              </a:defRPr>
            </a:lvl7pPr>
            <a:lvl8pPr lvl="7" rtl="0">
              <a:lnSpc>
                <a:spcPct val="115000"/>
              </a:lnSpc>
              <a:spcBef>
                <a:spcPts val="0"/>
              </a:spcBef>
              <a:spcAft>
                <a:spcPts val="0"/>
              </a:spcAft>
              <a:buSzPts val="2600"/>
              <a:buFont typeface="DM Sans"/>
              <a:buNone/>
              <a:defRPr b="1" sz="2600">
                <a:latin typeface="DM Sans"/>
                <a:ea typeface="DM Sans"/>
                <a:cs typeface="DM Sans"/>
                <a:sym typeface="DM Sans"/>
              </a:defRPr>
            </a:lvl8pPr>
            <a:lvl9pPr lvl="8" rtl="0">
              <a:lnSpc>
                <a:spcPct val="115000"/>
              </a:lnSpc>
              <a:spcBef>
                <a:spcPts val="0"/>
              </a:spcBef>
              <a:spcAft>
                <a:spcPts val="0"/>
              </a:spcAft>
              <a:buSzPts val="2600"/>
              <a:buFont typeface="DM Sans"/>
              <a:buNone/>
              <a:defRPr b="1" sz="2600">
                <a:latin typeface="DM Sans"/>
                <a:ea typeface="DM Sans"/>
                <a:cs typeface="DM Sans"/>
                <a:sym typeface="DM Sans"/>
              </a:defRPr>
            </a:lvl9pPr>
          </a:lstStyle>
          <a:p/>
        </p:txBody>
      </p:sp>
      <p:sp>
        <p:nvSpPr>
          <p:cNvPr id="272" name="Google Shape;272;p18"/>
          <p:cNvSpPr txBox="1"/>
          <p:nvPr>
            <p:ph idx="6" type="subTitle"/>
          </p:nvPr>
        </p:nvSpPr>
        <p:spPr>
          <a:xfrm>
            <a:off x="1294375" y="3570925"/>
            <a:ext cx="7129800" cy="427500"/>
          </a:xfrm>
          <a:prstGeom prst="rect">
            <a:avLst/>
          </a:prstGeom>
        </p:spPr>
        <p:txBody>
          <a:bodyPr anchorCtr="0" anchor="b" bIns="91425" lIns="91425" spcFirstLastPara="1" rIns="91425" wrap="square" tIns="91425">
            <a:noAutofit/>
          </a:bodyPr>
          <a:lstStyle>
            <a:lvl1pPr lvl="0" rtl="0">
              <a:lnSpc>
                <a:spcPct val="115000"/>
              </a:lnSpc>
              <a:spcBef>
                <a:spcPts val="0"/>
              </a:spcBef>
              <a:spcAft>
                <a:spcPts val="0"/>
              </a:spcAft>
              <a:buSzPts val="2600"/>
              <a:buFont typeface="DM Sans"/>
              <a:buNone/>
              <a:defRPr b="1" sz="2000">
                <a:solidFill>
                  <a:schemeClr val="accent3"/>
                </a:solidFill>
                <a:latin typeface="Bricolage Grotesque"/>
                <a:ea typeface="Bricolage Grotesque"/>
                <a:cs typeface="Bricolage Grotesque"/>
                <a:sym typeface="Bricolage Grotesque"/>
              </a:defRPr>
            </a:lvl1pPr>
            <a:lvl2pPr lvl="1" rtl="0">
              <a:lnSpc>
                <a:spcPct val="115000"/>
              </a:lnSpc>
              <a:spcBef>
                <a:spcPts val="0"/>
              </a:spcBef>
              <a:spcAft>
                <a:spcPts val="0"/>
              </a:spcAft>
              <a:buSzPts val="2600"/>
              <a:buFont typeface="DM Sans"/>
              <a:buNone/>
              <a:defRPr b="1" sz="2600">
                <a:latin typeface="DM Sans"/>
                <a:ea typeface="DM Sans"/>
                <a:cs typeface="DM Sans"/>
                <a:sym typeface="DM Sans"/>
              </a:defRPr>
            </a:lvl2pPr>
            <a:lvl3pPr lvl="2" rtl="0">
              <a:lnSpc>
                <a:spcPct val="115000"/>
              </a:lnSpc>
              <a:spcBef>
                <a:spcPts val="0"/>
              </a:spcBef>
              <a:spcAft>
                <a:spcPts val="0"/>
              </a:spcAft>
              <a:buSzPts val="2600"/>
              <a:buFont typeface="DM Sans"/>
              <a:buNone/>
              <a:defRPr b="1" sz="2600">
                <a:latin typeface="DM Sans"/>
                <a:ea typeface="DM Sans"/>
                <a:cs typeface="DM Sans"/>
                <a:sym typeface="DM Sans"/>
              </a:defRPr>
            </a:lvl3pPr>
            <a:lvl4pPr lvl="3" rtl="0">
              <a:lnSpc>
                <a:spcPct val="115000"/>
              </a:lnSpc>
              <a:spcBef>
                <a:spcPts val="0"/>
              </a:spcBef>
              <a:spcAft>
                <a:spcPts val="0"/>
              </a:spcAft>
              <a:buSzPts val="2600"/>
              <a:buFont typeface="DM Sans"/>
              <a:buNone/>
              <a:defRPr b="1" sz="2600">
                <a:latin typeface="DM Sans"/>
                <a:ea typeface="DM Sans"/>
                <a:cs typeface="DM Sans"/>
                <a:sym typeface="DM Sans"/>
              </a:defRPr>
            </a:lvl4pPr>
            <a:lvl5pPr lvl="4" rtl="0">
              <a:lnSpc>
                <a:spcPct val="115000"/>
              </a:lnSpc>
              <a:spcBef>
                <a:spcPts val="0"/>
              </a:spcBef>
              <a:spcAft>
                <a:spcPts val="0"/>
              </a:spcAft>
              <a:buSzPts val="2600"/>
              <a:buFont typeface="DM Sans"/>
              <a:buNone/>
              <a:defRPr b="1" sz="2600">
                <a:latin typeface="DM Sans"/>
                <a:ea typeface="DM Sans"/>
                <a:cs typeface="DM Sans"/>
                <a:sym typeface="DM Sans"/>
              </a:defRPr>
            </a:lvl5pPr>
            <a:lvl6pPr lvl="5" rtl="0">
              <a:lnSpc>
                <a:spcPct val="115000"/>
              </a:lnSpc>
              <a:spcBef>
                <a:spcPts val="0"/>
              </a:spcBef>
              <a:spcAft>
                <a:spcPts val="0"/>
              </a:spcAft>
              <a:buSzPts val="2600"/>
              <a:buFont typeface="DM Sans"/>
              <a:buNone/>
              <a:defRPr b="1" sz="2600">
                <a:latin typeface="DM Sans"/>
                <a:ea typeface="DM Sans"/>
                <a:cs typeface="DM Sans"/>
                <a:sym typeface="DM Sans"/>
              </a:defRPr>
            </a:lvl6pPr>
            <a:lvl7pPr lvl="6" rtl="0">
              <a:lnSpc>
                <a:spcPct val="115000"/>
              </a:lnSpc>
              <a:spcBef>
                <a:spcPts val="0"/>
              </a:spcBef>
              <a:spcAft>
                <a:spcPts val="0"/>
              </a:spcAft>
              <a:buSzPts val="2600"/>
              <a:buFont typeface="DM Sans"/>
              <a:buNone/>
              <a:defRPr b="1" sz="2600">
                <a:latin typeface="DM Sans"/>
                <a:ea typeface="DM Sans"/>
                <a:cs typeface="DM Sans"/>
                <a:sym typeface="DM Sans"/>
              </a:defRPr>
            </a:lvl7pPr>
            <a:lvl8pPr lvl="7" rtl="0">
              <a:lnSpc>
                <a:spcPct val="115000"/>
              </a:lnSpc>
              <a:spcBef>
                <a:spcPts val="0"/>
              </a:spcBef>
              <a:spcAft>
                <a:spcPts val="0"/>
              </a:spcAft>
              <a:buSzPts val="2600"/>
              <a:buFont typeface="DM Sans"/>
              <a:buNone/>
              <a:defRPr b="1" sz="2600">
                <a:latin typeface="DM Sans"/>
                <a:ea typeface="DM Sans"/>
                <a:cs typeface="DM Sans"/>
                <a:sym typeface="DM Sans"/>
              </a:defRPr>
            </a:lvl8pPr>
            <a:lvl9pPr lvl="8" rtl="0">
              <a:lnSpc>
                <a:spcPct val="115000"/>
              </a:lnSpc>
              <a:spcBef>
                <a:spcPts val="0"/>
              </a:spcBef>
              <a:spcAft>
                <a:spcPts val="0"/>
              </a:spcAft>
              <a:buSzPts val="2600"/>
              <a:buFont typeface="DM Sans"/>
              <a:buNone/>
              <a:defRPr b="1" sz="2600">
                <a:latin typeface="DM Sans"/>
                <a:ea typeface="DM Sans"/>
                <a:cs typeface="DM Sans"/>
                <a:sym typeface="DM Sans"/>
              </a:defRPr>
            </a:lvl9pPr>
          </a:lstStyle>
          <a:p/>
        </p:txBody>
      </p:sp>
      <p:grpSp>
        <p:nvGrpSpPr>
          <p:cNvPr id="273" name="Google Shape;273;p18"/>
          <p:cNvGrpSpPr/>
          <p:nvPr/>
        </p:nvGrpSpPr>
        <p:grpSpPr>
          <a:xfrm flipH="1" rot="10800000">
            <a:off x="-99646" y="70955"/>
            <a:ext cx="9071472" cy="5388863"/>
            <a:chOff x="957686" y="1632394"/>
            <a:chExt cx="9071472" cy="5388863"/>
          </a:xfrm>
        </p:grpSpPr>
        <p:sp>
          <p:nvSpPr>
            <p:cNvPr id="274" name="Google Shape;274;p18"/>
            <p:cNvSpPr/>
            <p:nvPr/>
          </p:nvSpPr>
          <p:spPr>
            <a:xfrm>
              <a:off x="957686" y="3605524"/>
              <a:ext cx="205168" cy="205168"/>
            </a:xfrm>
            <a:custGeom>
              <a:rect b="b" l="l" r="r" t="t"/>
              <a:pathLst>
                <a:path extrusionOk="0" h="205168" w="205168">
                  <a:moveTo>
                    <a:pt x="102584" y="205169"/>
                  </a:moveTo>
                  <a:cubicBezTo>
                    <a:pt x="46006" y="205169"/>
                    <a:pt x="0" y="159163"/>
                    <a:pt x="0" y="102584"/>
                  </a:cubicBezTo>
                  <a:cubicBezTo>
                    <a:pt x="0" y="46006"/>
                    <a:pt x="46006" y="0"/>
                    <a:pt x="102584" y="0"/>
                  </a:cubicBezTo>
                  <a:cubicBezTo>
                    <a:pt x="159163" y="0"/>
                    <a:pt x="205168" y="46006"/>
                    <a:pt x="205168" y="102584"/>
                  </a:cubicBezTo>
                  <a:cubicBezTo>
                    <a:pt x="205168" y="159163"/>
                    <a:pt x="159163" y="205169"/>
                    <a:pt x="102584" y="205169"/>
                  </a:cubicBezTo>
                  <a:close/>
                  <a:moveTo>
                    <a:pt x="102584" y="4667"/>
                  </a:moveTo>
                  <a:cubicBezTo>
                    <a:pt x="48578" y="4667"/>
                    <a:pt x="4763" y="48577"/>
                    <a:pt x="4763" y="102489"/>
                  </a:cubicBezTo>
                  <a:cubicBezTo>
                    <a:pt x="4763" y="156400"/>
                    <a:pt x="48673" y="200311"/>
                    <a:pt x="102584" y="200311"/>
                  </a:cubicBezTo>
                  <a:cubicBezTo>
                    <a:pt x="156496" y="200311"/>
                    <a:pt x="200406" y="156400"/>
                    <a:pt x="200406" y="102489"/>
                  </a:cubicBezTo>
                  <a:cubicBezTo>
                    <a:pt x="200406" y="48577"/>
                    <a:pt x="156496" y="4667"/>
                    <a:pt x="102584" y="4667"/>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 name="Google Shape;275;p18"/>
            <p:cNvSpPr/>
            <p:nvPr/>
          </p:nvSpPr>
          <p:spPr>
            <a:xfrm>
              <a:off x="9350406" y="1632394"/>
              <a:ext cx="678751" cy="678751"/>
            </a:xfrm>
            <a:custGeom>
              <a:rect b="b" l="l" r="r" t="t"/>
              <a:pathLst>
                <a:path extrusionOk="0" h="678751" w="678751">
                  <a:moveTo>
                    <a:pt x="339376" y="678752"/>
                  </a:moveTo>
                  <a:cubicBezTo>
                    <a:pt x="152305" y="678752"/>
                    <a:pt x="0" y="526542"/>
                    <a:pt x="0" y="339376"/>
                  </a:cubicBezTo>
                  <a:cubicBezTo>
                    <a:pt x="0" y="152210"/>
                    <a:pt x="152210" y="0"/>
                    <a:pt x="339376" y="0"/>
                  </a:cubicBezTo>
                  <a:cubicBezTo>
                    <a:pt x="526542" y="0"/>
                    <a:pt x="678752" y="152210"/>
                    <a:pt x="678752" y="339376"/>
                  </a:cubicBezTo>
                  <a:cubicBezTo>
                    <a:pt x="678752" y="526542"/>
                    <a:pt x="526542" y="678752"/>
                    <a:pt x="339376" y="678752"/>
                  </a:cubicBezTo>
                  <a:close/>
                  <a:moveTo>
                    <a:pt x="339376" y="4858"/>
                  </a:moveTo>
                  <a:cubicBezTo>
                    <a:pt x="154877" y="4858"/>
                    <a:pt x="4763" y="154972"/>
                    <a:pt x="4763" y="339471"/>
                  </a:cubicBezTo>
                  <a:cubicBezTo>
                    <a:pt x="4763" y="523970"/>
                    <a:pt x="154877" y="674084"/>
                    <a:pt x="339376" y="674084"/>
                  </a:cubicBezTo>
                  <a:cubicBezTo>
                    <a:pt x="523875" y="674084"/>
                    <a:pt x="673989" y="523970"/>
                    <a:pt x="673989" y="339471"/>
                  </a:cubicBezTo>
                  <a:cubicBezTo>
                    <a:pt x="673989" y="154972"/>
                    <a:pt x="523875" y="4858"/>
                    <a:pt x="339376" y="4858"/>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 name="Google Shape;276;p18"/>
            <p:cNvSpPr/>
            <p:nvPr/>
          </p:nvSpPr>
          <p:spPr>
            <a:xfrm>
              <a:off x="4615364" y="6815994"/>
              <a:ext cx="205168" cy="205263"/>
            </a:xfrm>
            <a:custGeom>
              <a:rect b="b" l="l" r="r" t="t"/>
              <a:pathLst>
                <a:path extrusionOk="0" h="205263" w="205168">
                  <a:moveTo>
                    <a:pt x="102584" y="205264"/>
                  </a:moveTo>
                  <a:cubicBezTo>
                    <a:pt x="46006" y="205264"/>
                    <a:pt x="0" y="159258"/>
                    <a:pt x="0" y="102679"/>
                  </a:cubicBezTo>
                  <a:cubicBezTo>
                    <a:pt x="0" y="46101"/>
                    <a:pt x="46006" y="0"/>
                    <a:pt x="102584" y="0"/>
                  </a:cubicBezTo>
                  <a:cubicBezTo>
                    <a:pt x="159163" y="0"/>
                    <a:pt x="205168" y="46006"/>
                    <a:pt x="205168" y="102679"/>
                  </a:cubicBezTo>
                  <a:cubicBezTo>
                    <a:pt x="205168" y="159353"/>
                    <a:pt x="159163" y="205264"/>
                    <a:pt x="102584" y="205264"/>
                  </a:cubicBezTo>
                  <a:close/>
                  <a:moveTo>
                    <a:pt x="102584" y="4763"/>
                  </a:moveTo>
                  <a:cubicBezTo>
                    <a:pt x="48577" y="4763"/>
                    <a:pt x="4763" y="48673"/>
                    <a:pt x="4763" y="102679"/>
                  </a:cubicBezTo>
                  <a:cubicBezTo>
                    <a:pt x="4763" y="156686"/>
                    <a:pt x="48673" y="200501"/>
                    <a:pt x="102584" y="200501"/>
                  </a:cubicBezTo>
                  <a:cubicBezTo>
                    <a:pt x="156496" y="200501"/>
                    <a:pt x="200406" y="156591"/>
                    <a:pt x="200406" y="102679"/>
                  </a:cubicBezTo>
                  <a:cubicBezTo>
                    <a:pt x="200406" y="48768"/>
                    <a:pt x="156496" y="4763"/>
                    <a:pt x="102584"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7" name="Google Shape;277;p18"/>
          <p:cNvGrpSpPr/>
          <p:nvPr/>
        </p:nvGrpSpPr>
        <p:grpSpPr>
          <a:xfrm>
            <a:off x="-1609727" y="-1858"/>
            <a:ext cx="10749364" cy="5312335"/>
            <a:chOff x="-1609727" y="-1858"/>
            <a:chExt cx="10749364" cy="5312335"/>
          </a:xfrm>
        </p:grpSpPr>
        <p:sp>
          <p:nvSpPr>
            <p:cNvPr id="278" name="Google Shape;278;p18"/>
            <p:cNvSpPr/>
            <p:nvPr/>
          </p:nvSpPr>
          <p:spPr>
            <a:xfrm rot="10800000">
              <a:off x="8128303" y="-985"/>
              <a:ext cx="1011333" cy="1352000"/>
            </a:xfrm>
            <a:custGeom>
              <a:rect b="b" l="l" r="r" t="t"/>
              <a:pathLst>
                <a:path extrusionOk="0" h="1046035" w="782463">
                  <a:moveTo>
                    <a:pt x="655034" y="532734"/>
                  </a:moveTo>
                  <a:cubicBezTo>
                    <a:pt x="571214" y="260223"/>
                    <a:pt x="286226" y="33433"/>
                    <a:pt x="0" y="0"/>
                  </a:cubicBezTo>
                  <a:lnTo>
                    <a:pt x="0" y="1046036"/>
                  </a:lnTo>
                  <a:lnTo>
                    <a:pt x="781717" y="1046036"/>
                  </a:lnTo>
                  <a:cubicBezTo>
                    <a:pt x="784955" y="990886"/>
                    <a:pt x="777716" y="931641"/>
                    <a:pt x="758857" y="870109"/>
                  </a:cubicBezTo>
                  <a:lnTo>
                    <a:pt x="655130" y="53263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9" name="Google Shape;279;p18"/>
            <p:cNvSpPr/>
            <p:nvPr/>
          </p:nvSpPr>
          <p:spPr>
            <a:xfrm flipH="1" rot="10800000">
              <a:off x="-29700" y="-1858"/>
              <a:ext cx="1397173" cy="1404881"/>
            </a:xfrm>
            <a:custGeom>
              <a:rect b="b" l="l" r="r" t="t"/>
              <a:pathLst>
                <a:path extrusionOk="0" h="2381154" w="1016126">
                  <a:moveTo>
                    <a:pt x="0" y="2381155"/>
                  </a:moveTo>
                  <a:lnTo>
                    <a:pt x="1016127" y="2381155"/>
                  </a:lnTo>
                  <a:lnTo>
                    <a:pt x="0" y="0"/>
                  </a:lnTo>
                  <a:lnTo>
                    <a:pt x="0" y="238115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0" name="Google Shape;280;p18"/>
            <p:cNvSpPr/>
            <p:nvPr/>
          </p:nvSpPr>
          <p:spPr>
            <a:xfrm rot="10800000">
              <a:off x="-1609727" y="4602917"/>
              <a:ext cx="3089581" cy="707559"/>
            </a:xfrm>
            <a:custGeom>
              <a:rect b="b" l="l" r="r" t="t"/>
              <a:pathLst>
                <a:path extrusionOk="0" h="448532" w="1958530">
                  <a:moveTo>
                    <a:pt x="0" y="0"/>
                  </a:moveTo>
                  <a:cubicBezTo>
                    <a:pt x="164211" y="259080"/>
                    <a:pt x="476345" y="448532"/>
                    <a:pt x="774287" y="448532"/>
                  </a:cubicBezTo>
                  <a:lnTo>
                    <a:pt x="1329118" y="448532"/>
                  </a:lnTo>
                  <a:cubicBezTo>
                    <a:pt x="1619345" y="448532"/>
                    <a:pt x="1867662" y="260318"/>
                    <a:pt x="1958531" y="0"/>
                  </a:cubicBezTo>
                  <a:lnTo>
                    <a:pt x="95"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81" name="Google Shape;281;p18"/>
          <p:cNvGrpSpPr/>
          <p:nvPr/>
        </p:nvGrpSpPr>
        <p:grpSpPr>
          <a:xfrm>
            <a:off x="-1246938" y="-1458255"/>
            <a:ext cx="10885570" cy="7068336"/>
            <a:chOff x="-1246938" y="-1458255"/>
            <a:chExt cx="10885570" cy="7068336"/>
          </a:xfrm>
        </p:grpSpPr>
        <p:sp>
          <p:nvSpPr>
            <p:cNvPr id="282" name="Google Shape;282;p18"/>
            <p:cNvSpPr/>
            <p:nvPr/>
          </p:nvSpPr>
          <p:spPr>
            <a:xfrm rot="10800000">
              <a:off x="8376697" y="-248595"/>
              <a:ext cx="1261935" cy="1959953"/>
            </a:xfrm>
            <a:custGeom>
              <a:rect b="b" l="l" r="r" t="t"/>
              <a:pathLst>
                <a:path extrusionOk="0" h="1351692" w="870300">
                  <a:moveTo>
                    <a:pt x="865632" y="1351598"/>
                  </a:moveTo>
                  <a:lnTo>
                    <a:pt x="860870" y="1351026"/>
                  </a:lnTo>
                  <a:cubicBezTo>
                    <a:pt x="869918" y="1282351"/>
                    <a:pt x="865727" y="1209580"/>
                    <a:pt x="848582" y="1134713"/>
                  </a:cubicBezTo>
                  <a:lnTo>
                    <a:pt x="751808" y="712756"/>
                  </a:lnTo>
                  <a:cubicBezTo>
                    <a:pt x="674560" y="376238"/>
                    <a:pt x="351377" y="71819"/>
                    <a:pt x="0" y="4667"/>
                  </a:cubicBezTo>
                  <a:lnTo>
                    <a:pt x="857" y="0"/>
                  </a:lnTo>
                  <a:cubicBezTo>
                    <a:pt x="354044" y="67437"/>
                    <a:pt x="678847" y="373475"/>
                    <a:pt x="756476" y="711708"/>
                  </a:cubicBezTo>
                  <a:lnTo>
                    <a:pt x="853250" y="1133666"/>
                  </a:lnTo>
                  <a:cubicBezTo>
                    <a:pt x="870585" y="1209104"/>
                    <a:pt x="874681" y="1282446"/>
                    <a:pt x="865632" y="135169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3" name="Google Shape;283;p18"/>
            <p:cNvSpPr/>
            <p:nvPr/>
          </p:nvSpPr>
          <p:spPr>
            <a:xfrm flipH="1" rot="-8525995">
              <a:off x="875967" y="-1857821"/>
              <a:ext cx="9535" cy="3816619"/>
            </a:xfrm>
            <a:custGeom>
              <a:rect b="b" l="l" r="r" t="t"/>
              <a:pathLst>
                <a:path extrusionOk="0" h="3812190" w="9524">
                  <a:moveTo>
                    <a:pt x="0" y="0"/>
                  </a:moveTo>
                  <a:lnTo>
                    <a:pt x="9525" y="0"/>
                  </a:lnTo>
                  <a:lnTo>
                    <a:pt x="9525" y="3812190"/>
                  </a:lnTo>
                  <a:lnTo>
                    <a:pt x="0" y="3812190"/>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4" name="Google Shape;284;p18"/>
            <p:cNvSpPr/>
            <p:nvPr/>
          </p:nvSpPr>
          <p:spPr>
            <a:xfrm rot="10800000">
              <a:off x="-1246938" y="4803953"/>
              <a:ext cx="3501886" cy="806128"/>
            </a:xfrm>
            <a:custGeom>
              <a:rect b="b" l="l" r="r" t="t"/>
              <a:pathLst>
                <a:path extrusionOk="0" h="511016" w="2219896">
                  <a:moveTo>
                    <a:pt x="1505617" y="511016"/>
                  </a:moveTo>
                  <a:lnTo>
                    <a:pt x="877919" y="511016"/>
                  </a:lnTo>
                  <a:cubicBezTo>
                    <a:pt x="714089" y="511016"/>
                    <a:pt x="542544" y="461201"/>
                    <a:pt x="382048" y="366903"/>
                  </a:cubicBezTo>
                  <a:cubicBezTo>
                    <a:pt x="226886" y="275749"/>
                    <a:pt x="91154" y="146399"/>
                    <a:pt x="0" y="2572"/>
                  </a:cubicBezTo>
                  <a:lnTo>
                    <a:pt x="4000" y="0"/>
                  </a:lnTo>
                  <a:cubicBezTo>
                    <a:pt x="94774" y="143256"/>
                    <a:pt x="229838" y="272034"/>
                    <a:pt x="384429" y="362807"/>
                  </a:cubicBezTo>
                  <a:cubicBezTo>
                    <a:pt x="544259" y="456629"/>
                    <a:pt x="714851" y="506254"/>
                    <a:pt x="877919" y="506254"/>
                  </a:cubicBezTo>
                  <a:lnTo>
                    <a:pt x="1505617" y="506254"/>
                  </a:lnTo>
                  <a:cubicBezTo>
                    <a:pt x="1824609" y="506254"/>
                    <a:pt x="2109883" y="302990"/>
                    <a:pt x="2215420" y="476"/>
                  </a:cubicBezTo>
                  <a:lnTo>
                    <a:pt x="2219897" y="2000"/>
                  </a:lnTo>
                  <a:cubicBezTo>
                    <a:pt x="2113693" y="306419"/>
                    <a:pt x="1826705" y="511016"/>
                    <a:pt x="1505617" y="511016"/>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285" name="Shape 285"/>
        <p:cNvGrpSpPr/>
        <p:nvPr/>
      </p:nvGrpSpPr>
      <p:grpSpPr>
        <a:xfrm>
          <a:off x="0" y="0"/>
          <a:ext cx="0" cy="0"/>
          <a:chOff x="0" y="0"/>
          <a:chExt cx="0" cy="0"/>
        </a:xfrm>
      </p:grpSpPr>
      <p:sp>
        <p:nvSpPr>
          <p:cNvPr id="286" name="Google Shape;286;p1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87" name="Google Shape;287;p19"/>
          <p:cNvSpPr txBox="1"/>
          <p:nvPr>
            <p:ph idx="1" type="subTitle"/>
          </p:nvPr>
        </p:nvSpPr>
        <p:spPr>
          <a:xfrm>
            <a:off x="1693375" y="1749375"/>
            <a:ext cx="2409300" cy="9111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88" name="Google Shape;288;p19"/>
          <p:cNvSpPr txBox="1"/>
          <p:nvPr>
            <p:ph idx="2" type="subTitle"/>
          </p:nvPr>
        </p:nvSpPr>
        <p:spPr>
          <a:xfrm>
            <a:off x="5041322" y="1749375"/>
            <a:ext cx="2409300" cy="9111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89" name="Google Shape;289;p19"/>
          <p:cNvSpPr txBox="1"/>
          <p:nvPr>
            <p:ph idx="3" type="subTitle"/>
          </p:nvPr>
        </p:nvSpPr>
        <p:spPr>
          <a:xfrm>
            <a:off x="1693375" y="3333375"/>
            <a:ext cx="2409300" cy="9111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90" name="Google Shape;290;p19"/>
          <p:cNvSpPr txBox="1"/>
          <p:nvPr>
            <p:ph idx="4" type="subTitle"/>
          </p:nvPr>
        </p:nvSpPr>
        <p:spPr>
          <a:xfrm>
            <a:off x="5041322" y="3333375"/>
            <a:ext cx="2409300" cy="9111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91" name="Google Shape;291;p19"/>
          <p:cNvSpPr txBox="1"/>
          <p:nvPr>
            <p:ph idx="5" type="subTitle"/>
          </p:nvPr>
        </p:nvSpPr>
        <p:spPr>
          <a:xfrm>
            <a:off x="1693375" y="1436495"/>
            <a:ext cx="2409300" cy="4155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solidFill>
                  <a:schemeClr val="accent3"/>
                </a:solidFill>
                <a:latin typeface="Bricolage Grotesque"/>
                <a:ea typeface="Bricolage Grotesque"/>
                <a:cs typeface="Bricolage Grotesque"/>
                <a:sym typeface="Bricolage Grotesque"/>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92" name="Google Shape;292;p19"/>
          <p:cNvSpPr txBox="1"/>
          <p:nvPr>
            <p:ph idx="6" type="subTitle"/>
          </p:nvPr>
        </p:nvSpPr>
        <p:spPr>
          <a:xfrm>
            <a:off x="5041324" y="1436495"/>
            <a:ext cx="2409300" cy="4155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solidFill>
                  <a:schemeClr val="accent3"/>
                </a:solidFill>
                <a:latin typeface="Bricolage Grotesque"/>
                <a:ea typeface="Bricolage Grotesque"/>
                <a:cs typeface="Bricolage Grotesque"/>
                <a:sym typeface="Bricolage Grotesque"/>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93" name="Google Shape;293;p19"/>
          <p:cNvSpPr txBox="1"/>
          <p:nvPr>
            <p:ph idx="7" type="subTitle"/>
          </p:nvPr>
        </p:nvSpPr>
        <p:spPr>
          <a:xfrm>
            <a:off x="1693375" y="2984295"/>
            <a:ext cx="2409300" cy="4518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solidFill>
                  <a:schemeClr val="accent3"/>
                </a:solidFill>
                <a:latin typeface="Bricolage Grotesque"/>
                <a:ea typeface="Bricolage Grotesque"/>
                <a:cs typeface="Bricolage Grotesque"/>
                <a:sym typeface="Bricolage Grotesque"/>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94" name="Google Shape;294;p19"/>
          <p:cNvSpPr txBox="1"/>
          <p:nvPr>
            <p:ph idx="8" type="subTitle"/>
          </p:nvPr>
        </p:nvSpPr>
        <p:spPr>
          <a:xfrm>
            <a:off x="5041324" y="2984295"/>
            <a:ext cx="2409300" cy="4518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solidFill>
                  <a:schemeClr val="accent3"/>
                </a:solidFill>
                <a:latin typeface="Bricolage Grotesque"/>
                <a:ea typeface="Bricolage Grotesque"/>
                <a:cs typeface="Bricolage Grotesque"/>
                <a:sym typeface="Bricolage Grotesque"/>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grpSp>
        <p:nvGrpSpPr>
          <p:cNvPr id="295" name="Google Shape;295;p19"/>
          <p:cNvGrpSpPr/>
          <p:nvPr/>
        </p:nvGrpSpPr>
        <p:grpSpPr>
          <a:xfrm>
            <a:off x="-29700" y="-10535"/>
            <a:ext cx="9328813" cy="5154819"/>
            <a:chOff x="-29700" y="-10535"/>
            <a:chExt cx="9328813" cy="5154819"/>
          </a:xfrm>
        </p:grpSpPr>
        <p:sp>
          <p:nvSpPr>
            <p:cNvPr id="296" name="Google Shape;296;p19"/>
            <p:cNvSpPr/>
            <p:nvPr/>
          </p:nvSpPr>
          <p:spPr>
            <a:xfrm flipH="1">
              <a:off x="-21882" y="-10535"/>
              <a:ext cx="1064878" cy="1431298"/>
            </a:xfrm>
            <a:custGeom>
              <a:rect b="b" l="l" r="r" t="t"/>
              <a:pathLst>
                <a:path extrusionOk="0" h="590835" w="439578">
                  <a:moveTo>
                    <a:pt x="439579" y="590836"/>
                  </a:moveTo>
                  <a:lnTo>
                    <a:pt x="439579" y="0"/>
                  </a:lnTo>
                  <a:lnTo>
                    <a:pt x="0" y="0"/>
                  </a:lnTo>
                  <a:cubicBezTo>
                    <a:pt x="84773" y="225266"/>
                    <a:pt x="242792" y="430721"/>
                    <a:pt x="439579" y="5908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7" name="Google Shape;297;p19"/>
            <p:cNvSpPr/>
            <p:nvPr/>
          </p:nvSpPr>
          <p:spPr>
            <a:xfrm>
              <a:off x="-29700" y="3739403"/>
              <a:ext cx="1397173" cy="1404881"/>
            </a:xfrm>
            <a:custGeom>
              <a:rect b="b" l="l" r="r" t="t"/>
              <a:pathLst>
                <a:path extrusionOk="0" h="2381154" w="1016126">
                  <a:moveTo>
                    <a:pt x="0" y="2381155"/>
                  </a:moveTo>
                  <a:lnTo>
                    <a:pt x="1016127" y="2381155"/>
                  </a:lnTo>
                  <a:lnTo>
                    <a:pt x="0" y="0"/>
                  </a:lnTo>
                  <a:lnTo>
                    <a:pt x="0" y="2381155"/>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8" name="Google Shape;298;p19"/>
            <p:cNvSpPr/>
            <p:nvPr/>
          </p:nvSpPr>
          <p:spPr>
            <a:xfrm rot="5400000">
              <a:off x="7400543" y="1593694"/>
              <a:ext cx="3089581" cy="707559"/>
            </a:xfrm>
            <a:custGeom>
              <a:rect b="b" l="l" r="r" t="t"/>
              <a:pathLst>
                <a:path extrusionOk="0" h="448532" w="1958530">
                  <a:moveTo>
                    <a:pt x="0" y="0"/>
                  </a:moveTo>
                  <a:cubicBezTo>
                    <a:pt x="164211" y="259080"/>
                    <a:pt x="476345" y="448532"/>
                    <a:pt x="774287" y="448532"/>
                  </a:cubicBezTo>
                  <a:lnTo>
                    <a:pt x="1329118" y="448532"/>
                  </a:lnTo>
                  <a:cubicBezTo>
                    <a:pt x="1619345" y="448532"/>
                    <a:pt x="1867662" y="260318"/>
                    <a:pt x="1958531" y="0"/>
                  </a:cubicBezTo>
                  <a:lnTo>
                    <a:pt x="95"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99" name="Google Shape;299;p19"/>
          <p:cNvGrpSpPr/>
          <p:nvPr/>
        </p:nvGrpSpPr>
        <p:grpSpPr>
          <a:xfrm>
            <a:off x="-295276" y="-372411"/>
            <a:ext cx="9893993" cy="6973092"/>
            <a:chOff x="-295276" y="-372411"/>
            <a:chExt cx="9893993" cy="6973092"/>
          </a:xfrm>
        </p:grpSpPr>
        <p:sp>
          <p:nvSpPr>
            <p:cNvPr id="300" name="Google Shape;300;p19"/>
            <p:cNvSpPr/>
            <p:nvPr/>
          </p:nvSpPr>
          <p:spPr>
            <a:xfrm rot="-2274005">
              <a:off x="875967" y="3183627"/>
              <a:ext cx="9535" cy="3816619"/>
            </a:xfrm>
            <a:custGeom>
              <a:rect b="b" l="l" r="r" t="t"/>
              <a:pathLst>
                <a:path extrusionOk="0" h="3812190" w="9524">
                  <a:moveTo>
                    <a:pt x="0" y="0"/>
                  </a:moveTo>
                  <a:lnTo>
                    <a:pt x="9525" y="0"/>
                  </a:lnTo>
                  <a:lnTo>
                    <a:pt x="9525" y="3812190"/>
                  </a:lnTo>
                  <a:lnTo>
                    <a:pt x="0" y="3812190"/>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01" name="Google Shape;301;p19"/>
            <p:cNvGrpSpPr/>
            <p:nvPr/>
          </p:nvGrpSpPr>
          <p:grpSpPr>
            <a:xfrm flipH="1" rot="10800000">
              <a:off x="243389" y="-244031"/>
              <a:ext cx="7452143" cy="5776149"/>
              <a:chOff x="2577014" y="1632394"/>
              <a:chExt cx="7452143" cy="5776149"/>
            </a:xfrm>
          </p:grpSpPr>
          <p:sp>
            <p:nvSpPr>
              <p:cNvPr id="302" name="Google Shape;302;p19"/>
              <p:cNvSpPr/>
              <p:nvPr/>
            </p:nvSpPr>
            <p:spPr>
              <a:xfrm>
                <a:off x="9350406" y="1632394"/>
                <a:ext cx="678751" cy="678751"/>
              </a:xfrm>
              <a:custGeom>
                <a:rect b="b" l="l" r="r" t="t"/>
                <a:pathLst>
                  <a:path extrusionOk="0" h="678751" w="678751">
                    <a:moveTo>
                      <a:pt x="339376" y="678752"/>
                    </a:moveTo>
                    <a:cubicBezTo>
                      <a:pt x="152305" y="678752"/>
                      <a:pt x="0" y="526542"/>
                      <a:pt x="0" y="339376"/>
                    </a:cubicBezTo>
                    <a:cubicBezTo>
                      <a:pt x="0" y="152210"/>
                      <a:pt x="152210" y="0"/>
                      <a:pt x="339376" y="0"/>
                    </a:cubicBezTo>
                    <a:cubicBezTo>
                      <a:pt x="526542" y="0"/>
                      <a:pt x="678752" y="152210"/>
                      <a:pt x="678752" y="339376"/>
                    </a:cubicBezTo>
                    <a:cubicBezTo>
                      <a:pt x="678752" y="526542"/>
                      <a:pt x="526542" y="678752"/>
                      <a:pt x="339376" y="678752"/>
                    </a:cubicBezTo>
                    <a:close/>
                    <a:moveTo>
                      <a:pt x="339376" y="4858"/>
                    </a:moveTo>
                    <a:cubicBezTo>
                      <a:pt x="154877" y="4858"/>
                      <a:pt x="4763" y="154972"/>
                      <a:pt x="4763" y="339471"/>
                    </a:cubicBezTo>
                    <a:cubicBezTo>
                      <a:pt x="4763" y="523970"/>
                      <a:pt x="154877" y="674084"/>
                      <a:pt x="339376" y="674084"/>
                    </a:cubicBezTo>
                    <a:cubicBezTo>
                      <a:pt x="523875" y="674084"/>
                      <a:pt x="673989" y="523970"/>
                      <a:pt x="673989" y="339471"/>
                    </a:cubicBezTo>
                    <a:cubicBezTo>
                      <a:pt x="673989" y="154972"/>
                      <a:pt x="523875" y="4858"/>
                      <a:pt x="339376" y="4858"/>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3" name="Google Shape;303;p19"/>
              <p:cNvSpPr/>
              <p:nvPr/>
            </p:nvSpPr>
            <p:spPr>
              <a:xfrm>
                <a:off x="2577014" y="5538469"/>
                <a:ext cx="205168" cy="205263"/>
              </a:xfrm>
              <a:custGeom>
                <a:rect b="b" l="l" r="r" t="t"/>
                <a:pathLst>
                  <a:path extrusionOk="0" h="205263" w="205168">
                    <a:moveTo>
                      <a:pt x="102584" y="205264"/>
                    </a:moveTo>
                    <a:cubicBezTo>
                      <a:pt x="46006" y="205264"/>
                      <a:pt x="0" y="159258"/>
                      <a:pt x="0" y="102679"/>
                    </a:cubicBezTo>
                    <a:cubicBezTo>
                      <a:pt x="0" y="46101"/>
                      <a:pt x="46006" y="0"/>
                      <a:pt x="102584" y="0"/>
                    </a:cubicBezTo>
                    <a:cubicBezTo>
                      <a:pt x="159163" y="0"/>
                      <a:pt x="205168" y="46006"/>
                      <a:pt x="205168" y="102679"/>
                    </a:cubicBezTo>
                    <a:cubicBezTo>
                      <a:pt x="205168" y="159353"/>
                      <a:pt x="159163" y="205264"/>
                      <a:pt x="102584" y="205264"/>
                    </a:cubicBezTo>
                    <a:close/>
                    <a:moveTo>
                      <a:pt x="102584" y="4763"/>
                    </a:moveTo>
                    <a:cubicBezTo>
                      <a:pt x="48577" y="4763"/>
                      <a:pt x="4763" y="48673"/>
                      <a:pt x="4763" y="102679"/>
                    </a:cubicBezTo>
                    <a:cubicBezTo>
                      <a:pt x="4763" y="156686"/>
                      <a:pt x="48673" y="200501"/>
                      <a:pt x="102584" y="200501"/>
                    </a:cubicBezTo>
                    <a:cubicBezTo>
                      <a:pt x="156496" y="200501"/>
                      <a:pt x="200406" y="156591"/>
                      <a:pt x="200406" y="102679"/>
                    </a:cubicBezTo>
                    <a:cubicBezTo>
                      <a:pt x="200406" y="48768"/>
                      <a:pt x="156496" y="4763"/>
                      <a:pt x="102584"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4" name="Google Shape;304;p19"/>
              <p:cNvSpPr/>
              <p:nvPr/>
            </p:nvSpPr>
            <p:spPr>
              <a:xfrm>
                <a:off x="9469936" y="6968870"/>
                <a:ext cx="439674" cy="439673"/>
              </a:xfrm>
              <a:custGeom>
                <a:rect b="b" l="l" r="r" t="t"/>
                <a:pathLst>
                  <a:path extrusionOk="0" h="439673" w="439674">
                    <a:moveTo>
                      <a:pt x="219837" y="439674"/>
                    </a:moveTo>
                    <a:cubicBezTo>
                      <a:pt x="98584" y="439674"/>
                      <a:pt x="0" y="341090"/>
                      <a:pt x="0" y="219837"/>
                    </a:cubicBezTo>
                    <a:cubicBezTo>
                      <a:pt x="0" y="98584"/>
                      <a:pt x="98584" y="0"/>
                      <a:pt x="219837" y="0"/>
                    </a:cubicBezTo>
                    <a:cubicBezTo>
                      <a:pt x="341090" y="0"/>
                      <a:pt x="439674" y="98584"/>
                      <a:pt x="439674" y="219837"/>
                    </a:cubicBezTo>
                    <a:cubicBezTo>
                      <a:pt x="439674" y="341090"/>
                      <a:pt x="341090" y="439674"/>
                      <a:pt x="219837" y="439674"/>
                    </a:cubicBezTo>
                    <a:close/>
                    <a:moveTo>
                      <a:pt x="219837" y="4763"/>
                    </a:moveTo>
                    <a:cubicBezTo>
                      <a:pt x="101251" y="4763"/>
                      <a:pt x="4763" y="101251"/>
                      <a:pt x="4763" y="219837"/>
                    </a:cubicBezTo>
                    <a:cubicBezTo>
                      <a:pt x="4763" y="338423"/>
                      <a:pt x="101251" y="434911"/>
                      <a:pt x="219837" y="434911"/>
                    </a:cubicBezTo>
                    <a:cubicBezTo>
                      <a:pt x="338424" y="434911"/>
                      <a:pt x="434912" y="338423"/>
                      <a:pt x="434912" y="219837"/>
                    </a:cubicBezTo>
                    <a:cubicBezTo>
                      <a:pt x="434912" y="101251"/>
                      <a:pt x="338424" y="4763"/>
                      <a:pt x="219837"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05" name="Google Shape;305;p19"/>
            <p:cNvSpPr/>
            <p:nvPr/>
          </p:nvSpPr>
          <p:spPr>
            <a:xfrm rot="5400000">
              <a:off x="7444710" y="975468"/>
              <a:ext cx="3501886" cy="806128"/>
            </a:xfrm>
            <a:custGeom>
              <a:rect b="b" l="l" r="r" t="t"/>
              <a:pathLst>
                <a:path extrusionOk="0" h="511016" w="2219896">
                  <a:moveTo>
                    <a:pt x="1505617" y="511016"/>
                  </a:moveTo>
                  <a:lnTo>
                    <a:pt x="877919" y="511016"/>
                  </a:lnTo>
                  <a:cubicBezTo>
                    <a:pt x="714089" y="511016"/>
                    <a:pt x="542544" y="461201"/>
                    <a:pt x="382048" y="366903"/>
                  </a:cubicBezTo>
                  <a:cubicBezTo>
                    <a:pt x="226886" y="275749"/>
                    <a:pt x="91154" y="146399"/>
                    <a:pt x="0" y="2572"/>
                  </a:cubicBezTo>
                  <a:lnTo>
                    <a:pt x="4000" y="0"/>
                  </a:lnTo>
                  <a:cubicBezTo>
                    <a:pt x="94774" y="143256"/>
                    <a:pt x="229838" y="272034"/>
                    <a:pt x="384429" y="362807"/>
                  </a:cubicBezTo>
                  <a:cubicBezTo>
                    <a:pt x="544259" y="456629"/>
                    <a:pt x="714851" y="506254"/>
                    <a:pt x="877919" y="506254"/>
                  </a:cubicBezTo>
                  <a:lnTo>
                    <a:pt x="1505617" y="506254"/>
                  </a:lnTo>
                  <a:cubicBezTo>
                    <a:pt x="1824609" y="506254"/>
                    <a:pt x="2109883" y="302990"/>
                    <a:pt x="2215420" y="476"/>
                  </a:cubicBezTo>
                  <a:lnTo>
                    <a:pt x="2219897" y="2000"/>
                  </a:lnTo>
                  <a:cubicBezTo>
                    <a:pt x="2113693" y="306419"/>
                    <a:pt x="1826705" y="511016"/>
                    <a:pt x="1505617" y="511016"/>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0">
    <p:spTree>
      <p:nvGrpSpPr>
        <p:cNvPr id="306" name="Shape 306"/>
        <p:cNvGrpSpPr/>
        <p:nvPr/>
      </p:nvGrpSpPr>
      <p:grpSpPr>
        <a:xfrm>
          <a:off x="0" y="0"/>
          <a:ext cx="0" cy="0"/>
          <a:chOff x="0" y="0"/>
          <a:chExt cx="0" cy="0"/>
        </a:xfrm>
      </p:grpSpPr>
      <p:sp>
        <p:nvSpPr>
          <p:cNvPr id="307" name="Google Shape;307;p2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308" name="Google Shape;308;p20"/>
          <p:cNvGrpSpPr/>
          <p:nvPr/>
        </p:nvGrpSpPr>
        <p:grpSpPr>
          <a:xfrm>
            <a:off x="-163601" y="-10"/>
            <a:ext cx="9366789" cy="5186459"/>
            <a:chOff x="-163601" y="-10"/>
            <a:chExt cx="9366789" cy="5186459"/>
          </a:xfrm>
        </p:grpSpPr>
        <p:sp>
          <p:nvSpPr>
            <p:cNvPr id="309" name="Google Shape;309;p20"/>
            <p:cNvSpPr/>
            <p:nvPr/>
          </p:nvSpPr>
          <p:spPr>
            <a:xfrm>
              <a:off x="-163601" y="3834449"/>
              <a:ext cx="1011333" cy="1352000"/>
            </a:xfrm>
            <a:custGeom>
              <a:rect b="b" l="l" r="r" t="t"/>
              <a:pathLst>
                <a:path extrusionOk="0" h="1046035" w="782463">
                  <a:moveTo>
                    <a:pt x="655034" y="532734"/>
                  </a:moveTo>
                  <a:cubicBezTo>
                    <a:pt x="571214" y="260223"/>
                    <a:pt x="286226" y="33433"/>
                    <a:pt x="0" y="0"/>
                  </a:cubicBezTo>
                  <a:lnTo>
                    <a:pt x="0" y="1046036"/>
                  </a:lnTo>
                  <a:lnTo>
                    <a:pt x="781717" y="1046036"/>
                  </a:lnTo>
                  <a:cubicBezTo>
                    <a:pt x="784955" y="990886"/>
                    <a:pt x="777716" y="931641"/>
                    <a:pt x="758857" y="870109"/>
                  </a:cubicBezTo>
                  <a:lnTo>
                    <a:pt x="655130" y="532638"/>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0" name="Google Shape;310;p20"/>
            <p:cNvSpPr/>
            <p:nvPr/>
          </p:nvSpPr>
          <p:spPr>
            <a:xfrm>
              <a:off x="8138311" y="-10"/>
              <a:ext cx="1064878" cy="1431298"/>
            </a:xfrm>
            <a:custGeom>
              <a:rect b="b" l="l" r="r" t="t"/>
              <a:pathLst>
                <a:path extrusionOk="0" h="590835" w="439578">
                  <a:moveTo>
                    <a:pt x="439579" y="590836"/>
                  </a:moveTo>
                  <a:lnTo>
                    <a:pt x="439579" y="0"/>
                  </a:lnTo>
                  <a:lnTo>
                    <a:pt x="0" y="0"/>
                  </a:lnTo>
                  <a:cubicBezTo>
                    <a:pt x="84773" y="225266"/>
                    <a:pt x="242792" y="430721"/>
                    <a:pt x="439579" y="5908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11" name="Google Shape;311;p20"/>
          <p:cNvGrpSpPr/>
          <p:nvPr/>
        </p:nvGrpSpPr>
        <p:grpSpPr>
          <a:xfrm>
            <a:off x="-541946" y="-292906"/>
            <a:ext cx="8972728" cy="5752724"/>
            <a:chOff x="-541946" y="-292906"/>
            <a:chExt cx="8972728" cy="5752724"/>
          </a:xfrm>
        </p:grpSpPr>
        <p:sp>
          <p:nvSpPr>
            <p:cNvPr id="312" name="Google Shape;312;p20"/>
            <p:cNvSpPr/>
            <p:nvPr/>
          </p:nvSpPr>
          <p:spPr>
            <a:xfrm>
              <a:off x="-541946" y="3474105"/>
              <a:ext cx="1261935" cy="1959953"/>
            </a:xfrm>
            <a:custGeom>
              <a:rect b="b" l="l" r="r" t="t"/>
              <a:pathLst>
                <a:path extrusionOk="0" h="1351692" w="870300">
                  <a:moveTo>
                    <a:pt x="865632" y="1351598"/>
                  </a:moveTo>
                  <a:lnTo>
                    <a:pt x="860870" y="1351026"/>
                  </a:lnTo>
                  <a:cubicBezTo>
                    <a:pt x="869918" y="1282351"/>
                    <a:pt x="865727" y="1209580"/>
                    <a:pt x="848582" y="1134713"/>
                  </a:cubicBezTo>
                  <a:lnTo>
                    <a:pt x="751808" y="712756"/>
                  </a:lnTo>
                  <a:cubicBezTo>
                    <a:pt x="674560" y="376238"/>
                    <a:pt x="351377" y="71819"/>
                    <a:pt x="0" y="4667"/>
                  </a:cubicBezTo>
                  <a:lnTo>
                    <a:pt x="857" y="0"/>
                  </a:lnTo>
                  <a:cubicBezTo>
                    <a:pt x="354044" y="67437"/>
                    <a:pt x="678847" y="373475"/>
                    <a:pt x="756476" y="711708"/>
                  </a:cubicBezTo>
                  <a:lnTo>
                    <a:pt x="853250" y="1133666"/>
                  </a:lnTo>
                  <a:cubicBezTo>
                    <a:pt x="870585" y="1209104"/>
                    <a:pt x="874681" y="1282446"/>
                    <a:pt x="865632" y="135169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3" name="Google Shape;313;p20"/>
            <p:cNvSpPr/>
            <p:nvPr/>
          </p:nvSpPr>
          <p:spPr>
            <a:xfrm>
              <a:off x="7752031" y="-292906"/>
              <a:ext cx="678751" cy="678751"/>
            </a:xfrm>
            <a:custGeom>
              <a:rect b="b" l="l" r="r" t="t"/>
              <a:pathLst>
                <a:path extrusionOk="0" h="678751" w="678751">
                  <a:moveTo>
                    <a:pt x="339376" y="678752"/>
                  </a:moveTo>
                  <a:cubicBezTo>
                    <a:pt x="152305" y="678752"/>
                    <a:pt x="0" y="526542"/>
                    <a:pt x="0" y="339376"/>
                  </a:cubicBezTo>
                  <a:cubicBezTo>
                    <a:pt x="0" y="152210"/>
                    <a:pt x="152210" y="0"/>
                    <a:pt x="339376" y="0"/>
                  </a:cubicBezTo>
                  <a:cubicBezTo>
                    <a:pt x="526542" y="0"/>
                    <a:pt x="678752" y="152210"/>
                    <a:pt x="678752" y="339376"/>
                  </a:cubicBezTo>
                  <a:cubicBezTo>
                    <a:pt x="678752" y="526542"/>
                    <a:pt x="526542" y="678752"/>
                    <a:pt x="339376" y="678752"/>
                  </a:cubicBezTo>
                  <a:close/>
                  <a:moveTo>
                    <a:pt x="339376" y="4858"/>
                  </a:moveTo>
                  <a:cubicBezTo>
                    <a:pt x="154877" y="4858"/>
                    <a:pt x="4763" y="154972"/>
                    <a:pt x="4763" y="339471"/>
                  </a:cubicBezTo>
                  <a:cubicBezTo>
                    <a:pt x="4763" y="523970"/>
                    <a:pt x="154877" y="674084"/>
                    <a:pt x="339376" y="674084"/>
                  </a:cubicBezTo>
                  <a:cubicBezTo>
                    <a:pt x="523875" y="674084"/>
                    <a:pt x="673989" y="523970"/>
                    <a:pt x="673989" y="339471"/>
                  </a:cubicBezTo>
                  <a:cubicBezTo>
                    <a:pt x="673989" y="154972"/>
                    <a:pt x="523875" y="4858"/>
                    <a:pt x="339376" y="4858"/>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14" name="Google Shape;314;p20"/>
            <p:cNvGrpSpPr/>
            <p:nvPr/>
          </p:nvGrpSpPr>
          <p:grpSpPr>
            <a:xfrm>
              <a:off x="115336" y="804899"/>
              <a:ext cx="6965350" cy="4654919"/>
              <a:chOff x="2944261" y="2753625"/>
              <a:chExt cx="6965350" cy="4654919"/>
            </a:xfrm>
          </p:grpSpPr>
          <p:sp>
            <p:nvSpPr>
              <p:cNvPr id="315" name="Google Shape;315;p20"/>
              <p:cNvSpPr/>
              <p:nvPr/>
            </p:nvSpPr>
            <p:spPr>
              <a:xfrm>
                <a:off x="2944261" y="2753625"/>
                <a:ext cx="205168" cy="205168"/>
              </a:xfrm>
              <a:custGeom>
                <a:rect b="b" l="l" r="r" t="t"/>
                <a:pathLst>
                  <a:path extrusionOk="0" h="205168" w="205168">
                    <a:moveTo>
                      <a:pt x="102584" y="205169"/>
                    </a:moveTo>
                    <a:cubicBezTo>
                      <a:pt x="46006" y="205169"/>
                      <a:pt x="0" y="159163"/>
                      <a:pt x="0" y="102584"/>
                    </a:cubicBezTo>
                    <a:cubicBezTo>
                      <a:pt x="0" y="46006"/>
                      <a:pt x="46006" y="0"/>
                      <a:pt x="102584" y="0"/>
                    </a:cubicBezTo>
                    <a:cubicBezTo>
                      <a:pt x="159163" y="0"/>
                      <a:pt x="205168" y="46006"/>
                      <a:pt x="205168" y="102584"/>
                    </a:cubicBezTo>
                    <a:cubicBezTo>
                      <a:pt x="205168" y="159163"/>
                      <a:pt x="159163" y="205169"/>
                      <a:pt x="102584" y="205169"/>
                    </a:cubicBezTo>
                    <a:close/>
                    <a:moveTo>
                      <a:pt x="102584" y="4667"/>
                    </a:moveTo>
                    <a:cubicBezTo>
                      <a:pt x="48578" y="4667"/>
                      <a:pt x="4763" y="48577"/>
                      <a:pt x="4763" y="102489"/>
                    </a:cubicBezTo>
                    <a:cubicBezTo>
                      <a:pt x="4763" y="156400"/>
                      <a:pt x="48673" y="200311"/>
                      <a:pt x="102584" y="200311"/>
                    </a:cubicBezTo>
                    <a:cubicBezTo>
                      <a:pt x="156496" y="200311"/>
                      <a:pt x="200406" y="156400"/>
                      <a:pt x="200406" y="102489"/>
                    </a:cubicBezTo>
                    <a:cubicBezTo>
                      <a:pt x="200406" y="48577"/>
                      <a:pt x="156496" y="4667"/>
                      <a:pt x="102584" y="4667"/>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6" name="Google Shape;316;p20"/>
              <p:cNvSpPr/>
              <p:nvPr/>
            </p:nvSpPr>
            <p:spPr>
              <a:xfrm>
                <a:off x="4615364" y="6815994"/>
                <a:ext cx="205168" cy="205263"/>
              </a:xfrm>
              <a:custGeom>
                <a:rect b="b" l="l" r="r" t="t"/>
                <a:pathLst>
                  <a:path extrusionOk="0" h="205263" w="205168">
                    <a:moveTo>
                      <a:pt x="102584" y="205264"/>
                    </a:moveTo>
                    <a:cubicBezTo>
                      <a:pt x="46006" y="205264"/>
                      <a:pt x="0" y="159258"/>
                      <a:pt x="0" y="102679"/>
                    </a:cubicBezTo>
                    <a:cubicBezTo>
                      <a:pt x="0" y="46101"/>
                      <a:pt x="46006" y="0"/>
                      <a:pt x="102584" y="0"/>
                    </a:cubicBezTo>
                    <a:cubicBezTo>
                      <a:pt x="159163" y="0"/>
                      <a:pt x="205168" y="46006"/>
                      <a:pt x="205168" y="102679"/>
                    </a:cubicBezTo>
                    <a:cubicBezTo>
                      <a:pt x="205168" y="159353"/>
                      <a:pt x="159163" y="205264"/>
                      <a:pt x="102584" y="205264"/>
                    </a:cubicBezTo>
                    <a:close/>
                    <a:moveTo>
                      <a:pt x="102584" y="4763"/>
                    </a:moveTo>
                    <a:cubicBezTo>
                      <a:pt x="48577" y="4763"/>
                      <a:pt x="4763" y="48673"/>
                      <a:pt x="4763" y="102679"/>
                    </a:cubicBezTo>
                    <a:cubicBezTo>
                      <a:pt x="4763" y="156686"/>
                      <a:pt x="48673" y="200501"/>
                      <a:pt x="102584" y="200501"/>
                    </a:cubicBezTo>
                    <a:cubicBezTo>
                      <a:pt x="156496" y="200501"/>
                      <a:pt x="200406" y="156591"/>
                      <a:pt x="200406" y="102679"/>
                    </a:cubicBezTo>
                    <a:cubicBezTo>
                      <a:pt x="200406" y="48768"/>
                      <a:pt x="156496" y="4763"/>
                      <a:pt x="102584"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7" name="Google Shape;317;p20"/>
              <p:cNvSpPr/>
              <p:nvPr/>
            </p:nvSpPr>
            <p:spPr>
              <a:xfrm>
                <a:off x="9469936" y="6968870"/>
                <a:ext cx="439674" cy="439673"/>
              </a:xfrm>
              <a:custGeom>
                <a:rect b="b" l="l" r="r" t="t"/>
                <a:pathLst>
                  <a:path extrusionOk="0" h="439673" w="439674">
                    <a:moveTo>
                      <a:pt x="219837" y="439674"/>
                    </a:moveTo>
                    <a:cubicBezTo>
                      <a:pt x="98584" y="439674"/>
                      <a:pt x="0" y="341090"/>
                      <a:pt x="0" y="219837"/>
                    </a:cubicBezTo>
                    <a:cubicBezTo>
                      <a:pt x="0" y="98584"/>
                      <a:pt x="98584" y="0"/>
                      <a:pt x="219837" y="0"/>
                    </a:cubicBezTo>
                    <a:cubicBezTo>
                      <a:pt x="341090" y="0"/>
                      <a:pt x="439674" y="98584"/>
                      <a:pt x="439674" y="219837"/>
                    </a:cubicBezTo>
                    <a:cubicBezTo>
                      <a:pt x="439674" y="341090"/>
                      <a:pt x="341090" y="439674"/>
                      <a:pt x="219837" y="439674"/>
                    </a:cubicBezTo>
                    <a:close/>
                    <a:moveTo>
                      <a:pt x="219837" y="4763"/>
                    </a:moveTo>
                    <a:cubicBezTo>
                      <a:pt x="101251" y="4763"/>
                      <a:pt x="4763" y="101251"/>
                      <a:pt x="4763" y="219837"/>
                    </a:cubicBezTo>
                    <a:cubicBezTo>
                      <a:pt x="4763" y="338423"/>
                      <a:pt x="101251" y="434911"/>
                      <a:pt x="219837" y="434911"/>
                    </a:cubicBezTo>
                    <a:cubicBezTo>
                      <a:pt x="338424" y="434911"/>
                      <a:pt x="434912" y="338423"/>
                      <a:pt x="434912" y="219837"/>
                    </a:cubicBezTo>
                    <a:cubicBezTo>
                      <a:pt x="434912" y="101251"/>
                      <a:pt x="338424" y="4763"/>
                      <a:pt x="219837"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318" name="Shape 318"/>
        <p:cNvGrpSpPr/>
        <p:nvPr/>
      </p:nvGrpSpPr>
      <p:grpSpPr>
        <a:xfrm>
          <a:off x="0" y="0"/>
          <a:ext cx="0" cy="0"/>
          <a:chOff x="0" y="0"/>
          <a:chExt cx="0" cy="0"/>
        </a:xfrm>
      </p:grpSpPr>
      <p:sp>
        <p:nvSpPr>
          <p:cNvPr id="319" name="Google Shape;319;p21"/>
          <p:cNvSpPr txBox="1"/>
          <p:nvPr>
            <p:ph type="title"/>
          </p:nvPr>
        </p:nvSpPr>
        <p:spPr>
          <a:xfrm>
            <a:off x="2347938" y="540000"/>
            <a:ext cx="4448100" cy="1058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75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20" name="Google Shape;320;p21"/>
          <p:cNvSpPr txBox="1"/>
          <p:nvPr>
            <p:ph idx="1" type="subTitle"/>
          </p:nvPr>
        </p:nvSpPr>
        <p:spPr>
          <a:xfrm>
            <a:off x="2347900" y="1770651"/>
            <a:ext cx="4448100" cy="1131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21" name="Google Shape;321;p21"/>
          <p:cNvSpPr txBox="1"/>
          <p:nvPr/>
        </p:nvSpPr>
        <p:spPr>
          <a:xfrm>
            <a:off x="2099100" y="3611950"/>
            <a:ext cx="4945800" cy="5562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300"/>
              </a:spcBef>
              <a:spcAft>
                <a:spcPts val="0"/>
              </a:spcAft>
              <a:buNone/>
            </a:pPr>
            <a:r>
              <a:rPr lang="en" sz="1200">
                <a:solidFill>
                  <a:schemeClr val="dk1"/>
                </a:solidFill>
                <a:latin typeface="Barlow"/>
                <a:ea typeface="Barlow"/>
                <a:cs typeface="Barlow"/>
                <a:sym typeface="Barlow"/>
              </a:rPr>
              <a:t>CREDITS: This presentation template was created by </a:t>
            </a:r>
            <a:r>
              <a:rPr b="1" lang="en" sz="1200" u="sng">
                <a:solidFill>
                  <a:schemeClr val="dk1"/>
                </a:solidFill>
                <a:latin typeface="Barlow"/>
                <a:ea typeface="Barlow"/>
                <a:cs typeface="Barlow"/>
                <a:sym typeface="Barlow"/>
                <a:hlinkClick r:id="rId2">
                  <a:extLst>
                    <a:ext uri="{A12FA001-AC4F-418D-AE19-62706E023703}">
                      <ahyp:hlinkClr val="tx"/>
                    </a:ext>
                  </a:extLst>
                </a:hlinkClick>
              </a:rPr>
              <a:t>Slidesgo</a:t>
            </a:r>
            <a:r>
              <a:rPr b="1" lang="en" sz="1200">
                <a:solidFill>
                  <a:schemeClr val="dk1"/>
                </a:solidFill>
                <a:latin typeface="Barlow"/>
                <a:ea typeface="Barlow"/>
                <a:cs typeface="Barlow"/>
                <a:sym typeface="Barlow"/>
              </a:rPr>
              <a:t>,</a:t>
            </a:r>
            <a:r>
              <a:rPr lang="en" sz="1200">
                <a:solidFill>
                  <a:schemeClr val="dk1"/>
                </a:solidFill>
                <a:latin typeface="Barlow"/>
                <a:ea typeface="Barlow"/>
                <a:cs typeface="Barlow"/>
                <a:sym typeface="Barlow"/>
              </a:rPr>
              <a:t> and includes icons by</a:t>
            </a:r>
            <a:r>
              <a:rPr b="1" lang="en" sz="1200">
                <a:solidFill>
                  <a:schemeClr val="dk1"/>
                </a:solidFill>
                <a:latin typeface="Barlow"/>
                <a:ea typeface="Barlow"/>
                <a:cs typeface="Barlow"/>
                <a:sym typeface="Barlow"/>
              </a:rPr>
              <a:t> </a:t>
            </a:r>
            <a:r>
              <a:rPr b="1" lang="en" sz="1200" u="sng">
                <a:solidFill>
                  <a:schemeClr val="dk1"/>
                </a:solidFill>
                <a:latin typeface="Barlow"/>
                <a:ea typeface="Barlow"/>
                <a:cs typeface="Barlow"/>
                <a:sym typeface="Barlow"/>
                <a:hlinkClick r:id="rId3">
                  <a:extLst>
                    <a:ext uri="{A12FA001-AC4F-418D-AE19-62706E023703}">
                      <ahyp:hlinkClr val="tx"/>
                    </a:ext>
                  </a:extLst>
                </a:hlinkClick>
              </a:rPr>
              <a:t>Flaticon</a:t>
            </a:r>
            <a:r>
              <a:rPr b="1" lang="en" sz="1200">
                <a:solidFill>
                  <a:schemeClr val="dk1"/>
                </a:solidFill>
                <a:latin typeface="Barlow"/>
                <a:ea typeface="Barlow"/>
                <a:cs typeface="Barlow"/>
                <a:sym typeface="Barlow"/>
              </a:rPr>
              <a:t>,</a:t>
            </a:r>
            <a:r>
              <a:rPr lang="en" sz="1200">
                <a:solidFill>
                  <a:schemeClr val="dk1"/>
                </a:solidFill>
                <a:latin typeface="Barlow"/>
                <a:ea typeface="Barlow"/>
                <a:cs typeface="Barlow"/>
                <a:sym typeface="Barlow"/>
              </a:rPr>
              <a:t> and infographics &amp; images by </a:t>
            </a:r>
            <a:r>
              <a:rPr b="1" lang="en" sz="1200" u="sng">
                <a:solidFill>
                  <a:schemeClr val="dk1"/>
                </a:solidFill>
                <a:latin typeface="Barlow"/>
                <a:ea typeface="Barlow"/>
                <a:cs typeface="Barlow"/>
                <a:sym typeface="Barlow"/>
                <a:hlinkClick r:id="rId4">
                  <a:extLst>
                    <a:ext uri="{A12FA001-AC4F-418D-AE19-62706E023703}">
                      <ahyp:hlinkClr val="tx"/>
                    </a:ext>
                  </a:extLst>
                </a:hlinkClick>
              </a:rPr>
              <a:t>Freepik</a:t>
            </a:r>
            <a:r>
              <a:rPr b="1" lang="en" sz="1200" u="sng">
                <a:solidFill>
                  <a:schemeClr val="dk1"/>
                </a:solidFill>
                <a:latin typeface="Barlow"/>
                <a:ea typeface="Barlow"/>
                <a:cs typeface="Barlow"/>
                <a:sym typeface="Barlow"/>
              </a:rPr>
              <a:t> </a:t>
            </a:r>
            <a:endParaRPr b="1" sz="1200" u="sng">
              <a:solidFill>
                <a:schemeClr val="dk1"/>
              </a:solidFill>
              <a:latin typeface="Barlow"/>
              <a:ea typeface="Barlow"/>
              <a:cs typeface="Barlow"/>
              <a:sym typeface="Barlow"/>
            </a:endParaRPr>
          </a:p>
        </p:txBody>
      </p:sp>
      <p:grpSp>
        <p:nvGrpSpPr>
          <p:cNvPr id="322" name="Google Shape;322;p21"/>
          <p:cNvGrpSpPr/>
          <p:nvPr/>
        </p:nvGrpSpPr>
        <p:grpSpPr>
          <a:xfrm>
            <a:off x="1235" y="217"/>
            <a:ext cx="9173700" cy="5315905"/>
            <a:chOff x="1235" y="217"/>
            <a:chExt cx="9173700" cy="5315905"/>
          </a:xfrm>
        </p:grpSpPr>
        <p:sp>
          <p:nvSpPr>
            <p:cNvPr id="323" name="Google Shape;323;p21"/>
            <p:cNvSpPr/>
            <p:nvPr/>
          </p:nvSpPr>
          <p:spPr>
            <a:xfrm>
              <a:off x="1235" y="696"/>
              <a:ext cx="854267" cy="5143500"/>
            </a:xfrm>
            <a:custGeom>
              <a:rect b="b" l="l" r="r" t="t"/>
              <a:pathLst>
                <a:path extrusionOk="0" h="4762500" w="2293334">
                  <a:moveTo>
                    <a:pt x="832295" y="2601563"/>
                  </a:moveTo>
                  <a:cubicBezTo>
                    <a:pt x="832295" y="1499902"/>
                    <a:pt x="1417130" y="534924"/>
                    <a:pt x="2293334" y="0"/>
                  </a:cubicBezTo>
                  <a:lnTo>
                    <a:pt x="0" y="0"/>
                  </a:lnTo>
                  <a:lnTo>
                    <a:pt x="0" y="4762500"/>
                  </a:lnTo>
                  <a:lnTo>
                    <a:pt x="1731740" y="4762500"/>
                  </a:lnTo>
                  <a:cubicBezTo>
                    <a:pt x="1176242" y="4210717"/>
                    <a:pt x="832199" y="3446336"/>
                    <a:pt x="832199" y="26015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 name="Google Shape;324;p21"/>
            <p:cNvSpPr/>
            <p:nvPr/>
          </p:nvSpPr>
          <p:spPr>
            <a:xfrm rot="10800000">
              <a:off x="2049" y="3391604"/>
              <a:ext cx="1073836" cy="1752592"/>
            </a:xfrm>
            <a:custGeom>
              <a:rect b="b" l="l" r="r" t="t"/>
              <a:pathLst>
                <a:path extrusionOk="0" h="2727769" w="1164050">
                  <a:moveTo>
                    <a:pt x="1164051" y="0"/>
                  </a:moveTo>
                  <a:lnTo>
                    <a:pt x="0" y="0"/>
                  </a:lnTo>
                  <a:lnTo>
                    <a:pt x="1164051" y="2727770"/>
                  </a:lnTo>
                  <a:lnTo>
                    <a:pt x="1164051" y="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 name="Google Shape;325;p21"/>
            <p:cNvSpPr/>
            <p:nvPr/>
          </p:nvSpPr>
          <p:spPr>
            <a:xfrm rot="10800000">
              <a:off x="7777762" y="217"/>
              <a:ext cx="1397173" cy="3827705"/>
            </a:xfrm>
            <a:custGeom>
              <a:rect b="b" l="l" r="r" t="t"/>
              <a:pathLst>
                <a:path extrusionOk="0" h="2381154" w="1016126">
                  <a:moveTo>
                    <a:pt x="0" y="2381155"/>
                  </a:moveTo>
                  <a:lnTo>
                    <a:pt x="1016127" y="2381155"/>
                  </a:lnTo>
                  <a:lnTo>
                    <a:pt x="0" y="0"/>
                  </a:lnTo>
                  <a:lnTo>
                    <a:pt x="0" y="238115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 name="Google Shape;326;p21"/>
            <p:cNvSpPr/>
            <p:nvPr/>
          </p:nvSpPr>
          <p:spPr>
            <a:xfrm flipH="1" rot="10800000">
              <a:off x="5969542" y="4608563"/>
              <a:ext cx="3089581" cy="707559"/>
            </a:xfrm>
            <a:custGeom>
              <a:rect b="b" l="l" r="r" t="t"/>
              <a:pathLst>
                <a:path extrusionOk="0" h="448532" w="1958530">
                  <a:moveTo>
                    <a:pt x="0" y="0"/>
                  </a:moveTo>
                  <a:cubicBezTo>
                    <a:pt x="164211" y="259080"/>
                    <a:pt x="476345" y="448532"/>
                    <a:pt x="774287" y="448532"/>
                  </a:cubicBezTo>
                  <a:lnTo>
                    <a:pt x="1329118" y="448532"/>
                  </a:lnTo>
                  <a:cubicBezTo>
                    <a:pt x="1619345" y="448532"/>
                    <a:pt x="1867662" y="260318"/>
                    <a:pt x="1958531" y="0"/>
                  </a:cubicBezTo>
                  <a:lnTo>
                    <a:pt x="95"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7" name="Google Shape;327;p21"/>
          <p:cNvGrpSpPr/>
          <p:nvPr/>
        </p:nvGrpSpPr>
        <p:grpSpPr>
          <a:xfrm>
            <a:off x="-524736" y="-799403"/>
            <a:ext cx="10042307" cy="6415129"/>
            <a:chOff x="-524736" y="-799403"/>
            <a:chExt cx="10042307" cy="6415129"/>
          </a:xfrm>
        </p:grpSpPr>
        <p:grpSp>
          <p:nvGrpSpPr>
            <p:cNvPr id="328" name="Google Shape;328;p21"/>
            <p:cNvGrpSpPr/>
            <p:nvPr/>
          </p:nvGrpSpPr>
          <p:grpSpPr>
            <a:xfrm flipH="1" rot="10800000">
              <a:off x="-524736" y="-799403"/>
              <a:ext cx="2352021" cy="4815751"/>
              <a:chOff x="871674" y="1713173"/>
              <a:chExt cx="2352021" cy="4815751"/>
            </a:xfrm>
          </p:grpSpPr>
          <p:sp>
            <p:nvSpPr>
              <p:cNvPr id="329" name="Google Shape;329;p21"/>
              <p:cNvSpPr/>
              <p:nvPr/>
            </p:nvSpPr>
            <p:spPr>
              <a:xfrm rot="-2274005">
                <a:off x="2042917" y="2862840"/>
                <a:ext cx="9535" cy="3816619"/>
              </a:xfrm>
              <a:custGeom>
                <a:rect b="b" l="l" r="r" t="t"/>
                <a:pathLst>
                  <a:path extrusionOk="0" h="3812190" w="9524">
                    <a:moveTo>
                      <a:pt x="0" y="0"/>
                    </a:moveTo>
                    <a:lnTo>
                      <a:pt x="9525" y="0"/>
                    </a:lnTo>
                    <a:lnTo>
                      <a:pt x="9525" y="3812190"/>
                    </a:lnTo>
                    <a:lnTo>
                      <a:pt x="0" y="3812190"/>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 name="Google Shape;330;p21"/>
              <p:cNvSpPr/>
              <p:nvPr/>
            </p:nvSpPr>
            <p:spPr>
              <a:xfrm rot="-1046363">
                <a:off x="1795480" y="1599138"/>
                <a:ext cx="12585" cy="5043821"/>
              </a:xfrm>
              <a:custGeom>
                <a:rect b="b" l="l" r="r" t="t"/>
                <a:pathLst>
                  <a:path extrusionOk="0" h="5038722" w="12572">
                    <a:moveTo>
                      <a:pt x="0" y="0"/>
                    </a:moveTo>
                    <a:lnTo>
                      <a:pt x="12573" y="0"/>
                    </a:lnTo>
                    <a:lnTo>
                      <a:pt x="12573" y="5038723"/>
                    </a:lnTo>
                    <a:lnTo>
                      <a:pt x="0" y="5038723"/>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31" name="Google Shape;331;p21"/>
            <p:cNvSpPr/>
            <p:nvPr/>
          </p:nvSpPr>
          <p:spPr>
            <a:xfrm flipH="1" rot="6108899">
              <a:off x="7133302" y="-2018683"/>
              <a:ext cx="9537" cy="4860013"/>
            </a:xfrm>
            <a:custGeom>
              <a:rect b="b" l="l" r="r" t="t"/>
              <a:pathLst>
                <a:path extrusionOk="0" h="4854131" w="9525">
                  <a:moveTo>
                    <a:pt x="0" y="0"/>
                  </a:moveTo>
                  <a:lnTo>
                    <a:pt x="9525" y="0"/>
                  </a:lnTo>
                  <a:lnTo>
                    <a:pt x="9525" y="4854131"/>
                  </a:lnTo>
                  <a:lnTo>
                    <a:pt x="0" y="4854131"/>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 name="Google Shape;332;p21"/>
            <p:cNvSpPr/>
            <p:nvPr/>
          </p:nvSpPr>
          <p:spPr>
            <a:xfrm flipH="1" rot="10800000">
              <a:off x="5194448" y="4809599"/>
              <a:ext cx="3501886" cy="806128"/>
            </a:xfrm>
            <a:custGeom>
              <a:rect b="b" l="l" r="r" t="t"/>
              <a:pathLst>
                <a:path extrusionOk="0" h="511016" w="2219896">
                  <a:moveTo>
                    <a:pt x="1505617" y="511016"/>
                  </a:moveTo>
                  <a:lnTo>
                    <a:pt x="877919" y="511016"/>
                  </a:lnTo>
                  <a:cubicBezTo>
                    <a:pt x="714089" y="511016"/>
                    <a:pt x="542544" y="461201"/>
                    <a:pt x="382048" y="366903"/>
                  </a:cubicBezTo>
                  <a:cubicBezTo>
                    <a:pt x="226886" y="275749"/>
                    <a:pt x="91154" y="146399"/>
                    <a:pt x="0" y="2572"/>
                  </a:cubicBezTo>
                  <a:lnTo>
                    <a:pt x="4000" y="0"/>
                  </a:lnTo>
                  <a:cubicBezTo>
                    <a:pt x="94774" y="143256"/>
                    <a:pt x="229838" y="272034"/>
                    <a:pt x="384429" y="362807"/>
                  </a:cubicBezTo>
                  <a:cubicBezTo>
                    <a:pt x="544259" y="456629"/>
                    <a:pt x="714851" y="506254"/>
                    <a:pt x="877919" y="506254"/>
                  </a:cubicBezTo>
                  <a:lnTo>
                    <a:pt x="1505617" y="506254"/>
                  </a:lnTo>
                  <a:cubicBezTo>
                    <a:pt x="1824609" y="506254"/>
                    <a:pt x="2109883" y="302990"/>
                    <a:pt x="2215420" y="476"/>
                  </a:cubicBezTo>
                  <a:lnTo>
                    <a:pt x="2219897" y="2000"/>
                  </a:lnTo>
                  <a:cubicBezTo>
                    <a:pt x="2113693" y="306419"/>
                    <a:pt x="1826705" y="511016"/>
                    <a:pt x="1505617" y="511016"/>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3" name="Google Shape;333;p21"/>
          <p:cNvGrpSpPr/>
          <p:nvPr/>
        </p:nvGrpSpPr>
        <p:grpSpPr>
          <a:xfrm rot="10800000">
            <a:off x="1449703" y="-235522"/>
            <a:ext cx="7290068" cy="5776149"/>
            <a:chOff x="2739089" y="1632394"/>
            <a:chExt cx="7290068" cy="5776149"/>
          </a:xfrm>
        </p:grpSpPr>
        <p:sp>
          <p:nvSpPr>
            <p:cNvPr id="334" name="Google Shape;334;p21"/>
            <p:cNvSpPr/>
            <p:nvPr/>
          </p:nvSpPr>
          <p:spPr>
            <a:xfrm>
              <a:off x="2944261" y="2753625"/>
              <a:ext cx="205168" cy="205168"/>
            </a:xfrm>
            <a:custGeom>
              <a:rect b="b" l="l" r="r" t="t"/>
              <a:pathLst>
                <a:path extrusionOk="0" h="205168" w="205168">
                  <a:moveTo>
                    <a:pt x="102584" y="205169"/>
                  </a:moveTo>
                  <a:cubicBezTo>
                    <a:pt x="46006" y="205169"/>
                    <a:pt x="0" y="159163"/>
                    <a:pt x="0" y="102584"/>
                  </a:cubicBezTo>
                  <a:cubicBezTo>
                    <a:pt x="0" y="46006"/>
                    <a:pt x="46006" y="0"/>
                    <a:pt x="102584" y="0"/>
                  </a:cubicBezTo>
                  <a:cubicBezTo>
                    <a:pt x="159163" y="0"/>
                    <a:pt x="205168" y="46006"/>
                    <a:pt x="205168" y="102584"/>
                  </a:cubicBezTo>
                  <a:cubicBezTo>
                    <a:pt x="205168" y="159163"/>
                    <a:pt x="159163" y="205169"/>
                    <a:pt x="102584" y="205169"/>
                  </a:cubicBezTo>
                  <a:close/>
                  <a:moveTo>
                    <a:pt x="102584" y="4667"/>
                  </a:moveTo>
                  <a:cubicBezTo>
                    <a:pt x="48578" y="4667"/>
                    <a:pt x="4763" y="48577"/>
                    <a:pt x="4763" y="102489"/>
                  </a:cubicBezTo>
                  <a:cubicBezTo>
                    <a:pt x="4763" y="156400"/>
                    <a:pt x="48673" y="200311"/>
                    <a:pt x="102584" y="200311"/>
                  </a:cubicBezTo>
                  <a:cubicBezTo>
                    <a:pt x="156496" y="200311"/>
                    <a:pt x="200406" y="156400"/>
                    <a:pt x="200406" y="102489"/>
                  </a:cubicBezTo>
                  <a:cubicBezTo>
                    <a:pt x="200406" y="48577"/>
                    <a:pt x="156496" y="4667"/>
                    <a:pt x="102584" y="4667"/>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 name="Google Shape;335;p21"/>
            <p:cNvSpPr/>
            <p:nvPr/>
          </p:nvSpPr>
          <p:spPr>
            <a:xfrm>
              <a:off x="9350406" y="1632394"/>
              <a:ext cx="678751" cy="678751"/>
            </a:xfrm>
            <a:custGeom>
              <a:rect b="b" l="l" r="r" t="t"/>
              <a:pathLst>
                <a:path extrusionOk="0" h="678751" w="678751">
                  <a:moveTo>
                    <a:pt x="339376" y="678752"/>
                  </a:moveTo>
                  <a:cubicBezTo>
                    <a:pt x="152305" y="678752"/>
                    <a:pt x="0" y="526542"/>
                    <a:pt x="0" y="339376"/>
                  </a:cubicBezTo>
                  <a:cubicBezTo>
                    <a:pt x="0" y="152210"/>
                    <a:pt x="152210" y="0"/>
                    <a:pt x="339376" y="0"/>
                  </a:cubicBezTo>
                  <a:cubicBezTo>
                    <a:pt x="526542" y="0"/>
                    <a:pt x="678752" y="152210"/>
                    <a:pt x="678752" y="339376"/>
                  </a:cubicBezTo>
                  <a:cubicBezTo>
                    <a:pt x="678752" y="526542"/>
                    <a:pt x="526542" y="678752"/>
                    <a:pt x="339376" y="678752"/>
                  </a:cubicBezTo>
                  <a:close/>
                  <a:moveTo>
                    <a:pt x="339376" y="4858"/>
                  </a:moveTo>
                  <a:cubicBezTo>
                    <a:pt x="154877" y="4858"/>
                    <a:pt x="4763" y="154972"/>
                    <a:pt x="4763" y="339471"/>
                  </a:cubicBezTo>
                  <a:cubicBezTo>
                    <a:pt x="4763" y="523970"/>
                    <a:pt x="154877" y="674084"/>
                    <a:pt x="339376" y="674084"/>
                  </a:cubicBezTo>
                  <a:cubicBezTo>
                    <a:pt x="523875" y="674084"/>
                    <a:pt x="673989" y="523970"/>
                    <a:pt x="673989" y="339471"/>
                  </a:cubicBezTo>
                  <a:cubicBezTo>
                    <a:pt x="673989" y="154972"/>
                    <a:pt x="523875" y="4858"/>
                    <a:pt x="339376" y="4858"/>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 name="Google Shape;336;p21"/>
            <p:cNvSpPr/>
            <p:nvPr/>
          </p:nvSpPr>
          <p:spPr>
            <a:xfrm>
              <a:off x="2739089" y="5692044"/>
              <a:ext cx="205168" cy="205263"/>
            </a:xfrm>
            <a:custGeom>
              <a:rect b="b" l="l" r="r" t="t"/>
              <a:pathLst>
                <a:path extrusionOk="0" h="205263" w="205168">
                  <a:moveTo>
                    <a:pt x="102584" y="205264"/>
                  </a:moveTo>
                  <a:cubicBezTo>
                    <a:pt x="46006" y="205264"/>
                    <a:pt x="0" y="159258"/>
                    <a:pt x="0" y="102679"/>
                  </a:cubicBezTo>
                  <a:cubicBezTo>
                    <a:pt x="0" y="46101"/>
                    <a:pt x="46006" y="0"/>
                    <a:pt x="102584" y="0"/>
                  </a:cubicBezTo>
                  <a:cubicBezTo>
                    <a:pt x="159163" y="0"/>
                    <a:pt x="205168" y="46006"/>
                    <a:pt x="205168" y="102679"/>
                  </a:cubicBezTo>
                  <a:cubicBezTo>
                    <a:pt x="205168" y="159353"/>
                    <a:pt x="159163" y="205264"/>
                    <a:pt x="102584" y="205264"/>
                  </a:cubicBezTo>
                  <a:close/>
                  <a:moveTo>
                    <a:pt x="102584" y="4763"/>
                  </a:moveTo>
                  <a:cubicBezTo>
                    <a:pt x="48577" y="4763"/>
                    <a:pt x="4763" y="48673"/>
                    <a:pt x="4763" y="102679"/>
                  </a:cubicBezTo>
                  <a:cubicBezTo>
                    <a:pt x="4763" y="156686"/>
                    <a:pt x="48673" y="200501"/>
                    <a:pt x="102584" y="200501"/>
                  </a:cubicBezTo>
                  <a:cubicBezTo>
                    <a:pt x="156496" y="200501"/>
                    <a:pt x="200406" y="156591"/>
                    <a:pt x="200406" y="102679"/>
                  </a:cubicBezTo>
                  <a:cubicBezTo>
                    <a:pt x="200406" y="48768"/>
                    <a:pt x="156496" y="4763"/>
                    <a:pt x="102584"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 name="Google Shape;337;p21"/>
            <p:cNvSpPr/>
            <p:nvPr/>
          </p:nvSpPr>
          <p:spPr>
            <a:xfrm>
              <a:off x="7650661" y="6968870"/>
              <a:ext cx="439674" cy="439673"/>
            </a:xfrm>
            <a:custGeom>
              <a:rect b="b" l="l" r="r" t="t"/>
              <a:pathLst>
                <a:path extrusionOk="0" h="439673" w="439674">
                  <a:moveTo>
                    <a:pt x="219837" y="439674"/>
                  </a:moveTo>
                  <a:cubicBezTo>
                    <a:pt x="98584" y="439674"/>
                    <a:pt x="0" y="341090"/>
                    <a:pt x="0" y="219837"/>
                  </a:cubicBezTo>
                  <a:cubicBezTo>
                    <a:pt x="0" y="98584"/>
                    <a:pt x="98584" y="0"/>
                    <a:pt x="219837" y="0"/>
                  </a:cubicBezTo>
                  <a:cubicBezTo>
                    <a:pt x="341090" y="0"/>
                    <a:pt x="439674" y="98584"/>
                    <a:pt x="439674" y="219837"/>
                  </a:cubicBezTo>
                  <a:cubicBezTo>
                    <a:pt x="439674" y="341090"/>
                    <a:pt x="341090" y="439674"/>
                    <a:pt x="219837" y="439674"/>
                  </a:cubicBezTo>
                  <a:close/>
                  <a:moveTo>
                    <a:pt x="219837" y="4763"/>
                  </a:moveTo>
                  <a:cubicBezTo>
                    <a:pt x="101251" y="4763"/>
                    <a:pt x="4763" y="101251"/>
                    <a:pt x="4763" y="219837"/>
                  </a:cubicBezTo>
                  <a:cubicBezTo>
                    <a:pt x="4763" y="338423"/>
                    <a:pt x="101251" y="434911"/>
                    <a:pt x="219837" y="434911"/>
                  </a:cubicBezTo>
                  <a:cubicBezTo>
                    <a:pt x="338424" y="434911"/>
                    <a:pt x="434912" y="338423"/>
                    <a:pt x="434912" y="219837"/>
                  </a:cubicBezTo>
                  <a:cubicBezTo>
                    <a:pt x="434912" y="101251"/>
                    <a:pt x="338424" y="4763"/>
                    <a:pt x="219837"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7">
    <p:spTree>
      <p:nvGrpSpPr>
        <p:cNvPr id="338" name="Shape 338"/>
        <p:cNvGrpSpPr/>
        <p:nvPr/>
      </p:nvGrpSpPr>
      <p:grpSpPr>
        <a:xfrm>
          <a:off x="0" y="0"/>
          <a:ext cx="0" cy="0"/>
          <a:chOff x="0" y="0"/>
          <a:chExt cx="0" cy="0"/>
        </a:xfrm>
      </p:grpSpPr>
      <p:grpSp>
        <p:nvGrpSpPr>
          <p:cNvPr id="339" name="Google Shape;339;p22"/>
          <p:cNvGrpSpPr/>
          <p:nvPr/>
        </p:nvGrpSpPr>
        <p:grpSpPr>
          <a:xfrm flipH="1" rot="10800000">
            <a:off x="1235" y="-166423"/>
            <a:ext cx="9173700" cy="5315905"/>
            <a:chOff x="1235" y="217"/>
            <a:chExt cx="9173700" cy="5315905"/>
          </a:xfrm>
        </p:grpSpPr>
        <p:sp>
          <p:nvSpPr>
            <p:cNvPr id="340" name="Google Shape;340;p22"/>
            <p:cNvSpPr/>
            <p:nvPr/>
          </p:nvSpPr>
          <p:spPr>
            <a:xfrm>
              <a:off x="1235" y="696"/>
              <a:ext cx="854267" cy="5143500"/>
            </a:xfrm>
            <a:custGeom>
              <a:rect b="b" l="l" r="r" t="t"/>
              <a:pathLst>
                <a:path extrusionOk="0" h="4762500" w="2293334">
                  <a:moveTo>
                    <a:pt x="832295" y="2601563"/>
                  </a:moveTo>
                  <a:cubicBezTo>
                    <a:pt x="832295" y="1499902"/>
                    <a:pt x="1417130" y="534924"/>
                    <a:pt x="2293334" y="0"/>
                  </a:cubicBezTo>
                  <a:lnTo>
                    <a:pt x="0" y="0"/>
                  </a:lnTo>
                  <a:lnTo>
                    <a:pt x="0" y="4762500"/>
                  </a:lnTo>
                  <a:lnTo>
                    <a:pt x="1731740" y="4762500"/>
                  </a:lnTo>
                  <a:cubicBezTo>
                    <a:pt x="1176242" y="4210717"/>
                    <a:pt x="832199" y="3446336"/>
                    <a:pt x="832199" y="26015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1" name="Google Shape;341;p22"/>
            <p:cNvSpPr/>
            <p:nvPr/>
          </p:nvSpPr>
          <p:spPr>
            <a:xfrm rot="10800000">
              <a:off x="2049" y="3391604"/>
              <a:ext cx="1073836" cy="1752592"/>
            </a:xfrm>
            <a:custGeom>
              <a:rect b="b" l="l" r="r" t="t"/>
              <a:pathLst>
                <a:path extrusionOk="0" h="2727769" w="1164050">
                  <a:moveTo>
                    <a:pt x="1164051" y="0"/>
                  </a:moveTo>
                  <a:lnTo>
                    <a:pt x="0" y="0"/>
                  </a:lnTo>
                  <a:lnTo>
                    <a:pt x="1164051" y="2727770"/>
                  </a:lnTo>
                  <a:lnTo>
                    <a:pt x="1164051" y="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2" name="Google Shape;342;p22"/>
            <p:cNvSpPr/>
            <p:nvPr/>
          </p:nvSpPr>
          <p:spPr>
            <a:xfrm rot="10800000">
              <a:off x="7777762" y="217"/>
              <a:ext cx="1397173" cy="3827705"/>
            </a:xfrm>
            <a:custGeom>
              <a:rect b="b" l="l" r="r" t="t"/>
              <a:pathLst>
                <a:path extrusionOk="0" h="2381154" w="1016126">
                  <a:moveTo>
                    <a:pt x="0" y="2381155"/>
                  </a:moveTo>
                  <a:lnTo>
                    <a:pt x="1016127" y="2381155"/>
                  </a:lnTo>
                  <a:lnTo>
                    <a:pt x="0" y="0"/>
                  </a:lnTo>
                  <a:lnTo>
                    <a:pt x="0" y="238115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3" name="Google Shape;343;p22"/>
            <p:cNvSpPr/>
            <p:nvPr/>
          </p:nvSpPr>
          <p:spPr>
            <a:xfrm flipH="1" rot="10800000">
              <a:off x="5969542" y="4608563"/>
              <a:ext cx="3089581" cy="707559"/>
            </a:xfrm>
            <a:custGeom>
              <a:rect b="b" l="l" r="r" t="t"/>
              <a:pathLst>
                <a:path extrusionOk="0" h="448532" w="1958530">
                  <a:moveTo>
                    <a:pt x="0" y="0"/>
                  </a:moveTo>
                  <a:cubicBezTo>
                    <a:pt x="164211" y="259080"/>
                    <a:pt x="476345" y="448532"/>
                    <a:pt x="774287" y="448532"/>
                  </a:cubicBezTo>
                  <a:lnTo>
                    <a:pt x="1329118" y="448532"/>
                  </a:lnTo>
                  <a:cubicBezTo>
                    <a:pt x="1619345" y="448532"/>
                    <a:pt x="1867662" y="260318"/>
                    <a:pt x="1958531" y="0"/>
                  </a:cubicBezTo>
                  <a:lnTo>
                    <a:pt x="95"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44" name="Google Shape;344;p22"/>
          <p:cNvGrpSpPr/>
          <p:nvPr/>
        </p:nvGrpSpPr>
        <p:grpSpPr>
          <a:xfrm flipH="1" rot="10800000">
            <a:off x="-524736" y="-466028"/>
            <a:ext cx="10042307" cy="6415129"/>
            <a:chOff x="-524736" y="-799403"/>
            <a:chExt cx="10042307" cy="6415129"/>
          </a:xfrm>
        </p:grpSpPr>
        <p:grpSp>
          <p:nvGrpSpPr>
            <p:cNvPr id="345" name="Google Shape;345;p22"/>
            <p:cNvGrpSpPr/>
            <p:nvPr/>
          </p:nvGrpSpPr>
          <p:grpSpPr>
            <a:xfrm flipH="1" rot="10800000">
              <a:off x="-524736" y="-799403"/>
              <a:ext cx="2352021" cy="4815751"/>
              <a:chOff x="871674" y="1713173"/>
              <a:chExt cx="2352021" cy="4815751"/>
            </a:xfrm>
          </p:grpSpPr>
          <p:sp>
            <p:nvSpPr>
              <p:cNvPr id="346" name="Google Shape;346;p22"/>
              <p:cNvSpPr/>
              <p:nvPr/>
            </p:nvSpPr>
            <p:spPr>
              <a:xfrm rot="-2274005">
                <a:off x="2042917" y="2862840"/>
                <a:ext cx="9535" cy="3816619"/>
              </a:xfrm>
              <a:custGeom>
                <a:rect b="b" l="l" r="r" t="t"/>
                <a:pathLst>
                  <a:path extrusionOk="0" h="3812190" w="9524">
                    <a:moveTo>
                      <a:pt x="0" y="0"/>
                    </a:moveTo>
                    <a:lnTo>
                      <a:pt x="9525" y="0"/>
                    </a:lnTo>
                    <a:lnTo>
                      <a:pt x="9525" y="3812190"/>
                    </a:lnTo>
                    <a:lnTo>
                      <a:pt x="0" y="3812190"/>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7" name="Google Shape;347;p22"/>
              <p:cNvSpPr/>
              <p:nvPr/>
            </p:nvSpPr>
            <p:spPr>
              <a:xfrm rot="-1046363">
                <a:off x="1795480" y="1599138"/>
                <a:ext cx="12585" cy="5043821"/>
              </a:xfrm>
              <a:custGeom>
                <a:rect b="b" l="l" r="r" t="t"/>
                <a:pathLst>
                  <a:path extrusionOk="0" h="5038722" w="12572">
                    <a:moveTo>
                      <a:pt x="0" y="0"/>
                    </a:moveTo>
                    <a:lnTo>
                      <a:pt x="12573" y="0"/>
                    </a:lnTo>
                    <a:lnTo>
                      <a:pt x="12573" y="5038723"/>
                    </a:lnTo>
                    <a:lnTo>
                      <a:pt x="0" y="5038723"/>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48" name="Google Shape;348;p22"/>
            <p:cNvSpPr/>
            <p:nvPr/>
          </p:nvSpPr>
          <p:spPr>
            <a:xfrm flipH="1" rot="6108899">
              <a:off x="7133302" y="-2018683"/>
              <a:ext cx="9537" cy="4860013"/>
            </a:xfrm>
            <a:custGeom>
              <a:rect b="b" l="l" r="r" t="t"/>
              <a:pathLst>
                <a:path extrusionOk="0" h="4854131" w="9525">
                  <a:moveTo>
                    <a:pt x="0" y="0"/>
                  </a:moveTo>
                  <a:lnTo>
                    <a:pt x="9525" y="0"/>
                  </a:lnTo>
                  <a:lnTo>
                    <a:pt x="9525" y="4854131"/>
                  </a:lnTo>
                  <a:lnTo>
                    <a:pt x="0" y="4854131"/>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9" name="Google Shape;349;p22"/>
            <p:cNvSpPr/>
            <p:nvPr/>
          </p:nvSpPr>
          <p:spPr>
            <a:xfrm flipH="1" rot="10800000">
              <a:off x="5194448" y="4809599"/>
              <a:ext cx="3501886" cy="806128"/>
            </a:xfrm>
            <a:custGeom>
              <a:rect b="b" l="l" r="r" t="t"/>
              <a:pathLst>
                <a:path extrusionOk="0" h="511016" w="2219896">
                  <a:moveTo>
                    <a:pt x="1505617" y="511016"/>
                  </a:moveTo>
                  <a:lnTo>
                    <a:pt x="877919" y="511016"/>
                  </a:lnTo>
                  <a:cubicBezTo>
                    <a:pt x="714089" y="511016"/>
                    <a:pt x="542544" y="461201"/>
                    <a:pt x="382048" y="366903"/>
                  </a:cubicBezTo>
                  <a:cubicBezTo>
                    <a:pt x="226886" y="275749"/>
                    <a:pt x="91154" y="146399"/>
                    <a:pt x="0" y="2572"/>
                  </a:cubicBezTo>
                  <a:lnTo>
                    <a:pt x="4000" y="0"/>
                  </a:lnTo>
                  <a:cubicBezTo>
                    <a:pt x="94774" y="143256"/>
                    <a:pt x="229838" y="272034"/>
                    <a:pt x="384429" y="362807"/>
                  </a:cubicBezTo>
                  <a:cubicBezTo>
                    <a:pt x="544259" y="456629"/>
                    <a:pt x="714851" y="506254"/>
                    <a:pt x="877919" y="506254"/>
                  </a:cubicBezTo>
                  <a:lnTo>
                    <a:pt x="1505617" y="506254"/>
                  </a:lnTo>
                  <a:cubicBezTo>
                    <a:pt x="1824609" y="506254"/>
                    <a:pt x="2109883" y="302990"/>
                    <a:pt x="2215420" y="476"/>
                  </a:cubicBezTo>
                  <a:lnTo>
                    <a:pt x="2219897" y="2000"/>
                  </a:lnTo>
                  <a:cubicBezTo>
                    <a:pt x="2113693" y="306419"/>
                    <a:pt x="1826705" y="511016"/>
                    <a:pt x="1505617" y="511016"/>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50" name="Google Shape;350;p22"/>
          <p:cNvGrpSpPr/>
          <p:nvPr/>
        </p:nvGrpSpPr>
        <p:grpSpPr>
          <a:xfrm flipH="1">
            <a:off x="1449703" y="-390928"/>
            <a:ext cx="7290068" cy="5776149"/>
            <a:chOff x="2739089" y="1632394"/>
            <a:chExt cx="7290068" cy="5776149"/>
          </a:xfrm>
        </p:grpSpPr>
        <p:sp>
          <p:nvSpPr>
            <p:cNvPr id="351" name="Google Shape;351;p22"/>
            <p:cNvSpPr/>
            <p:nvPr/>
          </p:nvSpPr>
          <p:spPr>
            <a:xfrm>
              <a:off x="2944261" y="2753625"/>
              <a:ext cx="205168" cy="205168"/>
            </a:xfrm>
            <a:custGeom>
              <a:rect b="b" l="l" r="r" t="t"/>
              <a:pathLst>
                <a:path extrusionOk="0" h="205168" w="205168">
                  <a:moveTo>
                    <a:pt x="102584" y="205169"/>
                  </a:moveTo>
                  <a:cubicBezTo>
                    <a:pt x="46006" y="205169"/>
                    <a:pt x="0" y="159163"/>
                    <a:pt x="0" y="102584"/>
                  </a:cubicBezTo>
                  <a:cubicBezTo>
                    <a:pt x="0" y="46006"/>
                    <a:pt x="46006" y="0"/>
                    <a:pt x="102584" y="0"/>
                  </a:cubicBezTo>
                  <a:cubicBezTo>
                    <a:pt x="159163" y="0"/>
                    <a:pt x="205168" y="46006"/>
                    <a:pt x="205168" y="102584"/>
                  </a:cubicBezTo>
                  <a:cubicBezTo>
                    <a:pt x="205168" y="159163"/>
                    <a:pt x="159163" y="205169"/>
                    <a:pt x="102584" y="205169"/>
                  </a:cubicBezTo>
                  <a:close/>
                  <a:moveTo>
                    <a:pt x="102584" y="4667"/>
                  </a:moveTo>
                  <a:cubicBezTo>
                    <a:pt x="48578" y="4667"/>
                    <a:pt x="4763" y="48577"/>
                    <a:pt x="4763" y="102489"/>
                  </a:cubicBezTo>
                  <a:cubicBezTo>
                    <a:pt x="4763" y="156400"/>
                    <a:pt x="48673" y="200311"/>
                    <a:pt x="102584" y="200311"/>
                  </a:cubicBezTo>
                  <a:cubicBezTo>
                    <a:pt x="156496" y="200311"/>
                    <a:pt x="200406" y="156400"/>
                    <a:pt x="200406" y="102489"/>
                  </a:cubicBezTo>
                  <a:cubicBezTo>
                    <a:pt x="200406" y="48577"/>
                    <a:pt x="156496" y="4667"/>
                    <a:pt x="102584" y="4667"/>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2" name="Google Shape;352;p22"/>
            <p:cNvSpPr/>
            <p:nvPr/>
          </p:nvSpPr>
          <p:spPr>
            <a:xfrm>
              <a:off x="9350406" y="1632394"/>
              <a:ext cx="678751" cy="678751"/>
            </a:xfrm>
            <a:custGeom>
              <a:rect b="b" l="l" r="r" t="t"/>
              <a:pathLst>
                <a:path extrusionOk="0" h="678751" w="678751">
                  <a:moveTo>
                    <a:pt x="339376" y="678752"/>
                  </a:moveTo>
                  <a:cubicBezTo>
                    <a:pt x="152305" y="678752"/>
                    <a:pt x="0" y="526542"/>
                    <a:pt x="0" y="339376"/>
                  </a:cubicBezTo>
                  <a:cubicBezTo>
                    <a:pt x="0" y="152210"/>
                    <a:pt x="152210" y="0"/>
                    <a:pt x="339376" y="0"/>
                  </a:cubicBezTo>
                  <a:cubicBezTo>
                    <a:pt x="526542" y="0"/>
                    <a:pt x="678752" y="152210"/>
                    <a:pt x="678752" y="339376"/>
                  </a:cubicBezTo>
                  <a:cubicBezTo>
                    <a:pt x="678752" y="526542"/>
                    <a:pt x="526542" y="678752"/>
                    <a:pt x="339376" y="678752"/>
                  </a:cubicBezTo>
                  <a:close/>
                  <a:moveTo>
                    <a:pt x="339376" y="4858"/>
                  </a:moveTo>
                  <a:cubicBezTo>
                    <a:pt x="154877" y="4858"/>
                    <a:pt x="4763" y="154972"/>
                    <a:pt x="4763" y="339471"/>
                  </a:cubicBezTo>
                  <a:cubicBezTo>
                    <a:pt x="4763" y="523970"/>
                    <a:pt x="154877" y="674084"/>
                    <a:pt x="339376" y="674084"/>
                  </a:cubicBezTo>
                  <a:cubicBezTo>
                    <a:pt x="523875" y="674084"/>
                    <a:pt x="673989" y="523970"/>
                    <a:pt x="673989" y="339471"/>
                  </a:cubicBezTo>
                  <a:cubicBezTo>
                    <a:pt x="673989" y="154972"/>
                    <a:pt x="523875" y="4858"/>
                    <a:pt x="339376" y="4858"/>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3" name="Google Shape;353;p22"/>
            <p:cNvSpPr/>
            <p:nvPr/>
          </p:nvSpPr>
          <p:spPr>
            <a:xfrm>
              <a:off x="2739089" y="5692044"/>
              <a:ext cx="205168" cy="205263"/>
            </a:xfrm>
            <a:custGeom>
              <a:rect b="b" l="l" r="r" t="t"/>
              <a:pathLst>
                <a:path extrusionOk="0" h="205263" w="205168">
                  <a:moveTo>
                    <a:pt x="102584" y="205264"/>
                  </a:moveTo>
                  <a:cubicBezTo>
                    <a:pt x="46006" y="205264"/>
                    <a:pt x="0" y="159258"/>
                    <a:pt x="0" y="102679"/>
                  </a:cubicBezTo>
                  <a:cubicBezTo>
                    <a:pt x="0" y="46101"/>
                    <a:pt x="46006" y="0"/>
                    <a:pt x="102584" y="0"/>
                  </a:cubicBezTo>
                  <a:cubicBezTo>
                    <a:pt x="159163" y="0"/>
                    <a:pt x="205168" y="46006"/>
                    <a:pt x="205168" y="102679"/>
                  </a:cubicBezTo>
                  <a:cubicBezTo>
                    <a:pt x="205168" y="159353"/>
                    <a:pt x="159163" y="205264"/>
                    <a:pt x="102584" y="205264"/>
                  </a:cubicBezTo>
                  <a:close/>
                  <a:moveTo>
                    <a:pt x="102584" y="4763"/>
                  </a:moveTo>
                  <a:cubicBezTo>
                    <a:pt x="48577" y="4763"/>
                    <a:pt x="4763" y="48673"/>
                    <a:pt x="4763" y="102679"/>
                  </a:cubicBezTo>
                  <a:cubicBezTo>
                    <a:pt x="4763" y="156686"/>
                    <a:pt x="48673" y="200501"/>
                    <a:pt x="102584" y="200501"/>
                  </a:cubicBezTo>
                  <a:cubicBezTo>
                    <a:pt x="156496" y="200501"/>
                    <a:pt x="200406" y="156591"/>
                    <a:pt x="200406" y="102679"/>
                  </a:cubicBezTo>
                  <a:cubicBezTo>
                    <a:pt x="200406" y="48768"/>
                    <a:pt x="156496" y="4763"/>
                    <a:pt x="102584"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4" name="Google Shape;354;p22"/>
            <p:cNvSpPr/>
            <p:nvPr/>
          </p:nvSpPr>
          <p:spPr>
            <a:xfrm>
              <a:off x="7650661" y="6968870"/>
              <a:ext cx="439674" cy="439673"/>
            </a:xfrm>
            <a:custGeom>
              <a:rect b="b" l="l" r="r" t="t"/>
              <a:pathLst>
                <a:path extrusionOk="0" h="439673" w="439674">
                  <a:moveTo>
                    <a:pt x="219837" y="439674"/>
                  </a:moveTo>
                  <a:cubicBezTo>
                    <a:pt x="98584" y="439674"/>
                    <a:pt x="0" y="341090"/>
                    <a:pt x="0" y="219837"/>
                  </a:cubicBezTo>
                  <a:cubicBezTo>
                    <a:pt x="0" y="98584"/>
                    <a:pt x="98584" y="0"/>
                    <a:pt x="219837" y="0"/>
                  </a:cubicBezTo>
                  <a:cubicBezTo>
                    <a:pt x="341090" y="0"/>
                    <a:pt x="439674" y="98584"/>
                    <a:pt x="439674" y="219837"/>
                  </a:cubicBezTo>
                  <a:cubicBezTo>
                    <a:pt x="439674" y="341090"/>
                    <a:pt x="341090" y="439674"/>
                    <a:pt x="219837" y="439674"/>
                  </a:cubicBezTo>
                  <a:close/>
                  <a:moveTo>
                    <a:pt x="219837" y="4763"/>
                  </a:moveTo>
                  <a:cubicBezTo>
                    <a:pt x="101251" y="4763"/>
                    <a:pt x="4763" y="101251"/>
                    <a:pt x="4763" y="219837"/>
                  </a:cubicBezTo>
                  <a:cubicBezTo>
                    <a:pt x="4763" y="338423"/>
                    <a:pt x="101251" y="434911"/>
                    <a:pt x="219837" y="434911"/>
                  </a:cubicBezTo>
                  <a:cubicBezTo>
                    <a:pt x="338424" y="434911"/>
                    <a:pt x="434912" y="338423"/>
                    <a:pt x="434912" y="219837"/>
                  </a:cubicBezTo>
                  <a:cubicBezTo>
                    <a:pt x="434912" y="101251"/>
                    <a:pt x="338424" y="4763"/>
                    <a:pt x="219837"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8">
    <p:spTree>
      <p:nvGrpSpPr>
        <p:cNvPr id="355" name="Shape 355"/>
        <p:cNvGrpSpPr/>
        <p:nvPr/>
      </p:nvGrpSpPr>
      <p:grpSpPr>
        <a:xfrm>
          <a:off x="0" y="0"/>
          <a:ext cx="0" cy="0"/>
          <a:chOff x="0" y="0"/>
          <a:chExt cx="0" cy="0"/>
        </a:xfrm>
      </p:grpSpPr>
      <p:grpSp>
        <p:nvGrpSpPr>
          <p:cNvPr id="356" name="Google Shape;356;p23"/>
          <p:cNvGrpSpPr/>
          <p:nvPr/>
        </p:nvGrpSpPr>
        <p:grpSpPr>
          <a:xfrm>
            <a:off x="-29700" y="-10535"/>
            <a:ext cx="9328813" cy="5154819"/>
            <a:chOff x="-29700" y="-10535"/>
            <a:chExt cx="9328813" cy="5154819"/>
          </a:xfrm>
        </p:grpSpPr>
        <p:sp>
          <p:nvSpPr>
            <p:cNvPr id="357" name="Google Shape;357;p23"/>
            <p:cNvSpPr/>
            <p:nvPr/>
          </p:nvSpPr>
          <p:spPr>
            <a:xfrm flipH="1">
              <a:off x="-21882" y="-10535"/>
              <a:ext cx="1064878" cy="1431298"/>
            </a:xfrm>
            <a:custGeom>
              <a:rect b="b" l="l" r="r" t="t"/>
              <a:pathLst>
                <a:path extrusionOk="0" h="590835" w="439578">
                  <a:moveTo>
                    <a:pt x="439579" y="590836"/>
                  </a:moveTo>
                  <a:lnTo>
                    <a:pt x="439579" y="0"/>
                  </a:lnTo>
                  <a:lnTo>
                    <a:pt x="0" y="0"/>
                  </a:lnTo>
                  <a:cubicBezTo>
                    <a:pt x="84773" y="225266"/>
                    <a:pt x="242792" y="430721"/>
                    <a:pt x="439579" y="5908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8" name="Google Shape;358;p23"/>
            <p:cNvSpPr/>
            <p:nvPr/>
          </p:nvSpPr>
          <p:spPr>
            <a:xfrm>
              <a:off x="-29700" y="3739403"/>
              <a:ext cx="1397173" cy="1404881"/>
            </a:xfrm>
            <a:custGeom>
              <a:rect b="b" l="l" r="r" t="t"/>
              <a:pathLst>
                <a:path extrusionOk="0" h="2381154" w="1016126">
                  <a:moveTo>
                    <a:pt x="0" y="2381155"/>
                  </a:moveTo>
                  <a:lnTo>
                    <a:pt x="1016127" y="2381155"/>
                  </a:lnTo>
                  <a:lnTo>
                    <a:pt x="0" y="0"/>
                  </a:lnTo>
                  <a:lnTo>
                    <a:pt x="0" y="2381155"/>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9" name="Google Shape;359;p23"/>
            <p:cNvSpPr/>
            <p:nvPr/>
          </p:nvSpPr>
          <p:spPr>
            <a:xfrm rot="5400000">
              <a:off x="7400543" y="1593694"/>
              <a:ext cx="3089581" cy="707559"/>
            </a:xfrm>
            <a:custGeom>
              <a:rect b="b" l="l" r="r" t="t"/>
              <a:pathLst>
                <a:path extrusionOk="0" h="448532" w="1958530">
                  <a:moveTo>
                    <a:pt x="0" y="0"/>
                  </a:moveTo>
                  <a:cubicBezTo>
                    <a:pt x="164211" y="259080"/>
                    <a:pt x="476345" y="448532"/>
                    <a:pt x="774287" y="448532"/>
                  </a:cubicBezTo>
                  <a:lnTo>
                    <a:pt x="1329118" y="448532"/>
                  </a:lnTo>
                  <a:cubicBezTo>
                    <a:pt x="1619345" y="448532"/>
                    <a:pt x="1867662" y="260318"/>
                    <a:pt x="1958531" y="0"/>
                  </a:cubicBezTo>
                  <a:lnTo>
                    <a:pt x="95"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60" name="Google Shape;360;p23"/>
          <p:cNvGrpSpPr/>
          <p:nvPr/>
        </p:nvGrpSpPr>
        <p:grpSpPr>
          <a:xfrm>
            <a:off x="-295276" y="-372411"/>
            <a:ext cx="9893993" cy="6973092"/>
            <a:chOff x="-295276" y="-372411"/>
            <a:chExt cx="9893993" cy="6973092"/>
          </a:xfrm>
        </p:grpSpPr>
        <p:sp>
          <p:nvSpPr>
            <p:cNvPr id="361" name="Google Shape;361;p23"/>
            <p:cNvSpPr/>
            <p:nvPr/>
          </p:nvSpPr>
          <p:spPr>
            <a:xfrm rot="-2274005">
              <a:off x="875967" y="3183627"/>
              <a:ext cx="9535" cy="3816619"/>
            </a:xfrm>
            <a:custGeom>
              <a:rect b="b" l="l" r="r" t="t"/>
              <a:pathLst>
                <a:path extrusionOk="0" h="3812190" w="9524">
                  <a:moveTo>
                    <a:pt x="0" y="0"/>
                  </a:moveTo>
                  <a:lnTo>
                    <a:pt x="9525" y="0"/>
                  </a:lnTo>
                  <a:lnTo>
                    <a:pt x="9525" y="3812190"/>
                  </a:lnTo>
                  <a:lnTo>
                    <a:pt x="0" y="3812190"/>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62" name="Google Shape;362;p23"/>
            <p:cNvGrpSpPr/>
            <p:nvPr/>
          </p:nvGrpSpPr>
          <p:grpSpPr>
            <a:xfrm flipH="1" rot="10800000">
              <a:off x="243389" y="-244031"/>
              <a:ext cx="7452143" cy="5776149"/>
              <a:chOff x="2577014" y="1632394"/>
              <a:chExt cx="7452143" cy="5776149"/>
            </a:xfrm>
          </p:grpSpPr>
          <p:sp>
            <p:nvSpPr>
              <p:cNvPr id="363" name="Google Shape;363;p23"/>
              <p:cNvSpPr/>
              <p:nvPr/>
            </p:nvSpPr>
            <p:spPr>
              <a:xfrm>
                <a:off x="9350406" y="1632394"/>
                <a:ext cx="678751" cy="678751"/>
              </a:xfrm>
              <a:custGeom>
                <a:rect b="b" l="l" r="r" t="t"/>
                <a:pathLst>
                  <a:path extrusionOk="0" h="678751" w="678751">
                    <a:moveTo>
                      <a:pt x="339376" y="678752"/>
                    </a:moveTo>
                    <a:cubicBezTo>
                      <a:pt x="152305" y="678752"/>
                      <a:pt x="0" y="526542"/>
                      <a:pt x="0" y="339376"/>
                    </a:cubicBezTo>
                    <a:cubicBezTo>
                      <a:pt x="0" y="152210"/>
                      <a:pt x="152210" y="0"/>
                      <a:pt x="339376" y="0"/>
                    </a:cubicBezTo>
                    <a:cubicBezTo>
                      <a:pt x="526542" y="0"/>
                      <a:pt x="678752" y="152210"/>
                      <a:pt x="678752" y="339376"/>
                    </a:cubicBezTo>
                    <a:cubicBezTo>
                      <a:pt x="678752" y="526542"/>
                      <a:pt x="526542" y="678752"/>
                      <a:pt x="339376" y="678752"/>
                    </a:cubicBezTo>
                    <a:close/>
                    <a:moveTo>
                      <a:pt x="339376" y="4858"/>
                    </a:moveTo>
                    <a:cubicBezTo>
                      <a:pt x="154877" y="4858"/>
                      <a:pt x="4763" y="154972"/>
                      <a:pt x="4763" y="339471"/>
                    </a:cubicBezTo>
                    <a:cubicBezTo>
                      <a:pt x="4763" y="523970"/>
                      <a:pt x="154877" y="674084"/>
                      <a:pt x="339376" y="674084"/>
                    </a:cubicBezTo>
                    <a:cubicBezTo>
                      <a:pt x="523875" y="674084"/>
                      <a:pt x="673989" y="523970"/>
                      <a:pt x="673989" y="339471"/>
                    </a:cubicBezTo>
                    <a:cubicBezTo>
                      <a:pt x="673989" y="154972"/>
                      <a:pt x="523875" y="4858"/>
                      <a:pt x="339376" y="4858"/>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4" name="Google Shape;364;p23"/>
              <p:cNvSpPr/>
              <p:nvPr/>
            </p:nvSpPr>
            <p:spPr>
              <a:xfrm>
                <a:off x="2577014" y="5538469"/>
                <a:ext cx="205168" cy="205263"/>
              </a:xfrm>
              <a:custGeom>
                <a:rect b="b" l="l" r="r" t="t"/>
                <a:pathLst>
                  <a:path extrusionOk="0" h="205263" w="205168">
                    <a:moveTo>
                      <a:pt x="102584" y="205264"/>
                    </a:moveTo>
                    <a:cubicBezTo>
                      <a:pt x="46006" y="205264"/>
                      <a:pt x="0" y="159258"/>
                      <a:pt x="0" y="102679"/>
                    </a:cubicBezTo>
                    <a:cubicBezTo>
                      <a:pt x="0" y="46101"/>
                      <a:pt x="46006" y="0"/>
                      <a:pt x="102584" y="0"/>
                    </a:cubicBezTo>
                    <a:cubicBezTo>
                      <a:pt x="159163" y="0"/>
                      <a:pt x="205168" y="46006"/>
                      <a:pt x="205168" y="102679"/>
                    </a:cubicBezTo>
                    <a:cubicBezTo>
                      <a:pt x="205168" y="159353"/>
                      <a:pt x="159163" y="205264"/>
                      <a:pt x="102584" y="205264"/>
                    </a:cubicBezTo>
                    <a:close/>
                    <a:moveTo>
                      <a:pt x="102584" y="4763"/>
                    </a:moveTo>
                    <a:cubicBezTo>
                      <a:pt x="48577" y="4763"/>
                      <a:pt x="4763" y="48673"/>
                      <a:pt x="4763" y="102679"/>
                    </a:cubicBezTo>
                    <a:cubicBezTo>
                      <a:pt x="4763" y="156686"/>
                      <a:pt x="48673" y="200501"/>
                      <a:pt x="102584" y="200501"/>
                    </a:cubicBezTo>
                    <a:cubicBezTo>
                      <a:pt x="156496" y="200501"/>
                      <a:pt x="200406" y="156591"/>
                      <a:pt x="200406" y="102679"/>
                    </a:cubicBezTo>
                    <a:cubicBezTo>
                      <a:pt x="200406" y="48768"/>
                      <a:pt x="156496" y="4763"/>
                      <a:pt x="102584"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5" name="Google Shape;365;p23"/>
              <p:cNvSpPr/>
              <p:nvPr/>
            </p:nvSpPr>
            <p:spPr>
              <a:xfrm>
                <a:off x="9469936" y="6968870"/>
                <a:ext cx="439674" cy="439673"/>
              </a:xfrm>
              <a:custGeom>
                <a:rect b="b" l="l" r="r" t="t"/>
                <a:pathLst>
                  <a:path extrusionOk="0" h="439673" w="439674">
                    <a:moveTo>
                      <a:pt x="219837" y="439674"/>
                    </a:moveTo>
                    <a:cubicBezTo>
                      <a:pt x="98584" y="439674"/>
                      <a:pt x="0" y="341090"/>
                      <a:pt x="0" y="219837"/>
                    </a:cubicBezTo>
                    <a:cubicBezTo>
                      <a:pt x="0" y="98584"/>
                      <a:pt x="98584" y="0"/>
                      <a:pt x="219837" y="0"/>
                    </a:cubicBezTo>
                    <a:cubicBezTo>
                      <a:pt x="341090" y="0"/>
                      <a:pt x="439674" y="98584"/>
                      <a:pt x="439674" y="219837"/>
                    </a:cubicBezTo>
                    <a:cubicBezTo>
                      <a:pt x="439674" y="341090"/>
                      <a:pt x="341090" y="439674"/>
                      <a:pt x="219837" y="439674"/>
                    </a:cubicBezTo>
                    <a:close/>
                    <a:moveTo>
                      <a:pt x="219837" y="4763"/>
                    </a:moveTo>
                    <a:cubicBezTo>
                      <a:pt x="101251" y="4763"/>
                      <a:pt x="4763" y="101251"/>
                      <a:pt x="4763" y="219837"/>
                    </a:cubicBezTo>
                    <a:cubicBezTo>
                      <a:pt x="4763" y="338423"/>
                      <a:pt x="101251" y="434911"/>
                      <a:pt x="219837" y="434911"/>
                    </a:cubicBezTo>
                    <a:cubicBezTo>
                      <a:pt x="338424" y="434911"/>
                      <a:pt x="434912" y="338423"/>
                      <a:pt x="434912" y="219837"/>
                    </a:cubicBezTo>
                    <a:cubicBezTo>
                      <a:pt x="434912" y="101251"/>
                      <a:pt x="338424" y="4763"/>
                      <a:pt x="219837" y="476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66" name="Google Shape;366;p23"/>
            <p:cNvSpPr/>
            <p:nvPr/>
          </p:nvSpPr>
          <p:spPr>
            <a:xfrm rot="5400000">
              <a:off x="7444710" y="975468"/>
              <a:ext cx="3501886" cy="806128"/>
            </a:xfrm>
            <a:custGeom>
              <a:rect b="b" l="l" r="r" t="t"/>
              <a:pathLst>
                <a:path extrusionOk="0" h="511016" w="2219896">
                  <a:moveTo>
                    <a:pt x="1505617" y="511016"/>
                  </a:moveTo>
                  <a:lnTo>
                    <a:pt x="877919" y="511016"/>
                  </a:lnTo>
                  <a:cubicBezTo>
                    <a:pt x="714089" y="511016"/>
                    <a:pt x="542544" y="461201"/>
                    <a:pt x="382048" y="366903"/>
                  </a:cubicBezTo>
                  <a:cubicBezTo>
                    <a:pt x="226886" y="275749"/>
                    <a:pt x="91154" y="146399"/>
                    <a:pt x="0" y="2572"/>
                  </a:cubicBezTo>
                  <a:lnTo>
                    <a:pt x="4000" y="0"/>
                  </a:lnTo>
                  <a:cubicBezTo>
                    <a:pt x="94774" y="143256"/>
                    <a:pt x="229838" y="272034"/>
                    <a:pt x="384429" y="362807"/>
                  </a:cubicBezTo>
                  <a:cubicBezTo>
                    <a:pt x="544259" y="456629"/>
                    <a:pt x="714851" y="506254"/>
                    <a:pt x="877919" y="506254"/>
                  </a:cubicBezTo>
                  <a:lnTo>
                    <a:pt x="1505617" y="506254"/>
                  </a:lnTo>
                  <a:cubicBezTo>
                    <a:pt x="1824609" y="506254"/>
                    <a:pt x="2109883" y="302990"/>
                    <a:pt x="2215420" y="476"/>
                  </a:cubicBezTo>
                  <a:lnTo>
                    <a:pt x="2219897" y="2000"/>
                  </a:lnTo>
                  <a:cubicBezTo>
                    <a:pt x="2113693" y="306419"/>
                    <a:pt x="1826705" y="511016"/>
                    <a:pt x="1505617" y="511016"/>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370" name="Shape 370"/>
        <p:cNvGrpSpPr/>
        <p:nvPr/>
      </p:nvGrpSpPr>
      <p:grpSpPr>
        <a:xfrm>
          <a:off x="0" y="0"/>
          <a:ext cx="0" cy="0"/>
          <a:chOff x="0" y="0"/>
          <a:chExt cx="0" cy="0"/>
        </a:xfrm>
      </p:grpSpPr>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371" name="Shape 371"/>
        <p:cNvGrpSpPr/>
        <p:nvPr/>
      </p:nvGrpSpPr>
      <p:grpSpPr>
        <a:xfrm>
          <a:off x="0" y="0"/>
          <a:ext cx="0" cy="0"/>
          <a:chOff x="0" y="0"/>
          <a:chExt cx="0" cy="0"/>
        </a:xfrm>
      </p:grpSpPr>
      <p:sp>
        <p:nvSpPr>
          <p:cNvPr id="372" name="Google Shape;372;p26"/>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slideLayout" Target="../slideLayouts/slideLayout13.xml"/><Relationship Id="rId14" Type="http://schemas.openxmlformats.org/officeDocument/2006/relationships/slideLayout" Target="../slideLayouts/slideLayout14.xml"/><Relationship Id="rId15" Type="http://schemas.openxmlformats.org/officeDocument/2006/relationships/slideLayout" Target="../slideLayouts/slideLayout15.xml"/><Relationship Id="rId16" Type="http://schemas.openxmlformats.org/officeDocument/2006/relationships/slideLayout" Target="../slideLayouts/slideLayout16.xml"/><Relationship Id="rId17" Type="http://schemas.openxmlformats.org/officeDocument/2006/relationships/slideLayout" Target="../slideLayouts/slideLayout17.xml"/><Relationship Id="rId18" Type="http://schemas.openxmlformats.org/officeDocument/2006/relationships/slideLayout" Target="../slideLayouts/slideLayout18.xml"/><Relationship Id="rId19" Type="http://schemas.openxmlformats.org/officeDocument/2006/relationships/slideLayout" Target="../slideLayouts/slideLayout19.xml"/><Relationship Id="rId20" Type="http://schemas.openxmlformats.org/officeDocument/2006/relationships/slideLayout" Target="../slideLayouts/slideLayout20.xml"/><Relationship Id="rId21" Type="http://schemas.openxmlformats.org/officeDocument/2006/relationships/slideLayout" Target="../slideLayouts/slideLayout21.xml"/><Relationship Id="rId22" Type="http://schemas.openxmlformats.org/officeDocument/2006/relationships/slideLayout" Target="../slideLayouts/slideLayout22.xml"/><Relationship Id="rId23"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slideLayout" Target="../slideLayouts/slideLayout24.xml"/><Relationship Id="rId3"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chemeClr val="dk1"/>
              </a:buClr>
              <a:buSzPts val="3000"/>
              <a:buFont typeface="Bricolage Grotesque"/>
              <a:buNone/>
              <a:defRPr b="1" sz="3000">
                <a:solidFill>
                  <a:schemeClr val="dk1"/>
                </a:solidFill>
                <a:latin typeface="Bricolage Grotesque"/>
                <a:ea typeface="Bricolage Grotesque"/>
                <a:cs typeface="Bricolage Grotesque"/>
                <a:sym typeface="Bricolage Grotesque"/>
              </a:defRPr>
            </a:lvl1pPr>
            <a:lvl2pPr lvl="1" rtl="0">
              <a:spcBef>
                <a:spcPts val="0"/>
              </a:spcBef>
              <a:spcAft>
                <a:spcPts val="0"/>
              </a:spcAft>
              <a:buClr>
                <a:schemeClr val="dk1"/>
              </a:buClr>
              <a:buSzPts val="3000"/>
              <a:buFont typeface="DM Sans"/>
              <a:buNone/>
              <a:defRPr b="1" sz="3000">
                <a:solidFill>
                  <a:schemeClr val="dk1"/>
                </a:solidFill>
                <a:latin typeface="DM Sans"/>
                <a:ea typeface="DM Sans"/>
                <a:cs typeface="DM Sans"/>
                <a:sym typeface="DM Sans"/>
              </a:defRPr>
            </a:lvl2pPr>
            <a:lvl3pPr lvl="2" rtl="0">
              <a:spcBef>
                <a:spcPts val="0"/>
              </a:spcBef>
              <a:spcAft>
                <a:spcPts val="0"/>
              </a:spcAft>
              <a:buClr>
                <a:schemeClr val="dk1"/>
              </a:buClr>
              <a:buSzPts val="3000"/>
              <a:buFont typeface="DM Sans"/>
              <a:buNone/>
              <a:defRPr b="1" sz="3000">
                <a:solidFill>
                  <a:schemeClr val="dk1"/>
                </a:solidFill>
                <a:latin typeface="DM Sans"/>
                <a:ea typeface="DM Sans"/>
                <a:cs typeface="DM Sans"/>
                <a:sym typeface="DM Sans"/>
              </a:defRPr>
            </a:lvl3pPr>
            <a:lvl4pPr lvl="3" rtl="0">
              <a:spcBef>
                <a:spcPts val="0"/>
              </a:spcBef>
              <a:spcAft>
                <a:spcPts val="0"/>
              </a:spcAft>
              <a:buClr>
                <a:schemeClr val="dk1"/>
              </a:buClr>
              <a:buSzPts val="3000"/>
              <a:buFont typeface="DM Sans"/>
              <a:buNone/>
              <a:defRPr b="1" sz="3000">
                <a:solidFill>
                  <a:schemeClr val="dk1"/>
                </a:solidFill>
                <a:latin typeface="DM Sans"/>
                <a:ea typeface="DM Sans"/>
                <a:cs typeface="DM Sans"/>
                <a:sym typeface="DM Sans"/>
              </a:defRPr>
            </a:lvl4pPr>
            <a:lvl5pPr lvl="4" rtl="0">
              <a:spcBef>
                <a:spcPts val="0"/>
              </a:spcBef>
              <a:spcAft>
                <a:spcPts val="0"/>
              </a:spcAft>
              <a:buClr>
                <a:schemeClr val="dk1"/>
              </a:buClr>
              <a:buSzPts val="3000"/>
              <a:buFont typeface="DM Sans"/>
              <a:buNone/>
              <a:defRPr b="1" sz="3000">
                <a:solidFill>
                  <a:schemeClr val="dk1"/>
                </a:solidFill>
                <a:latin typeface="DM Sans"/>
                <a:ea typeface="DM Sans"/>
                <a:cs typeface="DM Sans"/>
                <a:sym typeface="DM Sans"/>
              </a:defRPr>
            </a:lvl5pPr>
            <a:lvl6pPr lvl="5" rtl="0">
              <a:spcBef>
                <a:spcPts val="0"/>
              </a:spcBef>
              <a:spcAft>
                <a:spcPts val="0"/>
              </a:spcAft>
              <a:buClr>
                <a:schemeClr val="dk1"/>
              </a:buClr>
              <a:buSzPts val="3000"/>
              <a:buFont typeface="DM Sans"/>
              <a:buNone/>
              <a:defRPr b="1" sz="3000">
                <a:solidFill>
                  <a:schemeClr val="dk1"/>
                </a:solidFill>
                <a:latin typeface="DM Sans"/>
                <a:ea typeface="DM Sans"/>
                <a:cs typeface="DM Sans"/>
                <a:sym typeface="DM Sans"/>
              </a:defRPr>
            </a:lvl6pPr>
            <a:lvl7pPr lvl="6" rtl="0">
              <a:spcBef>
                <a:spcPts val="0"/>
              </a:spcBef>
              <a:spcAft>
                <a:spcPts val="0"/>
              </a:spcAft>
              <a:buClr>
                <a:schemeClr val="dk1"/>
              </a:buClr>
              <a:buSzPts val="3000"/>
              <a:buFont typeface="DM Sans"/>
              <a:buNone/>
              <a:defRPr b="1" sz="3000">
                <a:solidFill>
                  <a:schemeClr val="dk1"/>
                </a:solidFill>
                <a:latin typeface="DM Sans"/>
                <a:ea typeface="DM Sans"/>
                <a:cs typeface="DM Sans"/>
                <a:sym typeface="DM Sans"/>
              </a:defRPr>
            </a:lvl7pPr>
            <a:lvl8pPr lvl="7" rtl="0">
              <a:spcBef>
                <a:spcPts val="0"/>
              </a:spcBef>
              <a:spcAft>
                <a:spcPts val="0"/>
              </a:spcAft>
              <a:buClr>
                <a:schemeClr val="dk1"/>
              </a:buClr>
              <a:buSzPts val="3000"/>
              <a:buFont typeface="DM Sans"/>
              <a:buNone/>
              <a:defRPr b="1" sz="3000">
                <a:solidFill>
                  <a:schemeClr val="dk1"/>
                </a:solidFill>
                <a:latin typeface="DM Sans"/>
                <a:ea typeface="DM Sans"/>
                <a:cs typeface="DM Sans"/>
                <a:sym typeface="DM Sans"/>
              </a:defRPr>
            </a:lvl8pPr>
            <a:lvl9pPr lvl="8" rtl="0">
              <a:spcBef>
                <a:spcPts val="0"/>
              </a:spcBef>
              <a:spcAft>
                <a:spcPts val="0"/>
              </a:spcAft>
              <a:buClr>
                <a:schemeClr val="dk1"/>
              </a:buClr>
              <a:buSzPts val="3000"/>
              <a:buFont typeface="DM Sans"/>
              <a:buNone/>
              <a:defRPr b="1" sz="3000">
                <a:solidFill>
                  <a:schemeClr val="dk1"/>
                </a:solidFill>
                <a:latin typeface="DM Sans"/>
                <a:ea typeface="DM Sans"/>
                <a:cs typeface="DM Sans"/>
                <a:sym typeface="DM Sans"/>
              </a:defRPr>
            </a:lvl9pPr>
          </a:lstStyle>
          <a:p/>
        </p:txBody>
      </p:sp>
      <p:sp>
        <p:nvSpPr>
          <p:cNvPr id="7" name="Google Shape;7;p1"/>
          <p:cNvSpPr txBox="1"/>
          <p:nvPr>
            <p:ph idx="1" type="body"/>
          </p:nvPr>
        </p:nvSpPr>
        <p:spPr>
          <a:xfrm>
            <a:off x="713400"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1"/>
              </a:buClr>
              <a:buSzPts val="1400"/>
              <a:buFont typeface="Barlow"/>
              <a:buChar char="●"/>
              <a:defRPr>
                <a:solidFill>
                  <a:schemeClr val="dk1"/>
                </a:solidFill>
                <a:latin typeface="Barlow"/>
                <a:ea typeface="Barlow"/>
                <a:cs typeface="Barlow"/>
                <a:sym typeface="Barlow"/>
              </a:defRPr>
            </a:lvl1pPr>
            <a:lvl2pPr indent="-317500" lvl="1" marL="914400">
              <a:lnSpc>
                <a:spcPct val="115000"/>
              </a:lnSpc>
              <a:spcBef>
                <a:spcPts val="0"/>
              </a:spcBef>
              <a:spcAft>
                <a:spcPts val="0"/>
              </a:spcAft>
              <a:buClr>
                <a:schemeClr val="dk1"/>
              </a:buClr>
              <a:buSzPts val="1400"/>
              <a:buFont typeface="Barlow"/>
              <a:buChar char="○"/>
              <a:defRPr>
                <a:solidFill>
                  <a:schemeClr val="dk1"/>
                </a:solidFill>
                <a:latin typeface="Barlow"/>
                <a:ea typeface="Barlow"/>
                <a:cs typeface="Barlow"/>
                <a:sym typeface="Barlow"/>
              </a:defRPr>
            </a:lvl2pPr>
            <a:lvl3pPr indent="-317500" lvl="2" marL="1371600">
              <a:lnSpc>
                <a:spcPct val="115000"/>
              </a:lnSpc>
              <a:spcBef>
                <a:spcPts val="0"/>
              </a:spcBef>
              <a:spcAft>
                <a:spcPts val="0"/>
              </a:spcAft>
              <a:buClr>
                <a:schemeClr val="dk1"/>
              </a:buClr>
              <a:buSzPts val="1400"/>
              <a:buFont typeface="Barlow"/>
              <a:buChar char="■"/>
              <a:defRPr>
                <a:solidFill>
                  <a:schemeClr val="dk1"/>
                </a:solidFill>
                <a:latin typeface="Barlow"/>
                <a:ea typeface="Barlow"/>
                <a:cs typeface="Barlow"/>
                <a:sym typeface="Barlow"/>
              </a:defRPr>
            </a:lvl3pPr>
            <a:lvl4pPr indent="-317500" lvl="3" marL="1828800">
              <a:lnSpc>
                <a:spcPct val="115000"/>
              </a:lnSpc>
              <a:spcBef>
                <a:spcPts val="0"/>
              </a:spcBef>
              <a:spcAft>
                <a:spcPts val="0"/>
              </a:spcAft>
              <a:buClr>
                <a:schemeClr val="dk1"/>
              </a:buClr>
              <a:buSzPts val="1400"/>
              <a:buFont typeface="Barlow"/>
              <a:buChar char="●"/>
              <a:defRPr>
                <a:solidFill>
                  <a:schemeClr val="dk1"/>
                </a:solidFill>
                <a:latin typeface="Barlow"/>
                <a:ea typeface="Barlow"/>
                <a:cs typeface="Barlow"/>
                <a:sym typeface="Barlow"/>
              </a:defRPr>
            </a:lvl4pPr>
            <a:lvl5pPr indent="-317500" lvl="4" marL="2286000">
              <a:lnSpc>
                <a:spcPct val="115000"/>
              </a:lnSpc>
              <a:spcBef>
                <a:spcPts val="0"/>
              </a:spcBef>
              <a:spcAft>
                <a:spcPts val="0"/>
              </a:spcAft>
              <a:buClr>
                <a:schemeClr val="dk1"/>
              </a:buClr>
              <a:buSzPts val="1400"/>
              <a:buFont typeface="Barlow"/>
              <a:buChar char="○"/>
              <a:defRPr>
                <a:solidFill>
                  <a:schemeClr val="dk1"/>
                </a:solidFill>
                <a:latin typeface="Barlow"/>
                <a:ea typeface="Barlow"/>
                <a:cs typeface="Barlow"/>
                <a:sym typeface="Barlow"/>
              </a:defRPr>
            </a:lvl5pPr>
            <a:lvl6pPr indent="-317500" lvl="5" marL="2743200">
              <a:lnSpc>
                <a:spcPct val="115000"/>
              </a:lnSpc>
              <a:spcBef>
                <a:spcPts val="0"/>
              </a:spcBef>
              <a:spcAft>
                <a:spcPts val="0"/>
              </a:spcAft>
              <a:buClr>
                <a:schemeClr val="dk1"/>
              </a:buClr>
              <a:buSzPts val="1400"/>
              <a:buFont typeface="Barlow"/>
              <a:buChar char="■"/>
              <a:defRPr>
                <a:solidFill>
                  <a:schemeClr val="dk1"/>
                </a:solidFill>
                <a:latin typeface="Barlow"/>
                <a:ea typeface="Barlow"/>
                <a:cs typeface="Barlow"/>
                <a:sym typeface="Barlow"/>
              </a:defRPr>
            </a:lvl6pPr>
            <a:lvl7pPr indent="-317500" lvl="6" marL="3200400">
              <a:lnSpc>
                <a:spcPct val="115000"/>
              </a:lnSpc>
              <a:spcBef>
                <a:spcPts val="0"/>
              </a:spcBef>
              <a:spcAft>
                <a:spcPts val="0"/>
              </a:spcAft>
              <a:buClr>
                <a:schemeClr val="dk1"/>
              </a:buClr>
              <a:buSzPts val="1400"/>
              <a:buFont typeface="Barlow"/>
              <a:buChar char="●"/>
              <a:defRPr>
                <a:solidFill>
                  <a:schemeClr val="dk1"/>
                </a:solidFill>
                <a:latin typeface="Barlow"/>
                <a:ea typeface="Barlow"/>
                <a:cs typeface="Barlow"/>
                <a:sym typeface="Barlow"/>
              </a:defRPr>
            </a:lvl7pPr>
            <a:lvl8pPr indent="-317500" lvl="7" marL="3657600">
              <a:lnSpc>
                <a:spcPct val="115000"/>
              </a:lnSpc>
              <a:spcBef>
                <a:spcPts val="0"/>
              </a:spcBef>
              <a:spcAft>
                <a:spcPts val="0"/>
              </a:spcAft>
              <a:buClr>
                <a:schemeClr val="dk1"/>
              </a:buClr>
              <a:buSzPts val="1400"/>
              <a:buFont typeface="Barlow"/>
              <a:buChar char="○"/>
              <a:defRPr>
                <a:solidFill>
                  <a:schemeClr val="dk1"/>
                </a:solidFill>
                <a:latin typeface="Barlow"/>
                <a:ea typeface="Barlow"/>
                <a:cs typeface="Barlow"/>
                <a:sym typeface="Barlow"/>
              </a:defRPr>
            </a:lvl8pPr>
            <a:lvl9pPr indent="-317500" lvl="8" marL="4114800">
              <a:lnSpc>
                <a:spcPct val="115000"/>
              </a:lnSpc>
              <a:spcBef>
                <a:spcPts val="0"/>
              </a:spcBef>
              <a:spcAft>
                <a:spcPts val="0"/>
              </a:spcAft>
              <a:buClr>
                <a:schemeClr val="dk1"/>
              </a:buClr>
              <a:buSzPts val="1400"/>
              <a:buFont typeface="Barlow"/>
              <a:buChar char="■"/>
              <a:defRPr>
                <a:solidFill>
                  <a:schemeClr val="dk1"/>
                </a:solidFill>
                <a:latin typeface="Barlow"/>
                <a:ea typeface="Barlow"/>
                <a:cs typeface="Barlow"/>
                <a:sym typeface="Barlow"/>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367" name="Shape 367"/>
        <p:cNvGrpSpPr/>
        <p:nvPr/>
      </p:nvGrpSpPr>
      <p:grpSpPr>
        <a:xfrm>
          <a:off x="0" y="0"/>
          <a:ext cx="0" cy="0"/>
          <a:chOff x="0" y="0"/>
          <a:chExt cx="0" cy="0"/>
        </a:xfrm>
      </p:grpSpPr>
      <p:sp>
        <p:nvSpPr>
          <p:cNvPr id="368" name="Google Shape;368;p24"/>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369" name="Google Shape;369;p24"/>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0" r:id="rId1"/>
    <p:sldLayoutId id="2147483671"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xml"/><Relationship Id="rId3" Type="http://schemas.openxmlformats.org/officeDocument/2006/relationships/slide" Target="slide25.xml"/><Relationship Id="rId4" Type="http://schemas.openxmlformats.org/officeDocument/2006/relationships/slide" Target="slide22.xml"/><Relationship Id="rId5" Type="http://schemas.openxmlformats.org/officeDocument/2006/relationships/slide" Target="slide21.xml"/><Relationship Id="rId6" Type="http://schemas.openxmlformats.org/officeDocument/2006/relationships/slide" Target="slide21.xml"/><Relationship Id="rId7" Type="http://schemas.openxmlformats.org/officeDocument/2006/relationships/slide" Target="slide20.xml"/><Relationship Id="rId8" Type="http://schemas.openxmlformats.org/officeDocument/2006/relationships/slide" Target="slide25.xml"/><Relationship Id="rId9" Type="http://schemas.openxmlformats.org/officeDocument/2006/relationships/slide" Target="slide33.xml"/><Relationship Id="rId10" Type="http://schemas.openxmlformats.org/officeDocument/2006/relationships/slide" Target="slide27.xml"/><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2" Type="http://schemas.openxmlformats.org/officeDocument/2006/relationships/hyperlink" Target="https://bit.ly/3A1uf1Q" TargetMode="External"/><Relationship Id="rId13" Type="http://schemas.openxmlformats.org/officeDocument/2006/relationships/hyperlink" Target="http://bit.ly/30B07Gq" TargetMode="External"/><Relationship Id="rId14" Type="http://schemas.openxmlformats.org/officeDocument/2006/relationships/hyperlink" Target="http://bit.ly/33VAFh3" TargetMode="External"/><Relationship Id="rId15" Type="http://schemas.openxmlformats.org/officeDocument/2006/relationships/hyperlink" Target="https://www.freepik.com/?utm_source=slidesgo_template&amp;utm_medium=referral-link&amp;utm_campaign=promo-slide&amp;utm_term=slidesgo&amp;utm_content=freepik"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8" Type="http://schemas.openxmlformats.org/officeDocument/2006/relationships/hyperlink" Target="https://wepik.com/?utm_source=slidesgo_template&amp;utm_medium=referral-link&amp;utm_campaign=promo-slide&amp;utm_term=slidesgo&amp;utm_content=wepik" TargetMode="External"/><Relationship Id="rId19" Type="http://schemas.openxmlformats.org/officeDocument/2006/relationships/hyperlink" Target="https://www.videvo.net/?utm_source=slidesgo_template&amp;utm_medium=referral-link&amp;utm_campaign=sg_resources&amp;utm_content=videvo"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7.xml"/><Relationship Id="rId3" Type="http://schemas.openxmlformats.org/officeDocument/2006/relationships/image" Target="../media/image8.jp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xml"/><Relationship Id="rId3" Type="http://schemas.openxmlformats.org/officeDocument/2006/relationships/hyperlink" Target="https://docs.google.com/spreadsheets/d/1ePVXocf69H0okqYwmkFgwBsCCJyO1xBw7_PJX0S7V9s/copy#gid=453268611" TargetMode="External"/><Relationship Id="rId4" Type="http://schemas.openxmlformats.org/officeDocument/2006/relationships/image" Target="../media/image6.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7.xml"/><Relationship Id="rId3" Type="http://schemas.openxmlformats.org/officeDocument/2006/relationships/hyperlink" Target="https://docs.google.com/spreadsheets/d/1ePVXocf69H0okqYwmkFgwBsCCJyO1xBw7_PJX0S7V9s/copy#gid=1051421447" TargetMode="External"/><Relationship Id="rId4" Type="http://schemas.openxmlformats.org/officeDocument/2006/relationships/image" Target="../media/image7.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1.xml"/><Relationship Id="rId3" Type="http://schemas.openxmlformats.org/officeDocument/2006/relationships/hyperlink" Target="https://www.freepik.com/free-vector/flat-design-wedding-celebration-facebook-cover_29302461.htm/?utm_source=slidesgo_template&amp;utm_medium=referral-link&amp;utm_campaign=sg_resources&amp;utm_content=freepik" TargetMode="Externa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2.xml"/><Relationship Id="rId3" Type="http://schemas.openxmlformats.org/officeDocument/2006/relationships/hyperlink" Target="https://www.freepik.com/free-vector/flat-design-horizontal-banner-template_32308611.htm/?utm_source=slidesgo_template&amp;utm_medium=referral-link&amp;utm_campaign=sg_resources&amp;utm_content=freepik" TargetMode="External"/><Relationship Id="rId4" Type="http://schemas.openxmlformats.org/officeDocument/2006/relationships/hyperlink" Target="https://www.freepik.com/free-vector/business-facebook-cover-template_32305863.htm/?utm_source=slidesgo_template&amp;utm_medium=referral-link&amp;utm_campaign=sg_resources&amp;utm_content=freepik" TargetMode="External"/><Relationship Id="rId5" Type="http://schemas.openxmlformats.org/officeDocument/2006/relationships/hyperlink" Target="https://www.freepik.com/free-photo/medium-shot-smiley-students_19264751.htm/?utm_source=slidesgo_template&amp;utm_medium=referral-link&amp;utm_campaign=sg_resources&amp;utm_content=freepik"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3.xml"/><Relationship Id="rId3" Type="http://schemas.openxmlformats.org/officeDocument/2006/relationships/hyperlink" Target="http://bit.ly/2PfT4lq" TargetMode="External"/><Relationship Id="rId4" Type="http://schemas.openxmlformats.org/officeDocument/2006/relationships/slide" Target="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4.xml"/><Relationship Id="rId3" Type="http://schemas.openxmlformats.org/officeDocument/2006/relationships/hyperlink" Target="http://bit.ly/2PfT4lq" TargetMode="External"/><Relationship Id="rId4" Type="http://schemas.openxmlformats.org/officeDocument/2006/relationships/slide" Target="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5.xml"/><Relationship Id="rId3" Type="http://schemas.openxmlformats.org/officeDocument/2006/relationships/hyperlink" Target="https://fonts.google.com/specimen/Bricolage+Grotesque" TargetMode="External"/><Relationship Id="rId4" Type="http://schemas.openxmlformats.org/officeDocument/2006/relationships/hyperlink" Target="https://fonts.google.com/specimen/Barlow"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6.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5" Type="http://schemas.openxmlformats.org/officeDocument/2006/relationships/image" Target="../media/image4.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4" Type="http://schemas.openxmlformats.org/officeDocument/2006/relationships/image" Target="../media/image1.png"/><Relationship Id="rId15" Type="http://schemas.openxmlformats.org/officeDocument/2006/relationships/image" Target="../media/image5.png"/><Relationship Id="rId16" Type="http://schemas.openxmlformats.org/officeDocument/2006/relationships/image" Target="../media/image3.png"/><Relationship Id="rId17" Type="http://schemas.openxmlformats.org/officeDocument/2006/relationships/image" Target="../media/image2.png"/><Relationship Id="rId18" Type="http://schemas.openxmlformats.org/officeDocument/2006/relationships/hyperlink" Target="https://storyset.com/cuate?utm_source=slidesgo_template&amp;utm_medium=referral-link&amp;utm_campaign=slidesgo_final_slides&amp;utm_term=cuate&amp;utm_content=storyset" TargetMode="External"/><Relationship Id="rId19"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7.xml"/><Relationship Id="rId3" Type="http://schemas.openxmlformats.org/officeDocument/2006/relationships/hyperlink" Target="https://bit.ly/2ZjL1pd"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3.xml"/><Relationship Id="rId3" Type="http://schemas.openxmlformats.org/officeDocument/2006/relationships/hyperlink" Target="https://workspace.google.com/marketplace/app/icons_for_slides_docs/381578326502"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image" Target="../media/image9.png"/></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7.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7.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6" name="Shape 376"/>
        <p:cNvGrpSpPr/>
        <p:nvPr/>
      </p:nvGrpSpPr>
      <p:grpSpPr>
        <a:xfrm>
          <a:off x="0" y="0"/>
          <a:ext cx="0" cy="0"/>
          <a:chOff x="0" y="0"/>
          <a:chExt cx="0" cy="0"/>
        </a:xfrm>
      </p:grpSpPr>
      <p:sp>
        <p:nvSpPr>
          <p:cNvPr id="377" name="Google Shape;377;p27"/>
          <p:cNvSpPr txBox="1"/>
          <p:nvPr>
            <p:ph type="ctrTitle"/>
          </p:nvPr>
        </p:nvSpPr>
        <p:spPr>
          <a:xfrm>
            <a:off x="1236900" y="997275"/>
            <a:ext cx="6670200" cy="2303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Thesis Collaboration</a:t>
            </a:r>
            <a:endParaRPr/>
          </a:p>
        </p:txBody>
      </p:sp>
      <p:sp>
        <p:nvSpPr>
          <p:cNvPr id="378" name="Google Shape;378;p27"/>
          <p:cNvSpPr txBox="1"/>
          <p:nvPr>
            <p:ph idx="1" type="subTitle"/>
          </p:nvPr>
        </p:nvSpPr>
        <p:spPr>
          <a:xfrm>
            <a:off x="2668775" y="3425838"/>
            <a:ext cx="3817800" cy="47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2" name="Shape 382"/>
        <p:cNvGrpSpPr/>
        <p:nvPr/>
      </p:nvGrpSpPr>
      <p:grpSpPr>
        <a:xfrm>
          <a:off x="0" y="0"/>
          <a:ext cx="0" cy="0"/>
          <a:chOff x="0" y="0"/>
          <a:chExt cx="0" cy="0"/>
        </a:xfrm>
      </p:grpSpPr>
      <p:sp>
        <p:nvSpPr>
          <p:cNvPr id="383" name="Google Shape;383;p2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a:t>
            </a:r>
            <a:r>
              <a:rPr lang="en"/>
              <a:t>ontents of this template</a:t>
            </a:r>
            <a:endParaRPr/>
          </a:p>
        </p:txBody>
      </p:sp>
      <p:sp>
        <p:nvSpPr>
          <p:cNvPr id="384" name="Google Shape;384;p28"/>
          <p:cNvSpPr txBox="1"/>
          <p:nvPr>
            <p:ph idx="4294967295" type="body"/>
          </p:nvPr>
        </p:nvSpPr>
        <p:spPr>
          <a:xfrm>
            <a:off x="720000" y="1215750"/>
            <a:ext cx="7704000" cy="3486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200"/>
              <a:t>You can delete this slide when you’re done editing the presentation</a:t>
            </a:r>
            <a:endParaRPr sz="1200"/>
          </a:p>
        </p:txBody>
      </p:sp>
      <p:graphicFrame>
        <p:nvGraphicFramePr>
          <p:cNvPr id="385" name="Google Shape;385;p28"/>
          <p:cNvGraphicFramePr/>
          <p:nvPr/>
        </p:nvGraphicFramePr>
        <p:xfrm>
          <a:off x="720000" y="1614825"/>
          <a:ext cx="3000000" cy="3000000"/>
        </p:xfrm>
        <a:graphic>
          <a:graphicData uri="http://schemas.openxmlformats.org/drawingml/2006/table">
            <a:tbl>
              <a:tblPr>
                <a:noFill/>
                <a:tableStyleId>{8E8FDCE8-B9AE-4A85-9227-33255774178E}</a:tableStyleId>
              </a:tblPr>
              <a:tblGrid>
                <a:gridCol w="2619875"/>
                <a:gridCol w="5084125"/>
              </a:tblGrid>
              <a:tr h="361525">
                <a:tc>
                  <a:txBody>
                    <a:bodyPr/>
                    <a:lstStyle/>
                    <a:p>
                      <a:pPr indent="0" lvl="0" marL="0" rtl="0" algn="l">
                        <a:spcBef>
                          <a:spcPts val="0"/>
                        </a:spcBef>
                        <a:spcAft>
                          <a:spcPts val="0"/>
                        </a:spcAft>
                        <a:buNone/>
                      </a:pPr>
                      <a:r>
                        <a:rPr b="1" lang="en" sz="1000" u="sng">
                          <a:solidFill>
                            <a:schemeClr val="dk1"/>
                          </a:solidFill>
                          <a:latin typeface="Barlow"/>
                          <a:ea typeface="Barlow"/>
                          <a:cs typeface="Barlow"/>
                          <a:sym typeface="Barlow"/>
                          <a:hlinkClick action="ppaction://hlinksldjump" r:id="rId3">
                            <a:extLst>
                              <a:ext uri="{A12FA001-AC4F-418D-AE19-62706E023703}">
                                <ahyp:hlinkClr val="tx"/>
                              </a:ext>
                            </a:extLst>
                          </a:hlinkClick>
                        </a:rPr>
                        <a:t>Fonts</a:t>
                      </a:r>
                      <a:endParaRPr b="1" sz="1000" u="sng">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Barlow"/>
                          <a:ea typeface="Barlow"/>
                          <a:cs typeface="Barlow"/>
                          <a:sym typeface="Barlow"/>
                        </a:rPr>
                        <a:t>To view this template correctly in PowerPoint, download and install the fonts we used</a:t>
                      </a:r>
                      <a:endParaRPr sz="1000">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dk1"/>
                          </a:solidFill>
                          <a:latin typeface="Barlow"/>
                          <a:ea typeface="Barlow"/>
                          <a:cs typeface="Barlow"/>
                          <a:sym typeface="Barlow"/>
                          <a:hlinkClick action="ppaction://hlinksldjump" r:id="rId4">
                            <a:extLst>
                              <a:ext uri="{A12FA001-AC4F-418D-AE19-62706E023703}">
                                <ahyp:hlinkClr val="tx"/>
                              </a:ext>
                            </a:extLst>
                          </a:hlinkClick>
                        </a:rPr>
                        <a:t>Used</a:t>
                      </a:r>
                      <a:r>
                        <a:rPr b="1" lang="en" sz="1000">
                          <a:solidFill>
                            <a:schemeClr val="dk1"/>
                          </a:solidFill>
                          <a:latin typeface="Barlow"/>
                          <a:ea typeface="Barlow"/>
                          <a:cs typeface="Barlow"/>
                          <a:sym typeface="Barlow"/>
                        </a:rPr>
                        <a:t> and </a:t>
                      </a:r>
                      <a:r>
                        <a:rPr b="1" lang="en" sz="1000" u="sng">
                          <a:solidFill>
                            <a:schemeClr val="dk1"/>
                          </a:solidFill>
                          <a:latin typeface="Barlow"/>
                          <a:ea typeface="Barlow"/>
                          <a:cs typeface="Barlow"/>
                          <a:sym typeface="Barlow"/>
                          <a:hlinkClick action="ppaction://hlinksldjump" r:id="rId5">
                            <a:extLst>
                              <a:ext uri="{A12FA001-AC4F-418D-AE19-62706E023703}">
                                <ahyp:hlinkClr val="tx"/>
                              </a:ext>
                            </a:extLst>
                          </a:hlinkClick>
                        </a:rPr>
                        <a:t>alternative</a:t>
                      </a:r>
                      <a:r>
                        <a:rPr b="1" lang="en" sz="1000" u="sng">
                          <a:solidFill>
                            <a:schemeClr val="dk1"/>
                          </a:solidFill>
                          <a:latin typeface="Barlow"/>
                          <a:ea typeface="Barlow"/>
                          <a:cs typeface="Barlow"/>
                          <a:sym typeface="Barlow"/>
                          <a:hlinkClick action="ppaction://hlinksldjump" r:id="rId6">
                            <a:extLst>
                              <a:ext uri="{A12FA001-AC4F-418D-AE19-62706E023703}">
                                <ahyp:hlinkClr val="tx"/>
                              </a:ext>
                            </a:extLst>
                          </a:hlinkClick>
                        </a:rPr>
                        <a:t> resources</a:t>
                      </a:r>
                      <a:endParaRPr b="1" sz="1000" u="sng">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1000">
                          <a:solidFill>
                            <a:schemeClr val="dk1"/>
                          </a:solidFill>
                          <a:latin typeface="Barlow"/>
                          <a:ea typeface="Barlow"/>
                          <a:cs typeface="Barlow"/>
                          <a:sym typeface="Barlow"/>
                        </a:rPr>
                        <a:t>An assortment of graphic resources that are suitable for use in this presentation</a:t>
                      </a:r>
                      <a:endParaRPr sz="1000">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dk1"/>
                          </a:solidFill>
                          <a:latin typeface="Barlow"/>
                          <a:ea typeface="Barlow"/>
                          <a:cs typeface="Barlow"/>
                          <a:sym typeface="Barlow"/>
                          <a:hlinkClick action="ppaction://hlinksldjump" r:id="rId7">
                            <a:extLst>
                              <a:ext uri="{A12FA001-AC4F-418D-AE19-62706E023703}">
                                <ahyp:hlinkClr val="tx"/>
                              </a:ext>
                            </a:extLst>
                          </a:hlinkClick>
                        </a:rPr>
                        <a:t>Thanks slide</a:t>
                      </a:r>
                      <a:endParaRPr b="1" sz="1000" u="sng">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Barlow"/>
                          <a:ea typeface="Barlow"/>
                          <a:cs typeface="Barlow"/>
                          <a:sym typeface="Barlow"/>
                        </a:rPr>
                        <a:t>You must keep it so that proper credits for our design are given</a:t>
                      </a:r>
                      <a:endParaRPr sz="1000">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dk1"/>
                          </a:solidFill>
                          <a:latin typeface="Barlow"/>
                          <a:ea typeface="Barlow"/>
                          <a:cs typeface="Barlow"/>
                          <a:sym typeface="Barlow"/>
                          <a:hlinkClick action="ppaction://hlinksldjump" r:id="rId8">
                            <a:extLst>
                              <a:ext uri="{A12FA001-AC4F-418D-AE19-62706E023703}">
                                <ahyp:hlinkClr val="tx"/>
                              </a:ext>
                            </a:extLst>
                          </a:hlinkClick>
                        </a:rPr>
                        <a:t>Colors</a:t>
                      </a:r>
                      <a:endParaRPr b="1" sz="1000" u="sng">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Barlow"/>
                          <a:ea typeface="Barlow"/>
                          <a:cs typeface="Barlow"/>
                          <a:sym typeface="Barlow"/>
                        </a:rPr>
                        <a:t>All the colors used in this presentation</a:t>
                      </a:r>
                      <a:endParaRPr sz="1000">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dk1"/>
                          </a:solidFill>
                          <a:latin typeface="Barlow"/>
                          <a:ea typeface="Barlow"/>
                          <a:cs typeface="Barlow"/>
                          <a:sym typeface="Barlow"/>
                          <a:hlinkClick action="ppaction://hlinksldjump" r:id="rId9">
                            <a:extLst>
                              <a:ext uri="{A12FA001-AC4F-418D-AE19-62706E023703}">
                                <ahyp:hlinkClr val="tx"/>
                              </a:ext>
                            </a:extLst>
                          </a:hlinkClick>
                        </a:rPr>
                        <a:t>Icons</a:t>
                      </a:r>
                      <a:r>
                        <a:rPr b="1" lang="en" sz="1000">
                          <a:solidFill>
                            <a:schemeClr val="dk1"/>
                          </a:solidFill>
                          <a:latin typeface="Barlow"/>
                          <a:ea typeface="Barlow"/>
                          <a:cs typeface="Barlow"/>
                          <a:sym typeface="Barlow"/>
                        </a:rPr>
                        <a:t> and </a:t>
                      </a:r>
                      <a:r>
                        <a:rPr b="1" lang="en" sz="1000" u="sng">
                          <a:solidFill>
                            <a:schemeClr val="dk1"/>
                          </a:solidFill>
                          <a:latin typeface="Barlow"/>
                          <a:ea typeface="Barlow"/>
                          <a:cs typeface="Barlow"/>
                          <a:sym typeface="Barlow"/>
                          <a:hlinkClick action="ppaction://hlinksldjump" r:id="rId10">
                            <a:extLst>
                              <a:ext uri="{A12FA001-AC4F-418D-AE19-62706E023703}">
                                <ahyp:hlinkClr val="tx"/>
                              </a:ext>
                            </a:extLst>
                          </a:hlinkClick>
                        </a:rPr>
                        <a:t>infographic resources</a:t>
                      </a:r>
                      <a:endParaRPr b="1" sz="1000" u="sng">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Barlow"/>
                          <a:ea typeface="Barlow"/>
                          <a:cs typeface="Barlow"/>
                          <a:sym typeface="Barlow"/>
                        </a:rPr>
                        <a:t>These can be used in the template, and their size and color can be edited</a:t>
                      </a:r>
                      <a:endParaRPr sz="1000">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a:solidFill>
                            <a:schemeClr val="dk1"/>
                          </a:solidFill>
                          <a:latin typeface="Barlow"/>
                          <a:ea typeface="Barlow"/>
                          <a:cs typeface="Barlow"/>
                          <a:sym typeface="Barlow"/>
                        </a:rPr>
                        <a:t>Editable presentation theme </a:t>
                      </a:r>
                      <a:endParaRPr b="1" sz="1000">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Barlow"/>
                          <a:ea typeface="Barlow"/>
                          <a:cs typeface="Barlow"/>
                          <a:sym typeface="Barlow"/>
                        </a:rPr>
                        <a:t>You can edit the master slides easily. For more info, click </a:t>
                      </a:r>
                      <a:r>
                        <a:rPr b="1" lang="en" sz="1000" u="sng">
                          <a:solidFill>
                            <a:schemeClr val="dk1"/>
                          </a:solidFill>
                          <a:latin typeface="Barlow"/>
                          <a:ea typeface="Barlow"/>
                          <a:cs typeface="Barlow"/>
                          <a:sym typeface="Barlow"/>
                          <a:hlinkClick r:id="rId11">
                            <a:extLst>
                              <a:ext uri="{A12FA001-AC4F-418D-AE19-62706E023703}">
                                <ahyp:hlinkClr val="tx"/>
                              </a:ext>
                            </a:extLst>
                          </a:hlinkClick>
                        </a:rPr>
                        <a:t>here</a:t>
                      </a:r>
                      <a:endParaRPr sz="1000">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bl>
          </a:graphicData>
        </a:graphic>
      </p:graphicFrame>
      <p:sp>
        <p:nvSpPr>
          <p:cNvPr id="386" name="Google Shape;386;p28"/>
          <p:cNvSpPr txBox="1"/>
          <p:nvPr/>
        </p:nvSpPr>
        <p:spPr>
          <a:xfrm>
            <a:off x="1650113" y="4133675"/>
            <a:ext cx="17133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000">
                <a:solidFill>
                  <a:schemeClr val="dk1"/>
                </a:solidFill>
                <a:latin typeface="Barlow"/>
                <a:ea typeface="Barlow"/>
                <a:cs typeface="Barlow"/>
                <a:sym typeface="Barlow"/>
              </a:rPr>
              <a:t>For more info:</a:t>
            </a:r>
            <a:br>
              <a:rPr b="1" lang="en" sz="1000">
                <a:solidFill>
                  <a:schemeClr val="dk1"/>
                </a:solidFill>
                <a:latin typeface="Barlow"/>
                <a:ea typeface="Barlow"/>
                <a:cs typeface="Barlow"/>
                <a:sym typeface="Barlow"/>
              </a:rPr>
            </a:br>
            <a:r>
              <a:rPr b="1" lang="en" sz="1000" u="sng">
                <a:solidFill>
                  <a:schemeClr val="dk1"/>
                </a:solidFill>
                <a:latin typeface="Barlow"/>
                <a:ea typeface="Barlow"/>
                <a:cs typeface="Barlow"/>
                <a:sym typeface="Barlow"/>
                <a:hlinkClick r:id="rId12">
                  <a:extLst>
                    <a:ext uri="{A12FA001-AC4F-418D-AE19-62706E023703}">
                      <ahyp:hlinkClr val="tx"/>
                    </a:ext>
                  </a:extLst>
                </a:hlinkClick>
              </a:rPr>
              <a:t>SLIDESGO</a:t>
            </a:r>
            <a:r>
              <a:rPr b="1" lang="en" sz="1000">
                <a:solidFill>
                  <a:schemeClr val="dk1"/>
                </a:solidFill>
                <a:latin typeface="Barlow"/>
                <a:ea typeface="Barlow"/>
                <a:cs typeface="Barlow"/>
                <a:sym typeface="Barlow"/>
              </a:rPr>
              <a:t> | </a:t>
            </a:r>
            <a:r>
              <a:rPr b="1" lang="en" sz="1000" u="sng">
                <a:solidFill>
                  <a:schemeClr val="dk1"/>
                </a:solidFill>
                <a:latin typeface="Barlow"/>
                <a:ea typeface="Barlow"/>
                <a:cs typeface="Barlow"/>
                <a:sym typeface="Barlow"/>
                <a:hlinkClick r:id="rId13">
                  <a:extLst>
                    <a:ext uri="{A12FA001-AC4F-418D-AE19-62706E023703}">
                      <ahyp:hlinkClr val="tx"/>
                    </a:ext>
                  </a:extLst>
                </a:hlinkClick>
              </a:rPr>
              <a:t>BLOG</a:t>
            </a:r>
            <a:r>
              <a:rPr b="1" lang="en" sz="1000">
                <a:solidFill>
                  <a:schemeClr val="dk1"/>
                </a:solidFill>
                <a:latin typeface="Barlow"/>
                <a:ea typeface="Barlow"/>
                <a:cs typeface="Barlow"/>
                <a:sym typeface="Barlow"/>
              </a:rPr>
              <a:t> | </a:t>
            </a:r>
            <a:r>
              <a:rPr b="1" lang="en" sz="1000" u="sng">
                <a:solidFill>
                  <a:schemeClr val="dk1"/>
                </a:solidFill>
                <a:latin typeface="Barlow"/>
                <a:ea typeface="Barlow"/>
                <a:cs typeface="Barlow"/>
                <a:sym typeface="Barlow"/>
                <a:hlinkClick r:id="rId14">
                  <a:extLst>
                    <a:ext uri="{A12FA001-AC4F-418D-AE19-62706E023703}">
                      <ahyp:hlinkClr val="tx"/>
                    </a:ext>
                  </a:extLst>
                </a:hlinkClick>
              </a:rPr>
              <a:t>FAQs</a:t>
            </a:r>
            <a:endParaRPr b="1" sz="1000" u="sng">
              <a:solidFill>
                <a:schemeClr val="dk1"/>
              </a:solidFill>
              <a:latin typeface="Barlow"/>
              <a:ea typeface="Barlow"/>
              <a:cs typeface="Barlow"/>
              <a:sym typeface="Barlow"/>
            </a:endParaRPr>
          </a:p>
        </p:txBody>
      </p:sp>
      <p:sp>
        <p:nvSpPr>
          <p:cNvPr id="387" name="Google Shape;387;p28"/>
          <p:cNvSpPr txBox="1"/>
          <p:nvPr/>
        </p:nvSpPr>
        <p:spPr>
          <a:xfrm>
            <a:off x="4493887" y="4133675"/>
            <a:ext cx="30000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000">
                <a:solidFill>
                  <a:schemeClr val="dk1"/>
                </a:solidFill>
                <a:latin typeface="Barlow"/>
                <a:ea typeface="Barlow"/>
                <a:cs typeface="Barlow"/>
                <a:sym typeface="Barlow"/>
              </a:rPr>
              <a:t>You can visit our sister </a:t>
            </a:r>
            <a:r>
              <a:rPr b="1" lang="en" sz="1000">
                <a:solidFill>
                  <a:schemeClr val="dk1"/>
                </a:solidFill>
                <a:latin typeface="Barlow"/>
                <a:ea typeface="Barlow"/>
                <a:cs typeface="Barlow"/>
                <a:sym typeface="Barlow"/>
              </a:rPr>
              <a:t>projects</a:t>
            </a:r>
            <a:r>
              <a:rPr b="1" lang="en" sz="1000">
                <a:solidFill>
                  <a:schemeClr val="dk1"/>
                </a:solidFill>
                <a:latin typeface="Barlow"/>
                <a:ea typeface="Barlow"/>
                <a:cs typeface="Barlow"/>
                <a:sym typeface="Barlow"/>
              </a:rPr>
              <a:t>:</a:t>
            </a:r>
            <a:br>
              <a:rPr b="1" lang="en" sz="1000">
                <a:solidFill>
                  <a:schemeClr val="dk1"/>
                </a:solidFill>
                <a:latin typeface="Barlow"/>
                <a:ea typeface="Barlow"/>
                <a:cs typeface="Barlow"/>
                <a:sym typeface="Barlow"/>
              </a:rPr>
            </a:br>
            <a:r>
              <a:rPr b="1" lang="en" sz="1000" u="sng">
                <a:solidFill>
                  <a:schemeClr val="dk1"/>
                </a:solidFill>
                <a:latin typeface="Barlow"/>
                <a:ea typeface="Barlow"/>
                <a:cs typeface="Barlow"/>
                <a:sym typeface="Barlow"/>
                <a:hlinkClick r:id="rId15">
                  <a:extLst>
                    <a:ext uri="{A12FA001-AC4F-418D-AE19-62706E023703}">
                      <ahyp:hlinkClr val="tx"/>
                    </a:ext>
                  </a:extLst>
                </a:hlinkClick>
              </a:rPr>
              <a:t>FREEPIK</a:t>
            </a:r>
            <a:r>
              <a:rPr b="1" lang="en" sz="1000">
                <a:solidFill>
                  <a:schemeClr val="dk1"/>
                </a:solidFill>
                <a:latin typeface="Barlow"/>
                <a:ea typeface="Barlow"/>
                <a:cs typeface="Barlow"/>
                <a:sym typeface="Barlow"/>
              </a:rPr>
              <a:t> | </a:t>
            </a:r>
            <a:r>
              <a:rPr b="1" lang="en" sz="1000" u="sng">
                <a:solidFill>
                  <a:schemeClr val="dk1"/>
                </a:solidFill>
                <a:latin typeface="Barlow"/>
                <a:ea typeface="Barlow"/>
                <a:cs typeface="Barlow"/>
                <a:sym typeface="Barlow"/>
                <a:hlinkClick r:id="rId16">
                  <a:extLst>
                    <a:ext uri="{A12FA001-AC4F-418D-AE19-62706E023703}">
                      <ahyp:hlinkClr val="tx"/>
                    </a:ext>
                  </a:extLst>
                </a:hlinkClick>
              </a:rPr>
              <a:t>FLATICON</a:t>
            </a:r>
            <a:r>
              <a:rPr b="1" lang="en" sz="1000">
                <a:solidFill>
                  <a:schemeClr val="dk1"/>
                </a:solidFill>
                <a:latin typeface="Barlow"/>
                <a:ea typeface="Barlow"/>
                <a:cs typeface="Barlow"/>
                <a:sym typeface="Barlow"/>
              </a:rPr>
              <a:t> | </a:t>
            </a:r>
            <a:r>
              <a:rPr b="1" lang="en" sz="1000" u="sng">
                <a:solidFill>
                  <a:schemeClr val="dk1"/>
                </a:solidFill>
                <a:latin typeface="Barlow"/>
                <a:ea typeface="Barlow"/>
                <a:cs typeface="Barlow"/>
                <a:sym typeface="Barlow"/>
                <a:hlinkClick r:id="rId17">
                  <a:extLst>
                    <a:ext uri="{A12FA001-AC4F-418D-AE19-62706E023703}">
                      <ahyp:hlinkClr val="tx"/>
                    </a:ext>
                  </a:extLst>
                </a:hlinkClick>
              </a:rPr>
              <a:t>STORYSET</a:t>
            </a:r>
            <a:r>
              <a:rPr b="1" lang="en" sz="1000">
                <a:solidFill>
                  <a:schemeClr val="dk1"/>
                </a:solidFill>
                <a:latin typeface="Barlow"/>
                <a:ea typeface="Barlow"/>
                <a:cs typeface="Barlow"/>
                <a:sym typeface="Barlow"/>
              </a:rPr>
              <a:t> | </a:t>
            </a:r>
            <a:r>
              <a:rPr b="1" lang="en" sz="1000" u="sng">
                <a:solidFill>
                  <a:schemeClr val="dk1"/>
                </a:solidFill>
                <a:latin typeface="Barlow"/>
                <a:ea typeface="Barlow"/>
                <a:cs typeface="Barlow"/>
                <a:sym typeface="Barlow"/>
                <a:hlinkClick r:id="rId18">
                  <a:extLst>
                    <a:ext uri="{A12FA001-AC4F-418D-AE19-62706E023703}">
                      <ahyp:hlinkClr val="tx"/>
                    </a:ext>
                  </a:extLst>
                </a:hlinkClick>
              </a:rPr>
              <a:t>WEPIK</a:t>
            </a:r>
            <a:r>
              <a:rPr b="1" lang="en" sz="1000">
                <a:solidFill>
                  <a:schemeClr val="dk1"/>
                </a:solidFill>
                <a:latin typeface="Barlow"/>
                <a:ea typeface="Barlow"/>
                <a:cs typeface="Barlow"/>
                <a:sym typeface="Barlow"/>
              </a:rPr>
              <a:t> | </a:t>
            </a:r>
            <a:r>
              <a:rPr b="1" lang="en" sz="1000" u="sng">
                <a:solidFill>
                  <a:schemeClr val="dk1"/>
                </a:solidFill>
                <a:latin typeface="Barlow"/>
                <a:ea typeface="Barlow"/>
                <a:cs typeface="Barlow"/>
                <a:sym typeface="Barlow"/>
                <a:hlinkClick r:id="rId19">
                  <a:extLst>
                    <a:ext uri="{A12FA001-AC4F-418D-AE19-62706E023703}">
                      <ahyp:hlinkClr val="tx"/>
                    </a:ext>
                  </a:extLst>
                </a:hlinkClick>
              </a:rPr>
              <a:t>VIDEVO</a:t>
            </a:r>
            <a:endParaRPr b="1" sz="1000">
              <a:solidFill>
                <a:schemeClr val="dk1"/>
              </a:solidFill>
              <a:latin typeface="Barlow"/>
              <a:ea typeface="Barlow"/>
              <a:cs typeface="Barlow"/>
              <a:sym typeface="Barlow"/>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1" name="Shape 391"/>
        <p:cNvGrpSpPr/>
        <p:nvPr/>
      </p:nvGrpSpPr>
      <p:grpSpPr>
        <a:xfrm>
          <a:off x="0" y="0"/>
          <a:ext cx="0" cy="0"/>
          <a:chOff x="0" y="0"/>
          <a:chExt cx="0" cy="0"/>
        </a:xfrm>
      </p:grpSpPr>
      <p:sp>
        <p:nvSpPr>
          <p:cNvPr id="392" name="Google Shape;392;p2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t>
            </a:r>
            <a:r>
              <a:rPr lang="en"/>
              <a:t>able of contents</a:t>
            </a:r>
            <a:endParaRPr/>
          </a:p>
        </p:txBody>
      </p:sp>
      <p:sp>
        <p:nvSpPr>
          <p:cNvPr id="393" name="Google Shape;393;p29"/>
          <p:cNvSpPr txBox="1"/>
          <p:nvPr>
            <p:ph idx="3" type="subTitle"/>
          </p:nvPr>
        </p:nvSpPr>
        <p:spPr>
          <a:xfrm>
            <a:off x="3419250" y="3739402"/>
            <a:ext cx="2305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sz="1600">
              <a:solidFill>
                <a:srgbClr val="666666"/>
              </a:solidFill>
            </a:endParaRPr>
          </a:p>
        </p:txBody>
      </p:sp>
      <p:sp>
        <p:nvSpPr>
          <p:cNvPr id="394" name="Google Shape;394;p29"/>
          <p:cNvSpPr txBox="1"/>
          <p:nvPr>
            <p:ph idx="1" type="subTitle"/>
          </p:nvPr>
        </p:nvSpPr>
        <p:spPr>
          <a:xfrm>
            <a:off x="713225" y="2193175"/>
            <a:ext cx="2305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395" name="Google Shape;395;p29"/>
          <p:cNvSpPr txBox="1"/>
          <p:nvPr>
            <p:ph idx="2" type="subTitle"/>
          </p:nvPr>
        </p:nvSpPr>
        <p:spPr>
          <a:xfrm>
            <a:off x="713225" y="3739402"/>
            <a:ext cx="2305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396" name="Google Shape;396;p29"/>
          <p:cNvSpPr txBox="1"/>
          <p:nvPr>
            <p:ph idx="4" type="subTitle"/>
          </p:nvPr>
        </p:nvSpPr>
        <p:spPr>
          <a:xfrm>
            <a:off x="3419250" y="2193175"/>
            <a:ext cx="2305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397" name="Google Shape;397;p29"/>
          <p:cNvSpPr txBox="1"/>
          <p:nvPr>
            <p:ph idx="5" type="title"/>
          </p:nvPr>
        </p:nvSpPr>
        <p:spPr>
          <a:xfrm>
            <a:off x="1415375" y="1404025"/>
            <a:ext cx="901200" cy="616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398" name="Google Shape;398;p29"/>
          <p:cNvSpPr txBox="1"/>
          <p:nvPr>
            <p:ph idx="6" type="title"/>
          </p:nvPr>
        </p:nvSpPr>
        <p:spPr>
          <a:xfrm>
            <a:off x="4121400" y="2950400"/>
            <a:ext cx="901200" cy="616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399" name="Google Shape;399;p29"/>
          <p:cNvSpPr txBox="1"/>
          <p:nvPr>
            <p:ph idx="7" type="title"/>
          </p:nvPr>
        </p:nvSpPr>
        <p:spPr>
          <a:xfrm>
            <a:off x="1415375" y="2950400"/>
            <a:ext cx="901200" cy="616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400" name="Google Shape;400;p29"/>
          <p:cNvSpPr txBox="1"/>
          <p:nvPr>
            <p:ph idx="8" type="title"/>
          </p:nvPr>
        </p:nvSpPr>
        <p:spPr>
          <a:xfrm>
            <a:off x="4121400" y="1404025"/>
            <a:ext cx="901200" cy="616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401" name="Google Shape;401;p29"/>
          <p:cNvSpPr txBox="1"/>
          <p:nvPr>
            <p:ph idx="9" type="subTitle"/>
          </p:nvPr>
        </p:nvSpPr>
        <p:spPr>
          <a:xfrm>
            <a:off x="6125275" y="3739402"/>
            <a:ext cx="2305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402" name="Google Shape;402;p29"/>
          <p:cNvSpPr txBox="1"/>
          <p:nvPr>
            <p:ph idx="13" type="subTitle"/>
          </p:nvPr>
        </p:nvSpPr>
        <p:spPr>
          <a:xfrm>
            <a:off x="6125275" y="2193175"/>
            <a:ext cx="2305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403" name="Google Shape;403;p29"/>
          <p:cNvSpPr txBox="1"/>
          <p:nvPr>
            <p:ph idx="14" type="title"/>
          </p:nvPr>
        </p:nvSpPr>
        <p:spPr>
          <a:xfrm>
            <a:off x="6827425" y="2950400"/>
            <a:ext cx="901200" cy="616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06</a:t>
            </a:r>
            <a:endParaRPr/>
          </a:p>
        </p:txBody>
      </p:sp>
      <p:sp>
        <p:nvSpPr>
          <p:cNvPr id="404" name="Google Shape;404;p29"/>
          <p:cNvSpPr txBox="1"/>
          <p:nvPr>
            <p:ph idx="15" type="title"/>
          </p:nvPr>
        </p:nvSpPr>
        <p:spPr>
          <a:xfrm>
            <a:off x="6827425" y="1404025"/>
            <a:ext cx="901200" cy="616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405" name="Google Shape;405;p29"/>
          <p:cNvSpPr txBox="1"/>
          <p:nvPr>
            <p:ph idx="16" type="subTitle"/>
          </p:nvPr>
        </p:nvSpPr>
        <p:spPr>
          <a:xfrm>
            <a:off x="713225" y="1859200"/>
            <a:ext cx="2305500" cy="43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Statement</a:t>
            </a:r>
            <a:endParaRPr/>
          </a:p>
        </p:txBody>
      </p:sp>
      <p:sp>
        <p:nvSpPr>
          <p:cNvPr id="406" name="Google Shape;406;p29"/>
          <p:cNvSpPr txBox="1"/>
          <p:nvPr>
            <p:ph idx="17" type="subTitle"/>
          </p:nvPr>
        </p:nvSpPr>
        <p:spPr>
          <a:xfrm>
            <a:off x="713225" y="3405500"/>
            <a:ext cx="2305500" cy="43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Methodology</a:t>
            </a:r>
            <a:endParaRPr/>
          </a:p>
        </p:txBody>
      </p:sp>
      <p:sp>
        <p:nvSpPr>
          <p:cNvPr id="407" name="Google Shape;407;p29"/>
          <p:cNvSpPr txBox="1"/>
          <p:nvPr>
            <p:ph idx="18" type="subTitle"/>
          </p:nvPr>
        </p:nvSpPr>
        <p:spPr>
          <a:xfrm>
            <a:off x="3419250" y="3405500"/>
            <a:ext cx="2305500" cy="43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Analysis</a:t>
            </a:r>
            <a:endParaRPr/>
          </a:p>
        </p:txBody>
      </p:sp>
      <p:sp>
        <p:nvSpPr>
          <p:cNvPr id="408" name="Google Shape;408;p29"/>
          <p:cNvSpPr txBox="1"/>
          <p:nvPr>
            <p:ph idx="19" type="subTitle"/>
          </p:nvPr>
        </p:nvSpPr>
        <p:spPr>
          <a:xfrm>
            <a:off x="3419250" y="1859200"/>
            <a:ext cx="2305500" cy="43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Hypothesis</a:t>
            </a:r>
            <a:endParaRPr/>
          </a:p>
        </p:txBody>
      </p:sp>
      <p:sp>
        <p:nvSpPr>
          <p:cNvPr id="409" name="Google Shape;409;p29"/>
          <p:cNvSpPr txBox="1"/>
          <p:nvPr>
            <p:ph idx="20" type="subTitle"/>
          </p:nvPr>
        </p:nvSpPr>
        <p:spPr>
          <a:xfrm>
            <a:off x="6125275" y="3405500"/>
            <a:ext cx="2305500" cy="43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Conclusions</a:t>
            </a:r>
            <a:endParaRPr/>
          </a:p>
        </p:txBody>
      </p:sp>
      <p:sp>
        <p:nvSpPr>
          <p:cNvPr id="410" name="Google Shape;410;p29"/>
          <p:cNvSpPr txBox="1"/>
          <p:nvPr>
            <p:ph idx="21" type="subTitle"/>
          </p:nvPr>
        </p:nvSpPr>
        <p:spPr>
          <a:xfrm>
            <a:off x="6125275" y="1859200"/>
            <a:ext cx="2305500" cy="43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Objectives</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4" name="Shape 414"/>
        <p:cNvGrpSpPr/>
        <p:nvPr/>
      </p:nvGrpSpPr>
      <p:grpSpPr>
        <a:xfrm>
          <a:off x="0" y="0"/>
          <a:ext cx="0" cy="0"/>
          <a:chOff x="0" y="0"/>
          <a:chExt cx="0" cy="0"/>
        </a:xfrm>
      </p:grpSpPr>
      <p:sp>
        <p:nvSpPr>
          <p:cNvPr id="415" name="Google Shape;415;p30"/>
          <p:cNvSpPr txBox="1"/>
          <p:nvPr>
            <p:ph type="title"/>
          </p:nvPr>
        </p:nvSpPr>
        <p:spPr>
          <a:xfrm>
            <a:off x="2038350" y="2376250"/>
            <a:ext cx="5067600" cy="84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Statement</a:t>
            </a:r>
            <a:endParaRPr/>
          </a:p>
        </p:txBody>
      </p:sp>
      <p:sp>
        <p:nvSpPr>
          <p:cNvPr id="416" name="Google Shape;416;p30"/>
          <p:cNvSpPr txBox="1"/>
          <p:nvPr>
            <p:ph idx="1" type="subTitle"/>
          </p:nvPr>
        </p:nvSpPr>
        <p:spPr>
          <a:xfrm>
            <a:off x="2038350" y="3308425"/>
            <a:ext cx="5067600" cy="38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417" name="Google Shape;417;p30"/>
          <p:cNvSpPr txBox="1"/>
          <p:nvPr>
            <p:ph idx="2" type="title"/>
          </p:nvPr>
        </p:nvSpPr>
        <p:spPr>
          <a:xfrm>
            <a:off x="3910050" y="1344850"/>
            <a:ext cx="1324200" cy="980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1" name="Shape 421"/>
        <p:cNvGrpSpPr/>
        <p:nvPr/>
      </p:nvGrpSpPr>
      <p:grpSpPr>
        <a:xfrm>
          <a:off x="0" y="0"/>
          <a:ext cx="0" cy="0"/>
          <a:chOff x="0" y="0"/>
          <a:chExt cx="0" cy="0"/>
        </a:xfrm>
      </p:grpSpPr>
      <p:sp>
        <p:nvSpPr>
          <p:cNvPr id="422" name="Google Shape;422;p3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Purpose statement</a:t>
            </a:r>
            <a:endParaRPr/>
          </a:p>
        </p:txBody>
      </p:sp>
      <p:sp>
        <p:nvSpPr>
          <p:cNvPr id="423" name="Google Shape;423;p31"/>
          <p:cNvSpPr txBox="1"/>
          <p:nvPr>
            <p:ph idx="1" type="subTitle"/>
          </p:nvPr>
        </p:nvSpPr>
        <p:spPr>
          <a:xfrm>
            <a:off x="1081975" y="1656032"/>
            <a:ext cx="69963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 The planet’s name has nothing to do with the liquid metal</a:t>
            </a:r>
            <a:endParaRPr/>
          </a:p>
        </p:txBody>
      </p:sp>
      <p:sp>
        <p:nvSpPr>
          <p:cNvPr id="424" name="Google Shape;424;p31"/>
          <p:cNvSpPr txBox="1"/>
          <p:nvPr>
            <p:ph idx="2" type="subTitle"/>
          </p:nvPr>
        </p:nvSpPr>
        <p:spPr>
          <a:xfrm>
            <a:off x="1081975" y="2776206"/>
            <a:ext cx="69963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hot—even hotter than Mercury—and its atmosphere is extremely poisonous</a:t>
            </a:r>
            <a:endParaRPr/>
          </a:p>
        </p:txBody>
      </p:sp>
      <p:sp>
        <p:nvSpPr>
          <p:cNvPr id="425" name="Google Shape;425;p31"/>
          <p:cNvSpPr txBox="1"/>
          <p:nvPr>
            <p:ph idx="3" type="subTitle"/>
          </p:nvPr>
        </p:nvSpPr>
        <p:spPr>
          <a:xfrm>
            <a:off x="1081975" y="3896706"/>
            <a:ext cx="69963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 gas giant and the biggest planet in the Solar System. It's the fourth-brightest object in the night sky. It was named after the Roman god of the skies and lightning</a:t>
            </a:r>
            <a:endParaRPr/>
          </a:p>
        </p:txBody>
      </p:sp>
      <p:sp>
        <p:nvSpPr>
          <p:cNvPr id="426" name="Google Shape;426;p31"/>
          <p:cNvSpPr txBox="1"/>
          <p:nvPr>
            <p:ph idx="4" type="subTitle"/>
          </p:nvPr>
        </p:nvSpPr>
        <p:spPr>
          <a:xfrm>
            <a:off x="1081975" y="1232825"/>
            <a:ext cx="6996300" cy="530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W</a:t>
            </a:r>
            <a:r>
              <a:rPr lang="en"/>
              <a:t>hat about Mercury?</a:t>
            </a:r>
            <a:endParaRPr/>
          </a:p>
        </p:txBody>
      </p:sp>
      <p:sp>
        <p:nvSpPr>
          <p:cNvPr id="427" name="Google Shape;427;p31"/>
          <p:cNvSpPr txBox="1"/>
          <p:nvPr>
            <p:ph idx="5" type="subTitle"/>
          </p:nvPr>
        </p:nvSpPr>
        <p:spPr>
          <a:xfrm>
            <a:off x="1081975" y="2350125"/>
            <a:ext cx="69963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What about Venus?</a:t>
            </a:r>
            <a:endParaRPr/>
          </a:p>
        </p:txBody>
      </p:sp>
      <p:sp>
        <p:nvSpPr>
          <p:cNvPr id="428" name="Google Shape;428;p31"/>
          <p:cNvSpPr txBox="1"/>
          <p:nvPr>
            <p:ph idx="6" type="subTitle"/>
          </p:nvPr>
        </p:nvSpPr>
        <p:spPr>
          <a:xfrm>
            <a:off x="1081975" y="3470625"/>
            <a:ext cx="69963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W</a:t>
            </a:r>
            <a:r>
              <a:rPr lang="en"/>
              <a:t>hat about Jupiter?</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2" name="Shape 432"/>
        <p:cNvGrpSpPr/>
        <p:nvPr/>
      </p:nvGrpSpPr>
      <p:grpSpPr>
        <a:xfrm>
          <a:off x="0" y="0"/>
          <a:ext cx="0" cy="0"/>
          <a:chOff x="0" y="0"/>
          <a:chExt cx="0" cy="0"/>
        </a:xfrm>
      </p:grpSpPr>
      <p:sp>
        <p:nvSpPr>
          <p:cNvPr id="433" name="Google Shape;433;p32"/>
          <p:cNvSpPr txBox="1"/>
          <p:nvPr>
            <p:ph type="title"/>
          </p:nvPr>
        </p:nvSpPr>
        <p:spPr>
          <a:xfrm>
            <a:off x="1284000" y="1895525"/>
            <a:ext cx="6576000" cy="1039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98,300,000</a:t>
            </a:r>
            <a:endParaRPr/>
          </a:p>
        </p:txBody>
      </p:sp>
      <p:sp>
        <p:nvSpPr>
          <p:cNvPr id="434" name="Google Shape;434;p32"/>
          <p:cNvSpPr txBox="1"/>
          <p:nvPr>
            <p:ph idx="1" type="subTitle"/>
          </p:nvPr>
        </p:nvSpPr>
        <p:spPr>
          <a:xfrm>
            <a:off x="2486925" y="3031400"/>
            <a:ext cx="4181400" cy="49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8" name="Shape 438"/>
        <p:cNvGrpSpPr/>
        <p:nvPr/>
      </p:nvGrpSpPr>
      <p:grpSpPr>
        <a:xfrm>
          <a:off x="0" y="0"/>
          <a:ext cx="0" cy="0"/>
          <a:chOff x="0" y="0"/>
          <a:chExt cx="0" cy="0"/>
        </a:xfrm>
      </p:grpSpPr>
      <p:sp>
        <p:nvSpPr>
          <p:cNvPr id="439" name="Google Shape;439;p33"/>
          <p:cNvSpPr/>
          <p:nvPr/>
        </p:nvSpPr>
        <p:spPr>
          <a:xfrm>
            <a:off x="4496325" y="904274"/>
            <a:ext cx="3638713" cy="3635238"/>
          </a:xfrm>
          <a:custGeom>
            <a:rect b="b" l="l" r="r" t="t"/>
            <a:pathLst>
              <a:path extrusionOk="0" h="2615279" w="3490372">
                <a:moveTo>
                  <a:pt x="3490373" y="1574387"/>
                </a:moveTo>
                <a:cubicBezTo>
                  <a:pt x="3490373" y="2146840"/>
                  <a:pt x="3021933" y="2615279"/>
                  <a:pt x="2449481" y="2615279"/>
                </a:cubicBezTo>
                <a:lnTo>
                  <a:pt x="1582801" y="2615279"/>
                </a:lnTo>
                <a:cubicBezTo>
                  <a:pt x="1010348" y="2615279"/>
                  <a:pt x="404273" y="2167509"/>
                  <a:pt x="236061" y="1620298"/>
                </a:cubicBezTo>
                <a:lnTo>
                  <a:pt x="43847" y="994982"/>
                </a:lnTo>
                <a:cubicBezTo>
                  <a:pt x="-124365" y="447770"/>
                  <a:pt x="206438" y="0"/>
                  <a:pt x="778891" y="0"/>
                </a:cubicBezTo>
                <a:lnTo>
                  <a:pt x="2449386" y="0"/>
                </a:lnTo>
                <a:cubicBezTo>
                  <a:pt x="3021838" y="0"/>
                  <a:pt x="3490278" y="468440"/>
                  <a:pt x="3490278" y="1040892"/>
                </a:cubicBezTo>
                <a:lnTo>
                  <a:pt x="3490278" y="1574292"/>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0" name="Google Shape;440;p33"/>
          <p:cNvSpPr/>
          <p:nvPr/>
        </p:nvSpPr>
        <p:spPr>
          <a:xfrm>
            <a:off x="4981924" y="747513"/>
            <a:ext cx="3648842" cy="3648478"/>
          </a:xfrm>
          <a:custGeom>
            <a:rect b="b" l="l" r="r" t="t"/>
            <a:pathLst>
              <a:path extrusionOk="0" h="2624804" w="3500088">
                <a:moveTo>
                  <a:pt x="2454529" y="2624804"/>
                </a:moveTo>
                <a:lnTo>
                  <a:pt x="1587849" y="2624804"/>
                </a:lnTo>
                <a:cubicBezTo>
                  <a:pt x="1011968" y="2624804"/>
                  <a:pt x="405796" y="2176939"/>
                  <a:pt x="236537" y="1626489"/>
                </a:cubicBezTo>
                <a:lnTo>
                  <a:pt x="44323" y="1001173"/>
                </a:lnTo>
                <a:cubicBezTo>
                  <a:pt x="-37497" y="735044"/>
                  <a:pt x="-5302" y="483965"/>
                  <a:pt x="134810" y="294227"/>
                </a:cubicBezTo>
                <a:cubicBezTo>
                  <a:pt x="275018" y="104489"/>
                  <a:pt x="505523" y="0"/>
                  <a:pt x="783939" y="0"/>
                </a:cubicBezTo>
                <a:lnTo>
                  <a:pt x="2454434" y="0"/>
                </a:lnTo>
                <a:cubicBezTo>
                  <a:pt x="3030982" y="0"/>
                  <a:pt x="3500088" y="469106"/>
                  <a:pt x="3500088" y="1045654"/>
                </a:cubicBezTo>
                <a:lnTo>
                  <a:pt x="3500088" y="1579054"/>
                </a:lnTo>
                <a:cubicBezTo>
                  <a:pt x="3500088" y="2155603"/>
                  <a:pt x="3030982" y="2624709"/>
                  <a:pt x="2454434" y="2624709"/>
                </a:cubicBezTo>
                <a:close/>
                <a:moveTo>
                  <a:pt x="784034" y="9620"/>
                </a:moveTo>
                <a:cubicBezTo>
                  <a:pt x="508667" y="9620"/>
                  <a:pt x="280924" y="112776"/>
                  <a:pt x="142526" y="299942"/>
                </a:cubicBezTo>
                <a:cubicBezTo>
                  <a:pt x="4223" y="487204"/>
                  <a:pt x="-27400" y="735235"/>
                  <a:pt x="53467" y="998411"/>
                </a:cubicBezTo>
                <a:lnTo>
                  <a:pt x="245681" y="1623727"/>
                </a:lnTo>
                <a:cubicBezTo>
                  <a:pt x="413798" y="2170462"/>
                  <a:pt x="1015873" y="2615279"/>
                  <a:pt x="1587849" y="2615279"/>
                </a:cubicBezTo>
                <a:lnTo>
                  <a:pt x="2454529" y="2615279"/>
                </a:lnTo>
                <a:cubicBezTo>
                  <a:pt x="3025838" y="2615279"/>
                  <a:pt x="3490658" y="2150459"/>
                  <a:pt x="3490658" y="1579150"/>
                </a:cubicBezTo>
                <a:lnTo>
                  <a:pt x="3490658" y="1045750"/>
                </a:lnTo>
                <a:cubicBezTo>
                  <a:pt x="3490658" y="474440"/>
                  <a:pt x="3025838" y="9620"/>
                  <a:pt x="2454529" y="9620"/>
                </a:cubicBezTo>
                <a:lnTo>
                  <a:pt x="784034" y="9620"/>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pic>
        <p:nvPicPr>
          <p:cNvPr id="441" name="Google Shape;441;p33"/>
          <p:cNvPicPr preferRelativeResize="0"/>
          <p:nvPr>
            <p:ph idx="2" type="pic"/>
          </p:nvPr>
        </p:nvPicPr>
        <p:blipFill rotWithShape="1">
          <a:blip r:embed="rId3">
            <a:alphaModFix/>
          </a:blip>
          <a:srcRect b="0" l="16686" r="16679" t="0"/>
          <a:stretch/>
        </p:blipFill>
        <p:spPr>
          <a:xfrm>
            <a:off x="4787324" y="875500"/>
            <a:ext cx="3519600" cy="3520500"/>
          </a:xfrm>
          <a:prstGeom prst="ellipse">
            <a:avLst/>
          </a:prstGeom>
        </p:spPr>
      </p:pic>
      <p:sp>
        <p:nvSpPr>
          <p:cNvPr id="442" name="Google Shape;442;p33"/>
          <p:cNvSpPr txBox="1"/>
          <p:nvPr>
            <p:ph type="title"/>
          </p:nvPr>
        </p:nvSpPr>
        <p:spPr>
          <a:xfrm>
            <a:off x="713225" y="1420775"/>
            <a:ext cx="3519600" cy="1473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 picture always reinforces </a:t>
            </a:r>
            <a:endParaRPr/>
          </a:p>
          <a:p>
            <a:pPr indent="0" lvl="0" marL="0" rtl="0" algn="l">
              <a:spcBef>
                <a:spcPts val="0"/>
              </a:spcBef>
              <a:spcAft>
                <a:spcPts val="0"/>
              </a:spcAft>
              <a:buNone/>
            </a:pPr>
            <a:r>
              <a:rPr lang="en"/>
              <a:t>the concept</a:t>
            </a:r>
            <a:endParaRPr/>
          </a:p>
        </p:txBody>
      </p:sp>
      <p:sp>
        <p:nvSpPr>
          <p:cNvPr id="443" name="Google Shape;443;p33"/>
          <p:cNvSpPr txBox="1"/>
          <p:nvPr>
            <p:ph idx="1" type="subTitle"/>
          </p:nvPr>
        </p:nvSpPr>
        <p:spPr>
          <a:xfrm>
            <a:off x="713225" y="2894100"/>
            <a:ext cx="3519600" cy="1116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Images reveal large amounts of data, so remember: use an image instead of a long text. Your audience will appreciate it</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7" name="Shape 447"/>
        <p:cNvGrpSpPr/>
        <p:nvPr/>
      </p:nvGrpSpPr>
      <p:grpSpPr>
        <a:xfrm>
          <a:off x="0" y="0"/>
          <a:ext cx="0" cy="0"/>
          <a:chOff x="0" y="0"/>
          <a:chExt cx="0" cy="0"/>
        </a:xfrm>
      </p:grpSpPr>
      <p:sp>
        <p:nvSpPr>
          <p:cNvPr id="448" name="Google Shape;448;p34"/>
          <p:cNvSpPr txBox="1"/>
          <p:nvPr>
            <p:ph type="title"/>
          </p:nvPr>
        </p:nvSpPr>
        <p:spPr>
          <a:xfrm>
            <a:off x="1644450" y="1621025"/>
            <a:ext cx="5855100" cy="1910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Awesome words</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2" name="Shape 452"/>
        <p:cNvGrpSpPr/>
        <p:nvPr/>
      </p:nvGrpSpPr>
      <p:grpSpPr>
        <a:xfrm>
          <a:off x="0" y="0"/>
          <a:ext cx="0" cy="0"/>
          <a:chOff x="0" y="0"/>
          <a:chExt cx="0" cy="0"/>
        </a:xfrm>
      </p:grpSpPr>
      <p:sp>
        <p:nvSpPr>
          <p:cNvPr id="453" name="Google Shape;453;p35"/>
          <p:cNvSpPr/>
          <p:nvPr/>
        </p:nvSpPr>
        <p:spPr>
          <a:xfrm>
            <a:off x="5630838" y="3873051"/>
            <a:ext cx="572700" cy="572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a:ea typeface="Barlow"/>
              <a:cs typeface="Barlow"/>
              <a:sym typeface="Barlow"/>
            </a:endParaRPr>
          </a:p>
        </p:txBody>
      </p:sp>
      <p:sp>
        <p:nvSpPr>
          <p:cNvPr id="454" name="Google Shape;454;p35"/>
          <p:cNvSpPr/>
          <p:nvPr/>
        </p:nvSpPr>
        <p:spPr>
          <a:xfrm>
            <a:off x="7302113" y="3873051"/>
            <a:ext cx="572700" cy="572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a:ea typeface="Barlow"/>
              <a:cs typeface="Barlow"/>
              <a:sym typeface="Barlow"/>
            </a:endParaRPr>
          </a:p>
        </p:txBody>
      </p:sp>
      <p:sp>
        <p:nvSpPr>
          <p:cNvPr id="455" name="Google Shape;455;p35"/>
          <p:cNvSpPr/>
          <p:nvPr/>
        </p:nvSpPr>
        <p:spPr>
          <a:xfrm>
            <a:off x="3959563" y="3873051"/>
            <a:ext cx="572700" cy="572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a:ea typeface="Barlow"/>
              <a:cs typeface="Barlow"/>
              <a:sym typeface="Barlow"/>
            </a:endParaRPr>
          </a:p>
        </p:txBody>
      </p:sp>
      <p:grpSp>
        <p:nvGrpSpPr>
          <p:cNvPr id="456" name="Google Shape;456;p35"/>
          <p:cNvGrpSpPr/>
          <p:nvPr/>
        </p:nvGrpSpPr>
        <p:grpSpPr>
          <a:xfrm>
            <a:off x="5324771" y="3693505"/>
            <a:ext cx="1188970" cy="182682"/>
            <a:chOff x="621575" y="2498644"/>
            <a:chExt cx="1272306" cy="195486"/>
          </a:xfrm>
        </p:grpSpPr>
        <p:sp>
          <p:nvSpPr>
            <p:cNvPr id="457" name="Google Shape;457;p35"/>
            <p:cNvSpPr/>
            <p:nvPr/>
          </p:nvSpPr>
          <p:spPr>
            <a:xfrm>
              <a:off x="1257614" y="2498644"/>
              <a:ext cx="213" cy="195486"/>
            </a:xfrm>
            <a:custGeom>
              <a:rect b="b" l="l" r="r" t="t"/>
              <a:pathLst>
                <a:path extrusionOk="0" fill="none" h="916" w="1">
                  <a:moveTo>
                    <a:pt x="1" y="1"/>
                  </a:moveTo>
                  <a:lnTo>
                    <a:pt x="1" y="916"/>
                  </a:lnTo>
                </a:path>
              </a:pathLst>
            </a:custGeom>
            <a:noFill/>
            <a:ln cap="flat" cmpd="sng" w="19050">
              <a:solidFill>
                <a:schemeClr val="dk1"/>
              </a:solidFill>
              <a:prstDash val="solid"/>
              <a:miter lim="5112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35"/>
            <p:cNvSpPr/>
            <p:nvPr/>
          </p:nvSpPr>
          <p:spPr>
            <a:xfrm>
              <a:off x="621575" y="2498644"/>
              <a:ext cx="1272306" cy="213"/>
            </a:xfrm>
            <a:custGeom>
              <a:rect b="b" l="l" r="r" t="t"/>
              <a:pathLst>
                <a:path extrusionOk="0" fill="none" h="1" w="5962">
                  <a:moveTo>
                    <a:pt x="0" y="1"/>
                  </a:moveTo>
                  <a:lnTo>
                    <a:pt x="5962" y="1"/>
                  </a:lnTo>
                </a:path>
              </a:pathLst>
            </a:custGeom>
            <a:noFill/>
            <a:ln cap="flat" cmpd="sng" w="19050">
              <a:solidFill>
                <a:schemeClr val="dk1"/>
              </a:solidFill>
              <a:prstDash val="solid"/>
              <a:miter lim="5112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 name="Google Shape;459;p35"/>
          <p:cNvGrpSpPr/>
          <p:nvPr/>
        </p:nvGrpSpPr>
        <p:grpSpPr>
          <a:xfrm>
            <a:off x="6998023" y="3693505"/>
            <a:ext cx="1188970" cy="182682"/>
            <a:chOff x="621575" y="2498644"/>
            <a:chExt cx="1272306" cy="195486"/>
          </a:xfrm>
        </p:grpSpPr>
        <p:sp>
          <p:nvSpPr>
            <p:cNvPr id="460" name="Google Shape;460;p35"/>
            <p:cNvSpPr/>
            <p:nvPr/>
          </p:nvSpPr>
          <p:spPr>
            <a:xfrm>
              <a:off x="1257614" y="2498644"/>
              <a:ext cx="213" cy="195486"/>
            </a:xfrm>
            <a:custGeom>
              <a:rect b="b" l="l" r="r" t="t"/>
              <a:pathLst>
                <a:path extrusionOk="0" fill="none" h="916" w="1">
                  <a:moveTo>
                    <a:pt x="1" y="1"/>
                  </a:moveTo>
                  <a:lnTo>
                    <a:pt x="1" y="916"/>
                  </a:lnTo>
                </a:path>
              </a:pathLst>
            </a:custGeom>
            <a:noFill/>
            <a:ln cap="flat" cmpd="sng" w="19050">
              <a:solidFill>
                <a:schemeClr val="dk1"/>
              </a:solidFill>
              <a:prstDash val="solid"/>
              <a:miter lim="5112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5"/>
            <p:cNvSpPr/>
            <p:nvPr/>
          </p:nvSpPr>
          <p:spPr>
            <a:xfrm>
              <a:off x="621575" y="2498644"/>
              <a:ext cx="1272306" cy="213"/>
            </a:xfrm>
            <a:custGeom>
              <a:rect b="b" l="l" r="r" t="t"/>
              <a:pathLst>
                <a:path extrusionOk="0" fill="none" h="1" w="5962">
                  <a:moveTo>
                    <a:pt x="0" y="1"/>
                  </a:moveTo>
                  <a:lnTo>
                    <a:pt x="5962" y="1"/>
                  </a:lnTo>
                </a:path>
              </a:pathLst>
            </a:custGeom>
            <a:noFill/>
            <a:ln cap="flat" cmpd="sng" w="19050">
              <a:solidFill>
                <a:schemeClr val="dk1"/>
              </a:solidFill>
              <a:prstDash val="solid"/>
              <a:miter lim="5112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2" name="Google Shape;462;p3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Current situation &amp; problems statement</a:t>
            </a:r>
            <a:endParaRPr/>
          </a:p>
        </p:txBody>
      </p:sp>
      <p:sp>
        <p:nvSpPr>
          <p:cNvPr id="463" name="Google Shape;463;p35"/>
          <p:cNvSpPr/>
          <p:nvPr/>
        </p:nvSpPr>
        <p:spPr>
          <a:xfrm>
            <a:off x="4133446" y="3984835"/>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4" name="Google Shape;464;p35"/>
          <p:cNvGrpSpPr/>
          <p:nvPr/>
        </p:nvGrpSpPr>
        <p:grpSpPr>
          <a:xfrm>
            <a:off x="7392791" y="3971679"/>
            <a:ext cx="399398" cy="375443"/>
            <a:chOff x="849741" y="1959307"/>
            <a:chExt cx="399398" cy="375443"/>
          </a:xfrm>
        </p:grpSpPr>
        <p:sp>
          <p:nvSpPr>
            <p:cNvPr id="465" name="Google Shape;465;p35"/>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35"/>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 name="Google Shape;467;p35"/>
          <p:cNvGrpSpPr/>
          <p:nvPr/>
        </p:nvGrpSpPr>
        <p:grpSpPr>
          <a:xfrm>
            <a:off x="5711787" y="3993229"/>
            <a:ext cx="410829" cy="332343"/>
            <a:chOff x="1278299" y="2439293"/>
            <a:chExt cx="410829" cy="332343"/>
          </a:xfrm>
        </p:grpSpPr>
        <p:sp>
          <p:nvSpPr>
            <p:cNvPr id="468" name="Google Shape;468;p35"/>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5"/>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5"/>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5"/>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35"/>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35"/>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35"/>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35"/>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6" name="Google Shape;476;p35"/>
          <p:cNvSpPr txBox="1"/>
          <p:nvPr/>
        </p:nvSpPr>
        <p:spPr>
          <a:xfrm>
            <a:off x="3938200" y="1851703"/>
            <a:ext cx="6156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500">
                <a:solidFill>
                  <a:schemeClr val="dk1"/>
                </a:solidFill>
                <a:latin typeface="Bricolage Grotesque"/>
                <a:ea typeface="Bricolage Grotesque"/>
                <a:cs typeface="Bricolage Grotesque"/>
                <a:sym typeface="Bricolage Grotesque"/>
              </a:rPr>
              <a:t>1</a:t>
            </a:r>
            <a:endParaRPr b="1" sz="2500">
              <a:solidFill>
                <a:schemeClr val="dk1"/>
              </a:solidFill>
              <a:latin typeface="Bricolage Grotesque"/>
              <a:ea typeface="Bricolage Grotesque"/>
              <a:cs typeface="Bricolage Grotesque"/>
              <a:sym typeface="Bricolage Grotesque"/>
            </a:endParaRPr>
          </a:p>
        </p:txBody>
      </p:sp>
      <p:sp>
        <p:nvSpPr>
          <p:cNvPr id="477" name="Google Shape;477;p35"/>
          <p:cNvSpPr txBox="1"/>
          <p:nvPr/>
        </p:nvSpPr>
        <p:spPr>
          <a:xfrm>
            <a:off x="5611450" y="1851703"/>
            <a:ext cx="6156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500">
                <a:solidFill>
                  <a:schemeClr val="dk1"/>
                </a:solidFill>
                <a:latin typeface="Bricolage Grotesque"/>
                <a:ea typeface="Bricolage Grotesque"/>
                <a:cs typeface="Bricolage Grotesque"/>
                <a:sym typeface="Bricolage Grotesque"/>
              </a:rPr>
              <a:t>2</a:t>
            </a:r>
            <a:endParaRPr b="1" sz="2500">
              <a:solidFill>
                <a:schemeClr val="dk1"/>
              </a:solidFill>
              <a:latin typeface="Bricolage Grotesque"/>
              <a:ea typeface="Bricolage Grotesque"/>
              <a:cs typeface="Bricolage Grotesque"/>
              <a:sym typeface="Bricolage Grotesque"/>
            </a:endParaRPr>
          </a:p>
        </p:txBody>
      </p:sp>
      <p:sp>
        <p:nvSpPr>
          <p:cNvPr id="478" name="Google Shape;478;p35"/>
          <p:cNvSpPr txBox="1"/>
          <p:nvPr/>
        </p:nvSpPr>
        <p:spPr>
          <a:xfrm>
            <a:off x="7284700" y="1851703"/>
            <a:ext cx="6156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500">
                <a:solidFill>
                  <a:schemeClr val="dk1"/>
                </a:solidFill>
                <a:latin typeface="Bricolage Grotesque"/>
                <a:ea typeface="Bricolage Grotesque"/>
                <a:cs typeface="Bricolage Grotesque"/>
                <a:sym typeface="Bricolage Grotesque"/>
              </a:rPr>
              <a:t>3</a:t>
            </a:r>
            <a:endParaRPr b="1" sz="2500">
              <a:solidFill>
                <a:schemeClr val="dk1"/>
              </a:solidFill>
              <a:latin typeface="Bricolage Grotesque"/>
              <a:ea typeface="Bricolage Grotesque"/>
              <a:cs typeface="Bricolage Grotesque"/>
              <a:sym typeface="Bricolage Grotesque"/>
            </a:endParaRPr>
          </a:p>
        </p:txBody>
      </p:sp>
      <p:cxnSp>
        <p:nvCxnSpPr>
          <p:cNvPr id="479" name="Google Shape;479;p35"/>
          <p:cNvCxnSpPr/>
          <p:nvPr/>
        </p:nvCxnSpPr>
        <p:spPr>
          <a:xfrm>
            <a:off x="3415650" y="1447154"/>
            <a:ext cx="0" cy="2982000"/>
          </a:xfrm>
          <a:prstGeom prst="straightConnector1">
            <a:avLst/>
          </a:prstGeom>
          <a:noFill/>
          <a:ln cap="flat" cmpd="sng" w="19050">
            <a:solidFill>
              <a:schemeClr val="dk1"/>
            </a:solidFill>
            <a:prstDash val="solid"/>
            <a:round/>
            <a:headEnd len="med" w="med" type="none"/>
            <a:tailEnd len="med" w="med" type="none"/>
          </a:ln>
        </p:spPr>
      </p:cxnSp>
      <p:cxnSp>
        <p:nvCxnSpPr>
          <p:cNvPr id="480" name="Google Shape;480;p35"/>
          <p:cNvCxnSpPr/>
          <p:nvPr/>
        </p:nvCxnSpPr>
        <p:spPr>
          <a:xfrm>
            <a:off x="4742556" y="4159401"/>
            <a:ext cx="373200" cy="0"/>
          </a:xfrm>
          <a:prstGeom prst="straightConnector1">
            <a:avLst/>
          </a:prstGeom>
          <a:noFill/>
          <a:ln cap="flat" cmpd="sng" w="19050">
            <a:solidFill>
              <a:schemeClr val="dk1"/>
            </a:solidFill>
            <a:prstDash val="solid"/>
            <a:round/>
            <a:headEnd len="med" w="med" type="none"/>
            <a:tailEnd len="med" w="med" type="triangle"/>
          </a:ln>
        </p:spPr>
      </p:cxnSp>
      <p:cxnSp>
        <p:nvCxnSpPr>
          <p:cNvPr id="481" name="Google Shape;481;p35"/>
          <p:cNvCxnSpPr/>
          <p:nvPr/>
        </p:nvCxnSpPr>
        <p:spPr>
          <a:xfrm>
            <a:off x="6496993" y="4159401"/>
            <a:ext cx="373200" cy="0"/>
          </a:xfrm>
          <a:prstGeom prst="straightConnector1">
            <a:avLst/>
          </a:prstGeom>
          <a:noFill/>
          <a:ln cap="flat" cmpd="sng" w="19050">
            <a:solidFill>
              <a:schemeClr val="dk1"/>
            </a:solidFill>
            <a:prstDash val="solid"/>
            <a:round/>
            <a:headEnd len="med" w="med" type="none"/>
            <a:tailEnd len="med" w="med" type="triangle"/>
          </a:ln>
        </p:spPr>
      </p:cxnSp>
      <p:sp>
        <p:nvSpPr>
          <p:cNvPr id="482" name="Google Shape;482;p35"/>
          <p:cNvSpPr txBox="1"/>
          <p:nvPr/>
        </p:nvSpPr>
        <p:spPr>
          <a:xfrm>
            <a:off x="720004" y="1325825"/>
            <a:ext cx="2615700" cy="4881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Clr>
                <a:srgbClr val="000000"/>
              </a:buClr>
              <a:buSzPts val="1100"/>
              <a:buFont typeface="Arial"/>
              <a:buNone/>
            </a:pPr>
            <a:r>
              <a:rPr b="1" lang="en" sz="2000">
                <a:solidFill>
                  <a:schemeClr val="accent3"/>
                </a:solidFill>
                <a:latin typeface="Bricolage Grotesque"/>
                <a:ea typeface="Bricolage Grotesque"/>
                <a:cs typeface="Bricolage Grotesque"/>
                <a:sym typeface="Bricolage Grotesque"/>
              </a:rPr>
              <a:t>Current situation</a:t>
            </a:r>
            <a:endParaRPr b="1" sz="2000">
              <a:solidFill>
                <a:schemeClr val="accent3"/>
              </a:solidFill>
              <a:latin typeface="Bricolage Grotesque"/>
              <a:ea typeface="Bricolage Grotesque"/>
              <a:cs typeface="Bricolage Grotesque"/>
              <a:sym typeface="Bricolage Grotesque"/>
            </a:endParaRPr>
          </a:p>
        </p:txBody>
      </p:sp>
      <p:sp>
        <p:nvSpPr>
          <p:cNvPr id="483" name="Google Shape;483;p35"/>
          <p:cNvSpPr txBox="1"/>
          <p:nvPr/>
        </p:nvSpPr>
        <p:spPr>
          <a:xfrm>
            <a:off x="719875" y="1777632"/>
            <a:ext cx="2615700" cy="16521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1200">
                <a:solidFill>
                  <a:schemeClr val="dk1"/>
                </a:solidFill>
                <a:latin typeface="Barlow"/>
                <a:ea typeface="Barlow"/>
                <a:cs typeface="Barlow"/>
                <a:sym typeface="Barlow"/>
              </a:rPr>
              <a:t>Jupiter is a gas giant and the biggest planet in the Solar System. It's the fourth-brightest object in the night sky. It was named after the Roman god of the skies and lightning</a:t>
            </a:r>
            <a:endParaRPr sz="1200">
              <a:solidFill>
                <a:schemeClr val="dk1"/>
              </a:solidFill>
              <a:latin typeface="Barlow"/>
              <a:ea typeface="Barlow"/>
              <a:cs typeface="Barlow"/>
              <a:sym typeface="Barlow"/>
            </a:endParaRPr>
          </a:p>
        </p:txBody>
      </p:sp>
      <p:sp>
        <p:nvSpPr>
          <p:cNvPr id="484" name="Google Shape;484;p35"/>
          <p:cNvSpPr txBox="1"/>
          <p:nvPr/>
        </p:nvSpPr>
        <p:spPr>
          <a:xfrm>
            <a:off x="3495700" y="1325825"/>
            <a:ext cx="4928400" cy="488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b="1" lang="en" sz="2000">
                <a:solidFill>
                  <a:schemeClr val="accent3"/>
                </a:solidFill>
                <a:latin typeface="Bricolage Grotesque"/>
                <a:ea typeface="Bricolage Grotesque"/>
                <a:cs typeface="Bricolage Grotesque"/>
                <a:sym typeface="Bricolage Grotesque"/>
              </a:rPr>
              <a:t>Problems</a:t>
            </a:r>
            <a:endParaRPr b="1" sz="2000">
              <a:solidFill>
                <a:schemeClr val="accent3"/>
              </a:solidFill>
              <a:latin typeface="Bricolage Grotesque"/>
              <a:ea typeface="Bricolage Grotesque"/>
              <a:cs typeface="Bricolage Grotesque"/>
              <a:sym typeface="Bricolage Grotesque"/>
            </a:endParaRPr>
          </a:p>
        </p:txBody>
      </p:sp>
      <p:grpSp>
        <p:nvGrpSpPr>
          <p:cNvPr id="485" name="Google Shape;485;p35"/>
          <p:cNvGrpSpPr/>
          <p:nvPr/>
        </p:nvGrpSpPr>
        <p:grpSpPr>
          <a:xfrm>
            <a:off x="3651527" y="3693505"/>
            <a:ext cx="1210500" cy="182682"/>
            <a:chOff x="3651527" y="3693505"/>
            <a:chExt cx="1210500" cy="182682"/>
          </a:xfrm>
        </p:grpSpPr>
        <p:cxnSp>
          <p:nvCxnSpPr>
            <p:cNvPr id="486" name="Google Shape;486;p35"/>
            <p:cNvCxnSpPr/>
            <p:nvPr/>
          </p:nvCxnSpPr>
          <p:spPr>
            <a:xfrm>
              <a:off x="3651527" y="3693600"/>
              <a:ext cx="1210500" cy="0"/>
            </a:xfrm>
            <a:prstGeom prst="straightConnector1">
              <a:avLst/>
            </a:prstGeom>
            <a:noFill/>
            <a:ln cap="flat" cmpd="sng" w="19050">
              <a:solidFill>
                <a:schemeClr val="dk1"/>
              </a:solidFill>
              <a:prstDash val="solid"/>
              <a:round/>
              <a:headEnd len="med" w="med" type="none"/>
              <a:tailEnd len="med" w="med" type="none"/>
            </a:ln>
          </p:spPr>
        </p:cxnSp>
        <p:sp>
          <p:nvSpPr>
            <p:cNvPr id="487" name="Google Shape;487;p35"/>
            <p:cNvSpPr/>
            <p:nvPr/>
          </p:nvSpPr>
          <p:spPr>
            <a:xfrm>
              <a:off x="4245893" y="3693505"/>
              <a:ext cx="199" cy="182682"/>
            </a:xfrm>
            <a:custGeom>
              <a:rect b="b" l="l" r="r" t="t"/>
              <a:pathLst>
                <a:path extrusionOk="0" fill="none" h="916" w="1">
                  <a:moveTo>
                    <a:pt x="1" y="1"/>
                  </a:moveTo>
                  <a:lnTo>
                    <a:pt x="1" y="916"/>
                  </a:lnTo>
                </a:path>
              </a:pathLst>
            </a:custGeom>
            <a:noFill/>
            <a:ln cap="flat" cmpd="sng" w="19050">
              <a:solidFill>
                <a:schemeClr val="dk1"/>
              </a:solidFill>
              <a:prstDash val="solid"/>
              <a:miter lim="5112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8" name="Google Shape;488;p35"/>
          <p:cNvSpPr txBox="1"/>
          <p:nvPr/>
        </p:nvSpPr>
        <p:spPr>
          <a:xfrm>
            <a:off x="3495700" y="2390965"/>
            <a:ext cx="1500600" cy="4389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b="1" lang="en" sz="2000">
                <a:solidFill>
                  <a:schemeClr val="accent3"/>
                </a:solidFill>
                <a:latin typeface="Bricolage Grotesque"/>
                <a:ea typeface="Bricolage Grotesque"/>
                <a:cs typeface="Bricolage Grotesque"/>
                <a:sym typeface="Bricolage Grotesque"/>
              </a:rPr>
              <a:t>Earth</a:t>
            </a:r>
            <a:endParaRPr b="1" sz="2000">
              <a:solidFill>
                <a:schemeClr val="accent3"/>
              </a:solidFill>
              <a:latin typeface="Bricolage Grotesque"/>
              <a:ea typeface="Bricolage Grotesque"/>
              <a:cs typeface="Bricolage Grotesque"/>
              <a:sym typeface="Bricolage Grotesque"/>
            </a:endParaRPr>
          </a:p>
        </p:txBody>
      </p:sp>
      <p:sp>
        <p:nvSpPr>
          <p:cNvPr id="489" name="Google Shape;489;p35"/>
          <p:cNvSpPr txBox="1"/>
          <p:nvPr/>
        </p:nvSpPr>
        <p:spPr>
          <a:xfrm>
            <a:off x="3495700" y="2787467"/>
            <a:ext cx="1500600" cy="8265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Barlow"/>
                <a:ea typeface="Barlow"/>
                <a:cs typeface="Barlow"/>
                <a:sym typeface="Barlow"/>
              </a:rPr>
              <a:t>Earth is the third planet from the Sun and has life</a:t>
            </a:r>
            <a:endParaRPr sz="1200">
              <a:solidFill>
                <a:schemeClr val="dk1"/>
              </a:solidFill>
              <a:latin typeface="Barlow"/>
              <a:ea typeface="Barlow"/>
              <a:cs typeface="Barlow"/>
              <a:sym typeface="Barlow"/>
            </a:endParaRPr>
          </a:p>
        </p:txBody>
      </p:sp>
      <p:sp>
        <p:nvSpPr>
          <p:cNvPr id="490" name="Google Shape;490;p35"/>
          <p:cNvSpPr txBox="1"/>
          <p:nvPr/>
        </p:nvSpPr>
        <p:spPr>
          <a:xfrm>
            <a:off x="5168956" y="2390965"/>
            <a:ext cx="1500600" cy="4389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b="1" lang="en" sz="2000">
                <a:solidFill>
                  <a:schemeClr val="accent3"/>
                </a:solidFill>
                <a:latin typeface="Bricolage Grotesque"/>
                <a:ea typeface="Bricolage Grotesque"/>
                <a:cs typeface="Bricolage Grotesque"/>
                <a:sym typeface="Bricolage Grotesque"/>
              </a:rPr>
              <a:t>Mars</a:t>
            </a:r>
            <a:endParaRPr b="1" sz="2000">
              <a:solidFill>
                <a:schemeClr val="accent3"/>
              </a:solidFill>
              <a:latin typeface="Bricolage Grotesque"/>
              <a:ea typeface="Bricolage Grotesque"/>
              <a:cs typeface="Bricolage Grotesque"/>
              <a:sym typeface="Bricolage Grotesque"/>
            </a:endParaRPr>
          </a:p>
        </p:txBody>
      </p:sp>
      <p:sp>
        <p:nvSpPr>
          <p:cNvPr id="491" name="Google Shape;491;p35"/>
          <p:cNvSpPr txBox="1"/>
          <p:nvPr/>
        </p:nvSpPr>
        <p:spPr>
          <a:xfrm>
            <a:off x="5168952" y="2787467"/>
            <a:ext cx="1500600" cy="8265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Barlow"/>
                <a:ea typeface="Barlow"/>
                <a:cs typeface="Barlow"/>
                <a:sym typeface="Barlow"/>
              </a:rPr>
              <a:t>Despite being red, Mars is actually a cold place</a:t>
            </a:r>
            <a:endParaRPr sz="1200">
              <a:solidFill>
                <a:schemeClr val="dk1"/>
              </a:solidFill>
              <a:latin typeface="Barlow"/>
              <a:ea typeface="Barlow"/>
              <a:cs typeface="Barlow"/>
              <a:sym typeface="Barlow"/>
            </a:endParaRPr>
          </a:p>
        </p:txBody>
      </p:sp>
      <p:sp>
        <p:nvSpPr>
          <p:cNvPr id="492" name="Google Shape;492;p35"/>
          <p:cNvSpPr txBox="1"/>
          <p:nvPr/>
        </p:nvSpPr>
        <p:spPr>
          <a:xfrm>
            <a:off x="6842208" y="2390965"/>
            <a:ext cx="1500600" cy="4389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b="1" lang="en" sz="2000">
                <a:solidFill>
                  <a:schemeClr val="accent3"/>
                </a:solidFill>
                <a:latin typeface="Bricolage Grotesque"/>
                <a:ea typeface="Bricolage Grotesque"/>
                <a:cs typeface="Bricolage Grotesque"/>
                <a:sym typeface="Bricolage Grotesque"/>
              </a:rPr>
              <a:t>Mercury</a:t>
            </a:r>
            <a:endParaRPr b="1" sz="2000">
              <a:solidFill>
                <a:schemeClr val="accent3"/>
              </a:solidFill>
              <a:latin typeface="Bricolage Grotesque"/>
              <a:ea typeface="Bricolage Grotesque"/>
              <a:cs typeface="Bricolage Grotesque"/>
              <a:sym typeface="Bricolage Grotesque"/>
            </a:endParaRPr>
          </a:p>
        </p:txBody>
      </p:sp>
      <p:sp>
        <p:nvSpPr>
          <p:cNvPr id="493" name="Google Shape;493;p35"/>
          <p:cNvSpPr txBox="1"/>
          <p:nvPr/>
        </p:nvSpPr>
        <p:spPr>
          <a:xfrm>
            <a:off x="6842208" y="2787467"/>
            <a:ext cx="1500600" cy="8265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Barlow"/>
                <a:ea typeface="Barlow"/>
                <a:cs typeface="Barlow"/>
                <a:sym typeface="Barlow"/>
              </a:rPr>
              <a:t>Mercury is the smallest planet in the System</a:t>
            </a:r>
            <a:endParaRPr sz="1200">
              <a:solidFill>
                <a:schemeClr val="dk1"/>
              </a:solidFill>
              <a:latin typeface="Barlow"/>
              <a:ea typeface="Barlow"/>
              <a:cs typeface="Barlow"/>
              <a:sym typeface="Barlow"/>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7" name="Shape 497"/>
        <p:cNvGrpSpPr/>
        <p:nvPr/>
      </p:nvGrpSpPr>
      <p:grpSpPr>
        <a:xfrm>
          <a:off x="0" y="0"/>
          <a:ext cx="0" cy="0"/>
          <a:chOff x="0" y="0"/>
          <a:chExt cx="0" cy="0"/>
        </a:xfrm>
      </p:grpSpPr>
      <p:sp>
        <p:nvSpPr>
          <p:cNvPr id="498" name="Google Shape;498;p36"/>
          <p:cNvSpPr txBox="1"/>
          <p:nvPr/>
        </p:nvSpPr>
        <p:spPr>
          <a:xfrm>
            <a:off x="737275" y="1413225"/>
            <a:ext cx="493800" cy="527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3000">
                <a:solidFill>
                  <a:schemeClr val="dk1"/>
                </a:solidFill>
                <a:latin typeface="Bricolage Grotesque"/>
                <a:ea typeface="Bricolage Grotesque"/>
                <a:cs typeface="Bricolage Grotesque"/>
                <a:sym typeface="Bricolage Grotesque"/>
              </a:rPr>
              <a:t>1</a:t>
            </a:r>
            <a:endParaRPr b="1" sz="3000">
              <a:solidFill>
                <a:schemeClr val="dk1"/>
              </a:solidFill>
              <a:latin typeface="Bricolage Grotesque"/>
              <a:ea typeface="Bricolage Grotesque"/>
              <a:cs typeface="Bricolage Grotesque"/>
              <a:sym typeface="Bricolage Grotesque"/>
            </a:endParaRPr>
          </a:p>
        </p:txBody>
      </p:sp>
      <p:sp>
        <p:nvSpPr>
          <p:cNvPr id="499" name="Google Shape;499;p36"/>
          <p:cNvSpPr txBox="1"/>
          <p:nvPr/>
        </p:nvSpPr>
        <p:spPr>
          <a:xfrm>
            <a:off x="737275" y="2533775"/>
            <a:ext cx="493800" cy="527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3000">
                <a:solidFill>
                  <a:schemeClr val="dk1"/>
                </a:solidFill>
                <a:latin typeface="Bricolage Grotesque"/>
                <a:ea typeface="Bricolage Grotesque"/>
                <a:cs typeface="Bricolage Grotesque"/>
                <a:sym typeface="Bricolage Grotesque"/>
              </a:rPr>
              <a:t>2</a:t>
            </a:r>
            <a:endParaRPr b="1" sz="3000">
              <a:solidFill>
                <a:schemeClr val="dk1"/>
              </a:solidFill>
              <a:latin typeface="Bricolage Grotesque"/>
              <a:ea typeface="Bricolage Grotesque"/>
              <a:cs typeface="Bricolage Grotesque"/>
              <a:sym typeface="Bricolage Grotesque"/>
            </a:endParaRPr>
          </a:p>
        </p:txBody>
      </p:sp>
      <p:sp>
        <p:nvSpPr>
          <p:cNvPr id="500" name="Google Shape;500;p36"/>
          <p:cNvSpPr txBox="1"/>
          <p:nvPr/>
        </p:nvSpPr>
        <p:spPr>
          <a:xfrm>
            <a:off x="737275" y="3654325"/>
            <a:ext cx="493800" cy="527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3000">
                <a:solidFill>
                  <a:schemeClr val="dk1"/>
                </a:solidFill>
                <a:latin typeface="Bricolage Grotesque"/>
                <a:ea typeface="Bricolage Grotesque"/>
                <a:cs typeface="Bricolage Grotesque"/>
                <a:sym typeface="Bricolage Grotesque"/>
              </a:rPr>
              <a:t>3</a:t>
            </a:r>
            <a:endParaRPr b="1" sz="3000">
              <a:solidFill>
                <a:schemeClr val="dk1"/>
              </a:solidFill>
              <a:latin typeface="Bricolage Grotesque"/>
              <a:ea typeface="Bricolage Grotesque"/>
              <a:cs typeface="Bricolage Grotesque"/>
              <a:sym typeface="Bricolage Grotesque"/>
            </a:endParaRPr>
          </a:p>
        </p:txBody>
      </p:sp>
      <p:sp>
        <p:nvSpPr>
          <p:cNvPr id="501" name="Google Shape;501;p3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Hypotheses</a:t>
            </a:r>
            <a:endParaRPr/>
          </a:p>
        </p:txBody>
      </p:sp>
      <p:sp>
        <p:nvSpPr>
          <p:cNvPr id="502" name="Google Shape;502;p36"/>
          <p:cNvSpPr txBox="1"/>
          <p:nvPr>
            <p:ph idx="1" type="subTitle"/>
          </p:nvPr>
        </p:nvSpPr>
        <p:spPr>
          <a:xfrm>
            <a:off x="1294375" y="1634311"/>
            <a:ext cx="7129800" cy="52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System—it’s only a bit larger than the Moon. The planet’s name has nothing to do with the liquid metal</a:t>
            </a:r>
            <a:endParaRPr/>
          </a:p>
        </p:txBody>
      </p:sp>
      <p:sp>
        <p:nvSpPr>
          <p:cNvPr id="503" name="Google Shape;503;p36"/>
          <p:cNvSpPr txBox="1"/>
          <p:nvPr>
            <p:ph idx="2" type="subTitle"/>
          </p:nvPr>
        </p:nvSpPr>
        <p:spPr>
          <a:xfrm>
            <a:off x="1294385" y="2753835"/>
            <a:ext cx="7129800" cy="52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hot—even hotter than Mercury—and its atmosphere is extremely poisonous</a:t>
            </a:r>
            <a:endParaRPr/>
          </a:p>
        </p:txBody>
      </p:sp>
      <p:sp>
        <p:nvSpPr>
          <p:cNvPr id="504" name="Google Shape;504;p36"/>
          <p:cNvSpPr txBox="1"/>
          <p:nvPr>
            <p:ph idx="3" type="subTitle"/>
          </p:nvPr>
        </p:nvSpPr>
        <p:spPr>
          <a:xfrm>
            <a:off x="1294385" y="3873359"/>
            <a:ext cx="7129800" cy="52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gas giant and the biggest planet in the Solar System. It's the fourth-brightest object in the night sky. It was named after the Roman god of the skies and lightning</a:t>
            </a:r>
            <a:endParaRPr/>
          </a:p>
        </p:txBody>
      </p:sp>
      <p:sp>
        <p:nvSpPr>
          <p:cNvPr id="505" name="Google Shape;505;p36"/>
          <p:cNvSpPr txBox="1"/>
          <p:nvPr>
            <p:ph idx="4" type="subTitle"/>
          </p:nvPr>
        </p:nvSpPr>
        <p:spPr>
          <a:xfrm>
            <a:off x="1294375" y="1329825"/>
            <a:ext cx="7129800" cy="42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Hypothesis 1</a:t>
            </a:r>
            <a:endParaRPr/>
          </a:p>
        </p:txBody>
      </p:sp>
      <p:sp>
        <p:nvSpPr>
          <p:cNvPr id="506" name="Google Shape;506;p36"/>
          <p:cNvSpPr txBox="1"/>
          <p:nvPr>
            <p:ph idx="5" type="subTitle"/>
          </p:nvPr>
        </p:nvSpPr>
        <p:spPr>
          <a:xfrm>
            <a:off x="1294375" y="2450375"/>
            <a:ext cx="7129800" cy="42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Hypothesis 2</a:t>
            </a:r>
            <a:endParaRPr/>
          </a:p>
        </p:txBody>
      </p:sp>
      <p:sp>
        <p:nvSpPr>
          <p:cNvPr id="507" name="Google Shape;507;p36"/>
          <p:cNvSpPr txBox="1"/>
          <p:nvPr>
            <p:ph idx="6" type="subTitle"/>
          </p:nvPr>
        </p:nvSpPr>
        <p:spPr>
          <a:xfrm>
            <a:off x="1294375" y="3570925"/>
            <a:ext cx="7129800" cy="42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Hypothesis 3</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1" name="Shape 511"/>
        <p:cNvGrpSpPr/>
        <p:nvPr/>
      </p:nvGrpSpPr>
      <p:grpSpPr>
        <a:xfrm>
          <a:off x="0" y="0"/>
          <a:ext cx="0" cy="0"/>
          <a:chOff x="0" y="0"/>
          <a:chExt cx="0" cy="0"/>
        </a:xfrm>
      </p:grpSpPr>
      <p:sp>
        <p:nvSpPr>
          <p:cNvPr id="512" name="Google Shape;512;p3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L</a:t>
            </a:r>
            <a:r>
              <a:rPr lang="en"/>
              <a:t>iterature review</a:t>
            </a:r>
            <a:endParaRPr/>
          </a:p>
        </p:txBody>
      </p:sp>
      <p:sp>
        <p:nvSpPr>
          <p:cNvPr id="513" name="Google Shape;513;p37"/>
          <p:cNvSpPr txBox="1"/>
          <p:nvPr>
            <p:ph idx="1" type="body"/>
          </p:nvPr>
        </p:nvSpPr>
        <p:spPr>
          <a:xfrm>
            <a:off x="1310550" y="1215750"/>
            <a:ext cx="6538800" cy="32331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Font typeface="Nunito"/>
              <a:buChar char="●"/>
            </a:pPr>
            <a:r>
              <a:rPr lang="en"/>
              <a:t>AUTHOR. (YEAR). </a:t>
            </a:r>
            <a:r>
              <a:rPr i="1" lang="en"/>
              <a:t>Title of the publication</a:t>
            </a:r>
            <a:r>
              <a:rPr lang="en"/>
              <a:t>. Publisher</a:t>
            </a:r>
            <a:endParaRPr/>
          </a:p>
          <a:p>
            <a:pPr indent="-317500" lvl="1" marL="914400" rtl="0" algn="l">
              <a:spcBef>
                <a:spcPts val="0"/>
              </a:spcBef>
              <a:spcAft>
                <a:spcPts val="0"/>
              </a:spcAft>
              <a:buSzPts val="1400"/>
              <a:buFont typeface="Nunito Light"/>
              <a:buChar char="○"/>
            </a:pPr>
            <a:r>
              <a:rPr lang="en"/>
              <a:t>Mercury is the closest planet to the Sun and the smallest one </a:t>
            </a:r>
            <a:endParaRPr/>
          </a:p>
          <a:p>
            <a:pPr indent="-317500" lvl="0" marL="457200" rtl="0" algn="l">
              <a:spcBef>
                <a:spcPts val="1000"/>
              </a:spcBef>
              <a:spcAft>
                <a:spcPts val="0"/>
              </a:spcAft>
              <a:buSzPts val="1400"/>
              <a:buFont typeface="Nunito"/>
              <a:buChar char="●"/>
            </a:pPr>
            <a:r>
              <a:rPr lang="en"/>
              <a:t>AUTHOR. (YEAR). </a:t>
            </a:r>
            <a:r>
              <a:rPr i="1" lang="en"/>
              <a:t>Title of the publication</a:t>
            </a:r>
            <a:r>
              <a:rPr lang="en"/>
              <a:t>. Publisher</a:t>
            </a:r>
            <a:endParaRPr/>
          </a:p>
          <a:p>
            <a:pPr indent="-317500" lvl="1" marL="914400" rtl="0" algn="l">
              <a:spcBef>
                <a:spcPts val="0"/>
              </a:spcBef>
              <a:spcAft>
                <a:spcPts val="0"/>
              </a:spcAft>
              <a:buSzPts val="1400"/>
              <a:buFont typeface="Nunito Light"/>
              <a:buChar char="○"/>
            </a:pPr>
            <a:r>
              <a:rPr lang="en"/>
              <a:t>Mars is full of iron oxide dust, which gives the planet its reddish cast</a:t>
            </a:r>
            <a:endParaRPr/>
          </a:p>
          <a:p>
            <a:pPr indent="-317500" lvl="0" marL="457200" rtl="0" algn="l">
              <a:spcBef>
                <a:spcPts val="1000"/>
              </a:spcBef>
              <a:spcAft>
                <a:spcPts val="0"/>
              </a:spcAft>
              <a:buSzPts val="1400"/>
              <a:buFont typeface="Nunito"/>
              <a:buChar char="●"/>
            </a:pPr>
            <a:r>
              <a:rPr lang="en"/>
              <a:t>AUTHOR. (YEAR). </a:t>
            </a:r>
            <a:r>
              <a:rPr i="1" lang="en"/>
              <a:t>Title of the publication</a:t>
            </a:r>
            <a:r>
              <a:rPr lang="en"/>
              <a:t>. Publisher</a:t>
            </a:r>
            <a:endParaRPr/>
          </a:p>
          <a:p>
            <a:pPr indent="-317500" lvl="1" marL="914400" rtl="0" algn="l">
              <a:spcBef>
                <a:spcPts val="0"/>
              </a:spcBef>
              <a:spcAft>
                <a:spcPts val="0"/>
              </a:spcAft>
              <a:buSzPts val="1400"/>
              <a:buFont typeface="Nunito Light"/>
              <a:buChar char="○"/>
            </a:pPr>
            <a:r>
              <a:rPr lang="en"/>
              <a:t>Jupiter is a gas giant and the biggest planet in the Solar System</a:t>
            </a:r>
            <a:endParaRPr/>
          </a:p>
          <a:p>
            <a:pPr indent="-317500" lvl="0" marL="457200" rtl="0" algn="l">
              <a:spcBef>
                <a:spcPts val="1000"/>
              </a:spcBef>
              <a:spcAft>
                <a:spcPts val="0"/>
              </a:spcAft>
              <a:buSzPts val="1400"/>
              <a:buFont typeface="Nunito"/>
              <a:buChar char="●"/>
            </a:pPr>
            <a:r>
              <a:rPr lang="en"/>
              <a:t>AUTHOR. (YEAR). </a:t>
            </a:r>
            <a:r>
              <a:rPr i="1" lang="en"/>
              <a:t>Title of the publication</a:t>
            </a:r>
            <a:r>
              <a:rPr lang="en"/>
              <a:t>. Publisher</a:t>
            </a:r>
            <a:endParaRPr/>
          </a:p>
          <a:p>
            <a:pPr indent="-317500" lvl="1" marL="914400" rtl="0" algn="l">
              <a:spcBef>
                <a:spcPts val="0"/>
              </a:spcBef>
              <a:spcAft>
                <a:spcPts val="0"/>
              </a:spcAft>
              <a:buSzPts val="1400"/>
              <a:buFont typeface="Nunito Light"/>
              <a:buChar char="○"/>
            </a:pPr>
            <a:r>
              <a:rPr lang="en"/>
              <a:t>Venus has a beautiful name and is the second planet from the Sun</a:t>
            </a:r>
            <a:endParaRPr/>
          </a:p>
          <a:p>
            <a:pPr indent="-317500" lvl="0" marL="457200" rtl="0" algn="l">
              <a:spcBef>
                <a:spcPts val="1000"/>
              </a:spcBef>
              <a:spcAft>
                <a:spcPts val="0"/>
              </a:spcAft>
              <a:buSzPts val="1400"/>
              <a:buFont typeface="Nunito"/>
              <a:buChar char="●"/>
            </a:pPr>
            <a:r>
              <a:rPr lang="en"/>
              <a:t>AUTHOR. (YEAR). </a:t>
            </a:r>
            <a:r>
              <a:rPr i="1" lang="en"/>
              <a:t>Title of the publication</a:t>
            </a:r>
            <a:r>
              <a:rPr lang="en"/>
              <a:t>. Publisher</a:t>
            </a:r>
            <a:endParaRPr/>
          </a:p>
          <a:p>
            <a:pPr indent="-317500" lvl="1" marL="914400" rtl="0" algn="l">
              <a:spcBef>
                <a:spcPts val="0"/>
              </a:spcBef>
              <a:spcAft>
                <a:spcPts val="0"/>
              </a:spcAft>
              <a:buSzPts val="1400"/>
              <a:buFont typeface="Nunito Light"/>
              <a:buChar char="○"/>
            </a:pPr>
            <a:r>
              <a:rPr lang="en"/>
              <a:t>Earth is the third planet from the Sun and harbors life</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7" name="Shape 517"/>
        <p:cNvGrpSpPr/>
        <p:nvPr/>
      </p:nvGrpSpPr>
      <p:grpSpPr>
        <a:xfrm>
          <a:off x="0" y="0"/>
          <a:ext cx="0" cy="0"/>
          <a:chOff x="0" y="0"/>
          <a:chExt cx="0" cy="0"/>
        </a:xfrm>
      </p:grpSpPr>
      <p:sp>
        <p:nvSpPr>
          <p:cNvPr id="518" name="Google Shape;518;p3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Theoretical framework</a:t>
            </a:r>
            <a:endParaRPr/>
          </a:p>
        </p:txBody>
      </p:sp>
      <p:sp>
        <p:nvSpPr>
          <p:cNvPr id="519" name="Google Shape;519;p38"/>
          <p:cNvSpPr txBox="1"/>
          <p:nvPr/>
        </p:nvSpPr>
        <p:spPr>
          <a:xfrm>
            <a:off x="1336925" y="1229625"/>
            <a:ext cx="3487200" cy="4227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accent3"/>
                </a:solidFill>
                <a:latin typeface="Bricolage Grotesque"/>
                <a:ea typeface="Bricolage Grotesque"/>
                <a:cs typeface="Bricolage Grotesque"/>
                <a:sym typeface="Bricolage Grotesque"/>
              </a:rPr>
              <a:t>Theoretical framework</a:t>
            </a:r>
            <a:endParaRPr b="1" sz="2000">
              <a:solidFill>
                <a:schemeClr val="accent3"/>
              </a:solidFill>
              <a:latin typeface="Bricolage Grotesque"/>
              <a:ea typeface="Bricolage Grotesque"/>
              <a:cs typeface="Bricolage Grotesque"/>
              <a:sym typeface="Bricolage Grotesque"/>
            </a:endParaRPr>
          </a:p>
        </p:txBody>
      </p:sp>
      <p:sp>
        <p:nvSpPr>
          <p:cNvPr id="520" name="Google Shape;520;p38"/>
          <p:cNvSpPr txBox="1"/>
          <p:nvPr/>
        </p:nvSpPr>
        <p:spPr>
          <a:xfrm>
            <a:off x="713225" y="1929075"/>
            <a:ext cx="2034300" cy="4227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accent3"/>
                </a:solidFill>
                <a:latin typeface="Bricolage Grotesque"/>
                <a:ea typeface="Bricolage Grotesque"/>
                <a:cs typeface="Bricolage Grotesque"/>
                <a:sym typeface="Bricolage Grotesque"/>
              </a:rPr>
              <a:t>Key terms</a:t>
            </a:r>
            <a:endParaRPr b="1" sz="2000">
              <a:solidFill>
                <a:schemeClr val="accent3"/>
              </a:solidFill>
              <a:latin typeface="Bricolage Grotesque"/>
              <a:ea typeface="Bricolage Grotesque"/>
              <a:cs typeface="Bricolage Grotesque"/>
              <a:sym typeface="Bricolage Grotesque"/>
            </a:endParaRPr>
          </a:p>
        </p:txBody>
      </p:sp>
      <p:sp>
        <p:nvSpPr>
          <p:cNvPr id="521" name="Google Shape;521;p38"/>
          <p:cNvSpPr txBox="1"/>
          <p:nvPr/>
        </p:nvSpPr>
        <p:spPr>
          <a:xfrm>
            <a:off x="3101846" y="1929075"/>
            <a:ext cx="2775300" cy="4227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accent3"/>
                </a:solidFill>
                <a:latin typeface="Bricolage Grotesque"/>
                <a:ea typeface="Bricolage Grotesque"/>
                <a:cs typeface="Bricolage Grotesque"/>
                <a:sym typeface="Bricolage Grotesque"/>
              </a:rPr>
              <a:t>Relevant theories</a:t>
            </a:r>
            <a:endParaRPr b="1" sz="2000">
              <a:solidFill>
                <a:schemeClr val="accent3"/>
              </a:solidFill>
              <a:latin typeface="Bricolage Grotesque"/>
              <a:ea typeface="Bricolage Grotesque"/>
              <a:cs typeface="Bricolage Grotesque"/>
              <a:sym typeface="Bricolage Grotesque"/>
            </a:endParaRPr>
          </a:p>
        </p:txBody>
      </p:sp>
      <p:sp>
        <p:nvSpPr>
          <p:cNvPr id="522" name="Google Shape;522;p38"/>
          <p:cNvSpPr txBox="1"/>
          <p:nvPr/>
        </p:nvSpPr>
        <p:spPr>
          <a:xfrm>
            <a:off x="713227" y="2259035"/>
            <a:ext cx="2034300" cy="984300"/>
          </a:xfrm>
          <a:prstGeom prst="rect">
            <a:avLst/>
          </a:prstGeom>
          <a:noFill/>
          <a:ln>
            <a:noFill/>
          </a:ln>
        </p:spPr>
        <p:txBody>
          <a:bodyPr anchorCtr="0" anchor="t" bIns="91425" lIns="91425" spcFirstLastPara="1" rIns="91425" wrap="square" tIns="91425">
            <a:noAutofit/>
          </a:bodyPr>
          <a:lstStyle/>
          <a:p>
            <a:pPr indent="-317500" lvl="0" marL="285750" rtl="0" algn="l">
              <a:lnSpc>
                <a:spcPct val="115000"/>
              </a:lnSpc>
              <a:spcBef>
                <a:spcPts val="0"/>
              </a:spcBef>
              <a:spcAft>
                <a:spcPts val="0"/>
              </a:spcAft>
              <a:buClr>
                <a:schemeClr val="dk1"/>
              </a:buClr>
              <a:buSzPts val="1400"/>
              <a:buFont typeface="Barlow"/>
              <a:buChar char="●"/>
            </a:pPr>
            <a:r>
              <a:rPr lang="en">
                <a:solidFill>
                  <a:schemeClr val="dk1"/>
                </a:solidFill>
                <a:latin typeface="Barlow"/>
                <a:ea typeface="Barlow"/>
                <a:cs typeface="Barlow"/>
                <a:sym typeface="Barlow"/>
              </a:rPr>
              <a:t>Mercury is small</a:t>
            </a:r>
            <a:endParaRPr>
              <a:solidFill>
                <a:schemeClr val="dk1"/>
              </a:solidFill>
              <a:latin typeface="Barlow"/>
              <a:ea typeface="Barlow"/>
              <a:cs typeface="Barlow"/>
              <a:sym typeface="Barlow"/>
            </a:endParaRPr>
          </a:p>
          <a:p>
            <a:pPr indent="-317500" lvl="0" marL="285750" rtl="0" algn="l">
              <a:lnSpc>
                <a:spcPct val="115000"/>
              </a:lnSpc>
              <a:spcBef>
                <a:spcPts val="0"/>
              </a:spcBef>
              <a:spcAft>
                <a:spcPts val="0"/>
              </a:spcAft>
              <a:buClr>
                <a:schemeClr val="dk1"/>
              </a:buClr>
              <a:buSzPts val="1400"/>
              <a:buFont typeface="Barlow"/>
              <a:buChar char="●"/>
            </a:pPr>
            <a:r>
              <a:rPr lang="en">
                <a:solidFill>
                  <a:schemeClr val="dk1"/>
                </a:solidFill>
                <a:latin typeface="Barlow"/>
                <a:ea typeface="Barlow"/>
                <a:cs typeface="Barlow"/>
                <a:sym typeface="Barlow"/>
              </a:rPr>
              <a:t>Earth harbors life</a:t>
            </a:r>
            <a:endParaRPr>
              <a:solidFill>
                <a:schemeClr val="dk1"/>
              </a:solidFill>
              <a:latin typeface="Barlow"/>
              <a:ea typeface="Barlow"/>
              <a:cs typeface="Barlow"/>
              <a:sym typeface="Barlow"/>
            </a:endParaRPr>
          </a:p>
          <a:p>
            <a:pPr indent="-317500" lvl="0" marL="285750" rtl="0" algn="l">
              <a:lnSpc>
                <a:spcPct val="115000"/>
              </a:lnSpc>
              <a:spcBef>
                <a:spcPts val="0"/>
              </a:spcBef>
              <a:spcAft>
                <a:spcPts val="0"/>
              </a:spcAft>
              <a:buClr>
                <a:schemeClr val="dk1"/>
              </a:buClr>
              <a:buSzPts val="1400"/>
              <a:buFont typeface="Barlow"/>
              <a:buChar char="●"/>
            </a:pPr>
            <a:r>
              <a:rPr lang="en">
                <a:solidFill>
                  <a:schemeClr val="dk1"/>
                </a:solidFill>
                <a:latin typeface="Barlow"/>
                <a:ea typeface="Barlow"/>
                <a:cs typeface="Barlow"/>
                <a:sym typeface="Barlow"/>
              </a:rPr>
              <a:t>Jupiter is quite big</a:t>
            </a:r>
            <a:endParaRPr>
              <a:solidFill>
                <a:schemeClr val="dk1"/>
              </a:solidFill>
              <a:latin typeface="Barlow"/>
              <a:ea typeface="Barlow"/>
              <a:cs typeface="Barlow"/>
              <a:sym typeface="Barlow"/>
            </a:endParaRPr>
          </a:p>
        </p:txBody>
      </p:sp>
      <p:cxnSp>
        <p:nvCxnSpPr>
          <p:cNvPr id="523" name="Google Shape;523;p38"/>
          <p:cNvCxnSpPr>
            <a:stCxn id="519" idx="2"/>
            <a:endCxn id="520" idx="0"/>
          </p:cNvCxnSpPr>
          <p:nvPr/>
        </p:nvCxnSpPr>
        <p:spPr>
          <a:xfrm rot="5400000">
            <a:off x="2266925" y="1115625"/>
            <a:ext cx="276900" cy="1350300"/>
          </a:xfrm>
          <a:prstGeom prst="bentConnector3">
            <a:avLst>
              <a:gd fmla="val 49973" name="adj1"/>
            </a:avLst>
          </a:prstGeom>
          <a:noFill/>
          <a:ln cap="flat" cmpd="sng" w="19050">
            <a:solidFill>
              <a:schemeClr val="dk1"/>
            </a:solidFill>
            <a:prstDash val="solid"/>
            <a:round/>
            <a:headEnd len="med" w="med" type="none"/>
            <a:tailEnd len="med" w="med" type="none"/>
          </a:ln>
        </p:spPr>
      </p:cxnSp>
      <p:cxnSp>
        <p:nvCxnSpPr>
          <p:cNvPr id="524" name="Google Shape;524;p38"/>
          <p:cNvCxnSpPr>
            <a:stCxn id="519" idx="2"/>
            <a:endCxn id="521" idx="0"/>
          </p:cNvCxnSpPr>
          <p:nvPr/>
        </p:nvCxnSpPr>
        <p:spPr>
          <a:xfrm flipH="1" rot="-5400000">
            <a:off x="3646625" y="1086225"/>
            <a:ext cx="276900" cy="1409100"/>
          </a:xfrm>
          <a:prstGeom prst="bentConnector3">
            <a:avLst>
              <a:gd fmla="val 49973" name="adj1"/>
            </a:avLst>
          </a:prstGeom>
          <a:noFill/>
          <a:ln cap="flat" cmpd="sng" w="19050">
            <a:solidFill>
              <a:schemeClr val="dk1"/>
            </a:solidFill>
            <a:prstDash val="solid"/>
            <a:round/>
            <a:headEnd len="med" w="med" type="none"/>
            <a:tailEnd len="med" w="med" type="none"/>
          </a:ln>
        </p:spPr>
      </p:cxnSp>
      <p:sp>
        <p:nvSpPr>
          <p:cNvPr id="525" name="Google Shape;525;p38"/>
          <p:cNvSpPr txBox="1"/>
          <p:nvPr/>
        </p:nvSpPr>
        <p:spPr>
          <a:xfrm>
            <a:off x="6033754" y="2296850"/>
            <a:ext cx="2194200" cy="5277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accent3"/>
                </a:solidFill>
                <a:latin typeface="Bricolage Grotesque"/>
                <a:ea typeface="Bricolage Grotesque"/>
                <a:cs typeface="Bricolage Grotesque"/>
                <a:sym typeface="Bricolage Grotesque"/>
              </a:rPr>
              <a:t>Our framework</a:t>
            </a:r>
            <a:endParaRPr b="1" sz="2000">
              <a:solidFill>
                <a:schemeClr val="accent3"/>
              </a:solidFill>
              <a:latin typeface="Bricolage Grotesque"/>
              <a:ea typeface="Bricolage Grotesque"/>
              <a:cs typeface="Bricolage Grotesque"/>
              <a:sym typeface="Bricolage Grotesque"/>
            </a:endParaRPr>
          </a:p>
        </p:txBody>
      </p:sp>
      <p:sp>
        <p:nvSpPr>
          <p:cNvPr id="526" name="Google Shape;526;p38"/>
          <p:cNvSpPr txBox="1"/>
          <p:nvPr/>
        </p:nvSpPr>
        <p:spPr>
          <a:xfrm>
            <a:off x="6033750" y="2731807"/>
            <a:ext cx="2194200" cy="10731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Earth is the third planet from the Sun and the only one that harbors life in the Solar System</a:t>
            </a:r>
            <a:endParaRPr>
              <a:solidFill>
                <a:schemeClr val="dk1"/>
              </a:solidFill>
              <a:latin typeface="Barlow"/>
              <a:ea typeface="Barlow"/>
              <a:cs typeface="Barlow"/>
              <a:sym typeface="Barlow"/>
            </a:endParaRPr>
          </a:p>
        </p:txBody>
      </p:sp>
      <p:sp>
        <p:nvSpPr>
          <p:cNvPr id="527" name="Google Shape;527;p38"/>
          <p:cNvSpPr txBox="1"/>
          <p:nvPr/>
        </p:nvSpPr>
        <p:spPr>
          <a:xfrm>
            <a:off x="3300738" y="2351775"/>
            <a:ext cx="2377500" cy="3936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1600">
                <a:solidFill>
                  <a:schemeClr val="accent3"/>
                </a:solidFill>
                <a:latin typeface="Bricolage Grotesque"/>
                <a:ea typeface="Bricolage Grotesque"/>
                <a:cs typeface="Bricolage Grotesque"/>
                <a:sym typeface="Bricolage Grotesque"/>
              </a:rPr>
              <a:t>Theory 1</a:t>
            </a:r>
            <a:endParaRPr b="1" sz="1600">
              <a:solidFill>
                <a:schemeClr val="accent3"/>
              </a:solidFill>
              <a:latin typeface="Bricolage Grotesque"/>
              <a:ea typeface="Bricolage Grotesque"/>
              <a:cs typeface="Bricolage Grotesque"/>
              <a:sym typeface="Bricolage Grotesque"/>
            </a:endParaRPr>
          </a:p>
        </p:txBody>
      </p:sp>
      <p:sp>
        <p:nvSpPr>
          <p:cNvPr id="528" name="Google Shape;528;p38"/>
          <p:cNvSpPr txBox="1"/>
          <p:nvPr/>
        </p:nvSpPr>
        <p:spPr>
          <a:xfrm>
            <a:off x="3301050" y="2584248"/>
            <a:ext cx="2376900" cy="8280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Barlow"/>
                <a:ea typeface="Barlow"/>
                <a:cs typeface="Barlow"/>
                <a:sym typeface="Barlow"/>
              </a:rPr>
              <a:t>Saturn is a gas giant and has rings. It’s composed mostly of hydrogen</a:t>
            </a:r>
            <a:endParaRPr>
              <a:solidFill>
                <a:schemeClr val="dk1"/>
              </a:solidFill>
              <a:latin typeface="Barlow"/>
              <a:ea typeface="Barlow"/>
              <a:cs typeface="Barlow"/>
              <a:sym typeface="Barlow"/>
            </a:endParaRPr>
          </a:p>
        </p:txBody>
      </p:sp>
      <p:sp>
        <p:nvSpPr>
          <p:cNvPr id="529" name="Google Shape;529;p38"/>
          <p:cNvSpPr txBox="1"/>
          <p:nvPr/>
        </p:nvSpPr>
        <p:spPr>
          <a:xfrm>
            <a:off x="3300673" y="3513016"/>
            <a:ext cx="2377500" cy="3936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1600">
                <a:solidFill>
                  <a:schemeClr val="accent3"/>
                </a:solidFill>
                <a:latin typeface="Bricolage Grotesque"/>
                <a:ea typeface="Bricolage Grotesque"/>
                <a:cs typeface="Bricolage Grotesque"/>
                <a:sym typeface="Bricolage Grotesque"/>
              </a:rPr>
              <a:t>Theory 2</a:t>
            </a:r>
            <a:endParaRPr b="1" sz="1600">
              <a:solidFill>
                <a:schemeClr val="accent3"/>
              </a:solidFill>
              <a:latin typeface="Bricolage Grotesque"/>
              <a:ea typeface="Bricolage Grotesque"/>
              <a:cs typeface="Bricolage Grotesque"/>
              <a:sym typeface="Bricolage Grotesque"/>
            </a:endParaRPr>
          </a:p>
        </p:txBody>
      </p:sp>
      <p:sp>
        <p:nvSpPr>
          <p:cNvPr id="530" name="Google Shape;530;p38"/>
          <p:cNvSpPr txBox="1"/>
          <p:nvPr/>
        </p:nvSpPr>
        <p:spPr>
          <a:xfrm>
            <a:off x="3301000" y="3745500"/>
            <a:ext cx="2376900" cy="8280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Barlow"/>
                <a:ea typeface="Barlow"/>
                <a:cs typeface="Barlow"/>
                <a:sym typeface="Barlow"/>
              </a:rPr>
              <a:t>Neptune is the farthest planet from the Sun and also an ice giant</a:t>
            </a:r>
            <a:endParaRPr>
              <a:solidFill>
                <a:schemeClr val="dk1"/>
              </a:solidFill>
              <a:latin typeface="Barlow"/>
              <a:ea typeface="Barlow"/>
              <a:cs typeface="Barlow"/>
              <a:sym typeface="Barlow"/>
            </a:endParaRPr>
          </a:p>
        </p:txBody>
      </p:sp>
      <p:grpSp>
        <p:nvGrpSpPr>
          <p:cNvPr id="531" name="Google Shape;531;p38"/>
          <p:cNvGrpSpPr/>
          <p:nvPr/>
        </p:nvGrpSpPr>
        <p:grpSpPr>
          <a:xfrm>
            <a:off x="5750023" y="1937310"/>
            <a:ext cx="156600" cy="2626326"/>
            <a:chOff x="5797375" y="1379625"/>
            <a:chExt cx="156600" cy="3268200"/>
          </a:xfrm>
        </p:grpSpPr>
        <p:cxnSp>
          <p:nvCxnSpPr>
            <p:cNvPr id="532" name="Google Shape;532;p38"/>
            <p:cNvCxnSpPr/>
            <p:nvPr/>
          </p:nvCxnSpPr>
          <p:spPr>
            <a:xfrm>
              <a:off x="5940475" y="1379625"/>
              <a:ext cx="13500" cy="3268200"/>
            </a:xfrm>
            <a:prstGeom prst="straightConnector1">
              <a:avLst/>
            </a:prstGeom>
            <a:noFill/>
            <a:ln cap="flat" cmpd="sng" w="19050">
              <a:solidFill>
                <a:schemeClr val="dk1"/>
              </a:solidFill>
              <a:prstDash val="solid"/>
              <a:round/>
              <a:headEnd len="med" w="med" type="none"/>
              <a:tailEnd len="med" w="med" type="none"/>
            </a:ln>
          </p:spPr>
        </p:cxnSp>
        <p:cxnSp>
          <p:nvCxnSpPr>
            <p:cNvPr id="533" name="Google Shape;533;p38"/>
            <p:cNvCxnSpPr/>
            <p:nvPr/>
          </p:nvCxnSpPr>
          <p:spPr>
            <a:xfrm>
              <a:off x="5797375" y="1379625"/>
              <a:ext cx="147300" cy="0"/>
            </a:xfrm>
            <a:prstGeom prst="straightConnector1">
              <a:avLst/>
            </a:prstGeom>
            <a:noFill/>
            <a:ln cap="flat" cmpd="sng" w="19050">
              <a:solidFill>
                <a:schemeClr val="dk1"/>
              </a:solidFill>
              <a:prstDash val="solid"/>
              <a:round/>
              <a:headEnd len="med" w="med" type="none"/>
              <a:tailEnd len="med" w="med" type="none"/>
            </a:ln>
          </p:spPr>
        </p:cxnSp>
        <p:cxnSp>
          <p:nvCxnSpPr>
            <p:cNvPr id="534" name="Google Shape;534;p38"/>
            <p:cNvCxnSpPr/>
            <p:nvPr/>
          </p:nvCxnSpPr>
          <p:spPr>
            <a:xfrm>
              <a:off x="5804072" y="4647825"/>
              <a:ext cx="147300" cy="0"/>
            </a:xfrm>
            <a:prstGeom prst="straightConnector1">
              <a:avLst/>
            </a:prstGeom>
            <a:noFill/>
            <a:ln cap="flat" cmpd="sng" w="19050">
              <a:solidFill>
                <a:schemeClr val="dk1"/>
              </a:solidFill>
              <a:prstDash val="solid"/>
              <a:round/>
              <a:headEnd len="med" w="med" type="none"/>
              <a:tailEnd len="med" w="med" type="none"/>
            </a:ln>
          </p:spPr>
        </p:cxn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8" name="Shape 538"/>
        <p:cNvGrpSpPr/>
        <p:nvPr/>
      </p:nvGrpSpPr>
      <p:grpSpPr>
        <a:xfrm>
          <a:off x="0" y="0"/>
          <a:ext cx="0" cy="0"/>
          <a:chOff x="0" y="0"/>
          <a:chExt cx="0" cy="0"/>
        </a:xfrm>
      </p:grpSpPr>
      <p:sp>
        <p:nvSpPr>
          <p:cNvPr id="539" name="Google Shape;539;p3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Schedule</a:t>
            </a:r>
            <a:endParaRPr/>
          </a:p>
        </p:txBody>
      </p:sp>
      <p:graphicFrame>
        <p:nvGraphicFramePr>
          <p:cNvPr id="540" name="Google Shape;540;p39"/>
          <p:cNvGraphicFramePr/>
          <p:nvPr/>
        </p:nvGraphicFramePr>
        <p:xfrm>
          <a:off x="808513" y="1336728"/>
          <a:ext cx="3000000" cy="3000000"/>
        </p:xfrm>
        <a:graphic>
          <a:graphicData uri="http://schemas.openxmlformats.org/drawingml/2006/table">
            <a:tbl>
              <a:tblPr>
                <a:noFill/>
                <a:tableStyleId>{8E8FDCE8-B9AE-4A85-9227-33255774178E}</a:tableStyleId>
              </a:tblPr>
              <a:tblGrid>
                <a:gridCol w="819200"/>
                <a:gridCol w="1551025"/>
                <a:gridCol w="879525"/>
                <a:gridCol w="537950"/>
                <a:gridCol w="537950"/>
                <a:gridCol w="537950"/>
                <a:gridCol w="537950"/>
                <a:gridCol w="537950"/>
                <a:gridCol w="537950"/>
                <a:gridCol w="1048000"/>
              </a:tblGrid>
              <a:tr h="531875">
                <a:tc>
                  <a:txBody>
                    <a:bodyPr/>
                    <a:lstStyle/>
                    <a:p>
                      <a:pPr indent="0" lvl="0" marL="0" rtl="0" algn="l">
                        <a:lnSpc>
                          <a:spcPct val="115000"/>
                        </a:lnSpc>
                        <a:spcBef>
                          <a:spcPts val="0"/>
                        </a:spcBef>
                        <a:spcAft>
                          <a:spcPts val="0"/>
                        </a:spcAft>
                        <a:buNone/>
                      </a:pPr>
                      <a:r>
                        <a:rPr b="1" lang="en" sz="1800">
                          <a:solidFill>
                            <a:schemeClr val="accent3"/>
                          </a:solidFill>
                          <a:latin typeface="Bricolage Grotesque"/>
                          <a:ea typeface="Bricolage Grotesque"/>
                          <a:cs typeface="Bricolage Grotesque"/>
                          <a:sym typeface="Bricolage Grotesque"/>
                        </a:rPr>
                        <a:t>Task</a:t>
                      </a:r>
                      <a:endParaRPr b="1" sz="1800">
                        <a:solidFill>
                          <a:schemeClr val="accent3"/>
                        </a:solidFill>
                        <a:latin typeface="Bricolage Grotesque"/>
                        <a:ea typeface="Bricolage Grotesque"/>
                        <a:cs typeface="Bricolage Grotesque"/>
                        <a:sym typeface="Bricolage Grotesque"/>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b="1" lang="en" sz="1800">
                          <a:solidFill>
                            <a:schemeClr val="accent3"/>
                          </a:solidFill>
                          <a:latin typeface="Bricolage Grotesque"/>
                          <a:ea typeface="Bricolage Grotesque"/>
                          <a:cs typeface="Bricolage Grotesque"/>
                          <a:sym typeface="Bricolage Grotesque"/>
                        </a:rPr>
                        <a:t>Description</a:t>
                      </a:r>
                      <a:endParaRPr b="1" sz="1800">
                        <a:solidFill>
                          <a:schemeClr val="accent3"/>
                        </a:solidFill>
                        <a:latin typeface="Bricolage Grotesque"/>
                        <a:ea typeface="Bricolage Grotesque"/>
                        <a:cs typeface="Bricolage Grotesque"/>
                        <a:sym typeface="Bricolage Grotesque"/>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b="1" lang="en" sz="1800">
                          <a:solidFill>
                            <a:schemeClr val="accent3"/>
                          </a:solidFill>
                          <a:latin typeface="Bricolage Grotesque"/>
                          <a:ea typeface="Bricolage Grotesque"/>
                          <a:cs typeface="Bricolage Grotesque"/>
                          <a:sym typeface="Bricolage Grotesque"/>
                        </a:rPr>
                        <a:t>Date</a:t>
                      </a:r>
                      <a:endParaRPr b="1" sz="1800">
                        <a:solidFill>
                          <a:schemeClr val="accent3"/>
                        </a:solidFill>
                        <a:latin typeface="Bricolage Grotesque"/>
                        <a:ea typeface="Bricolage Grotesque"/>
                        <a:cs typeface="Bricolage Grotesque"/>
                        <a:sym typeface="Bricolage Grotesque"/>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b="1" lang="en" sz="1800">
                          <a:solidFill>
                            <a:schemeClr val="accent3"/>
                          </a:solidFill>
                          <a:latin typeface="Bricolage Grotesque"/>
                          <a:ea typeface="Bricolage Grotesque"/>
                          <a:cs typeface="Bricolage Grotesque"/>
                          <a:sym typeface="Bricolage Grotesque"/>
                        </a:rPr>
                        <a:t>Jan</a:t>
                      </a:r>
                      <a:endParaRPr b="1" sz="1800">
                        <a:solidFill>
                          <a:schemeClr val="accent3"/>
                        </a:solidFill>
                        <a:latin typeface="Bricolage Grotesque"/>
                        <a:ea typeface="Bricolage Grotesque"/>
                        <a:cs typeface="Bricolage Grotesque"/>
                        <a:sym typeface="Bricolage Grotesque"/>
                      </a:endParaRPr>
                    </a:p>
                  </a:txBody>
                  <a:tcPr marT="91425" marB="91425"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b="1" lang="en" sz="1800">
                          <a:solidFill>
                            <a:schemeClr val="accent3"/>
                          </a:solidFill>
                          <a:latin typeface="Bricolage Grotesque"/>
                          <a:ea typeface="Bricolage Grotesque"/>
                          <a:cs typeface="Bricolage Grotesque"/>
                          <a:sym typeface="Bricolage Grotesque"/>
                        </a:rPr>
                        <a:t>Feb</a:t>
                      </a:r>
                      <a:endParaRPr b="1" sz="1800">
                        <a:solidFill>
                          <a:schemeClr val="accent3"/>
                        </a:solidFill>
                        <a:latin typeface="Bricolage Grotesque"/>
                        <a:ea typeface="Bricolage Grotesque"/>
                        <a:cs typeface="Bricolage Grotesque"/>
                        <a:sym typeface="Bricolage Grotesque"/>
                      </a:endParaRPr>
                    </a:p>
                  </a:txBody>
                  <a:tcPr marT="91425" marB="91425"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b="1" lang="en" sz="1800">
                          <a:solidFill>
                            <a:schemeClr val="accent3"/>
                          </a:solidFill>
                          <a:latin typeface="Bricolage Grotesque"/>
                          <a:ea typeface="Bricolage Grotesque"/>
                          <a:cs typeface="Bricolage Grotesque"/>
                          <a:sym typeface="Bricolage Grotesque"/>
                        </a:rPr>
                        <a:t>Mar</a:t>
                      </a:r>
                      <a:endParaRPr b="1" sz="1800">
                        <a:solidFill>
                          <a:schemeClr val="accent3"/>
                        </a:solidFill>
                        <a:latin typeface="Bricolage Grotesque"/>
                        <a:ea typeface="Bricolage Grotesque"/>
                        <a:cs typeface="Bricolage Grotesque"/>
                        <a:sym typeface="Bricolage Grotesque"/>
                      </a:endParaRPr>
                    </a:p>
                  </a:txBody>
                  <a:tcPr marT="91425" marB="91425"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b="1" lang="en" sz="1800">
                          <a:solidFill>
                            <a:schemeClr val="accent3"/>
                          </a:solidFill>
                          <a:latin typeface="Bricolage Grotesque"/>
                          <a:ea typeface="Bricolage Grotesque"/>
                          <a:cs typeface="Bricolage Grotesque"/>
                          <a:sym typeface="Bricolage Grotesque"/>
                        </a:rPr>
                        <a:t>Apr</a:t>
                      </a:r>
                      <a:endParaRPr b="1" sz="1800">
                        <a:solidFill>
                          <a:schemeClr val="accent3"/>
                        </a:solidFill>
                        <a:latin typeface="Bricolage Grotesque"/>
                        <a:ea typeface="Bricolage Grotesque"/>
                        <a:cs typeface="Bricolage Grotesque"/>
                        <a:sym typeface="Bricolage Grotesque"/>
                      </a:endParaRPr>
                    </a:p>
                  </a:txBody>
                  <a:tcPr marT="91425" marB="91425"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b="1" lang="en" sz="1800">
                          <a:solidFill>
                            <a:schemeClr val="accent3"/>
                          </a:solidFill>
                          <a:latin typeface="Bricolage Grotesque"/>
                          <a:ea typeface="Bricolage Grotesque"/>
                          <a:cs typeface="Bricolage Grotesque"/>
                          <a:sym typeface="Bricolage Grotesque"/>
                        </a:rPr>
                        <a:t>May</a:t>
                      </a:r>
                      <a:endParaRPr b="1" sz="1800">
                        <a:solidFill>
                          <a:schemeClr val="accent3"/>
                        </a:solidFill>
                        <a:latin typeface="Bricolage Grotesque"/>
                        <a:ea typeface="Bricolage Grotesque"/>
                        <a:cs typeface="Bricolage Grotesque"/>
                        <a:sym typeface="Bricolage Grotesque"/>
                      </a:endParaRPr>
                    </a:p>
                  </a:txBody>
                  <a:tcPr marT="91425" marB="91425"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b="1" lang="en" sz="1800">
                          <a:solidFill>
                            <a:schemeClr val="accent3"/>
                          </a:solidFill>
                          <a:latin typeface="Bricolage Grotesque"/>
                          <a:ea typeface="Bricolage Grotesque"/>
                          <a:cs typeface="Bricolage Grotesque"/>
                          <a:sym typeface="Bricolage Grotesque"/>
                        </a:rPr>
                        <a:t>Jun</a:t>
                      </a:r>
                      <a:endParaRPr b="1" sz="1800">
                        <a:solidFill>
                          <a:schemeClr val="accent3"/>
                        </a:solidFill>
                        <a:latin typeface="Bricolage Grotesque"/>
                        <a:ea typeface="Bricolage Grotesque"/>
                        <a:cs typeface="Bricolage Grotesque"/>
                        <a:sym typeface="Bricolage Grotesque"/>
                      </a:endParaRPr>
                    </a:p>
                  </a:txBody>
                  <a:tcPr marT="91425" marB="91425"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b="1" lang="en" sz="1800">
                          <a:solidFill>
                            <a:schemeClr val="accent3"/>
                          </a:solidFill>
                          <a:latin typeface="Bricolage Grotesque"/>
                          <a:ea typeface="Bricolage Grotesque"/>
                          <a:cs typeface="Bricolage Grotesque"/>
                          <a:sym typeface="Bricolage Grotesque"/>
                        </a:rPr>
                        <a:t>Status</a:t>
                      </a:r>
                      <a:endParaRPr b="1" sz="1800">
                        <a:solidFill>
                          <a:schemeClr val="accent3"/>
                        </a:solidFill>
                        <a:latin typeface="Bricolage Grotesque"/>
                        <a:ea typeface="Bricolage Grotesque"/>
                        <a:cs typeface="Bricolage Grotesque"/>
                        <a:sym typeface="Bricolage Grotesque"/>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531875">
                <a:tc>
                  <a:txBody>
                    <a:bodyPr/>
                    <a:lstStyle/>
                    <a:p>
                      <a:pPr indent="0" lvl="0" marL="0" rtl="0" algn="l">
                        <a:lnSpc>
                          <a:spcPct val="115000"/>
                        </a:lnSpc>
                        <a:spcBef>
                          <a:spcPts val="0"/>
                        </a:spcBef>
                        <a:spcAft>
                          <a:spcPts val="0"/>
                        </a:spcAft>
                        <a:buNone/>
                      </a:pPr>
                      <a:r>
                        <a:rPr b="1" lang="en" sz="1600">
                          <a:solidFill>
                            <a:schemeClr val="accent3"/>
                          </a:solidFill>
                          <a:latin typeface="Bricolage Grotesque"/>
                          <a:ea typeface="Bricolage Grotesque"/>
                          <a:cs typeface="Bricolage Grotesque"/>
                          <a:sym typeface="Bricolage Grotesque"/>
                        </a:rPr>
                        <a:t>Task 1</a:t>
                      </a:r>
                      <a:endParaRPr b="1" sz="1600">
                        <a:solidFill>
                          <a:schemeClr val="accent3"/>
                        </a:solidFill>
                        <a:latin typeface="Bricolage Grotesque"/>
                        <a:ea typeface="Bricolage Grotesque"/>
                        <a:cs typeface="Bricolage Grotesque"/>
                        <a:sym typeface="Bricolage Grotesque"/>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Despite being red, Mars is cold</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Jan 1 - Feb 15</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Completed</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531875">
                <a:tc>
                  <a:txBody>
                    <a:bodyPr/>
                    <a:lstStyle/>
                    <a:p>
                      <a:pPr indent="0" lvl="0" marL="0" rtl="0" algn="l">
                        <a:lnSpc>
                          <a:spcPct val="115000"/>
                        </a:lnSpc>
                        <a:spcBef>
                          <a:spcPts val="0"/>
                        </a:spcBef>
                        <a:spcAft>
                          <a:spcPts val="0"/>
                        </a:spcAft>
                        <a:buNone/>
                      </a:pPr>
                      <a:r>
                        <a:rPr b="1" lang="en" sz="1600">
                          <a:solidFill>
                            <a:schemeClr val="accent3"/>
                          </a:solidFill>
                          <a:latin typeface="Bricolage Grotesque"/>
                          <a:ea typeface="Bricolage Grotesque"/>
                          <a:cs typeface="Bricolage Grotesque"/>
                          <a:sym typeface="Bricolage Grotesque"/>
                        </a:rPr>
                        <a:t>Task 2</a:t>
                      </a:r>
                      <a:endParaRPr b="1" sz="1600">
                        <a:solidFill>
                          <a:schemeClr val="accent3"/>
                        </a:solidFill>
                        <a:latin typeface="Bricolage Grotesque"/>
                        <a:ea typeface="Bricolage Grotesque"/>
                        <a:cs typeface="Bricolage Grotesque"/>
                        <a:sym typeface="Bricolage Grotesque"/>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Earth is the planet with life</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Feb 1 - Apr 30</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In progress</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531875">
                <a:tc>
                  <a:txBody>
                    <a:bodyPr/>
                    <a:lstStyle/>
                    <a:p>
                      <a:pPr indent="0" lvl="0" marL="0" rtl="0" algn="l">
                        <a:lnSpc>
                          <a:spcPct val="115000"/>
                        </a:lnSpc>
                        <a:spcBef>
                          <a:spcPts val="0"/>
                        </a:spcBef>
                        <a:spcAft>
                          <a:spcPts val="0"/>
                        </a:spcAft>
                        <a:buNone/>
                      </a:pPr>
                      <a:r>
                        <a:rPr b="1" lang="en" sz="1600">
                          <a:solidFill>
                            <a:schemeClr val="accent3"/>
                          </a:solidFill>
                          <a:latin typeface="Bricolage Grotesque"/>
                          <a:ea typeface="Bricolage Grotesque"/>
                          <a:cs typeface="Bricolage Grotesque"/>
                          <a:sym typeface="Bricolage Grotesque"/>
                        </a:rPr>
                        <a:t>Task 3</a:t>
                      </a:r>
                      <a:endParaRPr b="1" sz="1600">
                        <a:solidFill>
                          <a:schemeClr val="accent3"/>
                        </a:solidFill>
                        <a:latin typeface="Bricolage Grotesque"/>
                        <a:ea typeface="Bricolage Grotesque"/>
                        <a:cs typeface="Bricolage Grotesque"/>
                        <a:sym typeface="Bricolage Grotesque"/>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Venus has a beautiful name</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Mar 15 - Apr 30</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Delayed</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531875">
                <a:tc>
                  <a:txBody>
                    <a:bodyPr/>
                    <a:lstStyle/>
                    <a:p>
                      <a:pPr indent="0" lvl="0" marL="0" rtl="0" algn="l">
                        <a:lnSpc>
                          <a:spcPct val="115000"/>
                        </a:lnSpc>
                        <a:spcBef>
                          <a:spcPts val="0"/>
                        </a:spcBef>
                        <a:spcAft>
                          <a:spcPts val="0"/>
                        </a:spcAft>
                        <a:buNone/>
                      </a:pPr>
                      <a:r>
                        <a:rPr b="1" lang="en" sz="1600">
                          <a:solidFill>
                            <a:schemeClr val="accent3"/>
                          </a:solidFill>
                          <a:latin typeface="Bricolage Grotesque"/>
                          <a:ea typeface="Bricolage Grotesque"/>
                          <a:cs typeface="Bricolage Grotesque"/>
                          <a:sym typeface="Bricolage Grotesque"/>
                        </a:rPr>
                        <a:t>Task 4</a:t>
                      </a:r>
                      <a:endParaRPr b="1" sz="1600">
                        <a:solidFill>
                          <a:schemeClr val="accent3"/>
                        </a:solidFill>
                        <a:latin typeface="Bricolage Grotesque"/>
                        <a:ea typeface="Bricolage Grotesque"/>
                        <a:cs typeface="Bricolage Grotesque"/>
                        <a:sym typeface="Bricolage Grotesque"/>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Neptune is far away from us</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Apr 20 - May 15</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Not started</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531875">
                <a:tc>
                  <a:txBody>
                    <a:bodyPr/>
                    <a:lstStyle/>
                    <a:p>
                      <a:pPr indent="0" lvl="0" marL="0" rtl="0" algn="l">
                        <a:lnSpc>
                          <a:spcPct val="115000"/>
                        </a:lnSpc>
                        <a:spcBef>
                          <a:spcPts val="0"/>
                        </a:spcBef>
                        <a:spcAft>
                          <a:spcPts val="0"/>
                        </a:spcAft>
                        <a:buNone/>
                      </a:pPr>
                      <a:r>
                        <a:rPr b="1" lang="en" sz="1600">
                          <a:solidFill>
                            <a:schemeClr val="accent3"/>
                          </a:solidFill>
                          <a:latin typeface="Bricolage Grotesque"/>
                          <a:ea typeface="Bricolage Grotesque"/>
                          <a:cs typeface="Bricolage Grotesque"/>
                          <a:sym typeface="Bricolage Grotesque"/>
                        </a:rPr>
                        <a:t>Task 5</a:t>
                      </a:r>
                      <a:endParaRPr b="1" sz="1600">
                        <a:solidFill>
                          <a:schemeClr val="accent3"/>
                        </a:solidFill>
                        <a:latin typeface="Bricolage Grotesque"/>
                        <a:ea typeface="Bricolage Grotesque"/>
                        <a:cs typeface="Bricolage Grotesque"/>
                        <a:sym typeface="Bricolage Grotesque"/>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Jupiter is a huge gas giant</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Jun 4 - Jun 30</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Not started</a:t>
                      </a:r>
                      <a:endParaRPr>
                        <a:solidFill>
                          <a:schemeClr val="dk1"/>
                        </a:solidFill>
                        <a:latin typeface="Barlow"/>
                        <a:ea typeface="Barlow"/>
                        <a:cs typeface="Barlow"/>
                        <a:sym typeface="Barlow"/>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bl>
          </a:graphicData>
        </a:graphic>
      </p:graphicFrame>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4" name="Shape 544"/>
        <p:cNvGrpSpPr/>
        <p:nvPr/>
      </p:nvGrpSpPr>
      <p:grpSpPr>
        <a:xfrm>
          <a:off x="0" y="0"/>
          <a:ext cx="0" cy="0"/>
          <a:chOff x="0" y="0"/>
          <a:chExt cx="0" cy="0"/>
        </a:xfrm>
      </p:grpSpPr>
      <p:sp>
        <p:nvSpPr>
          <p:cNvPr id="545" name="Google Shape;545;p4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Methodology</a:t>
            </a:r>
            <a:endParaRPr/>
          </a:p>
        </p:txBody>
      </p:sp>
      <p:sp>
        <p:nvSpPr>
          <p:cNvPr id="546" name="Google Shape;546;p40"/>
          <p:cNvSpPr/>
          <p:nvPr/>
        </p:nvSpPr>
        <p:spPr>
          <a:xfrm>
            <a:off x="2008460" y="3792225"/>
            <a:ext cx="585300" cy="585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40"/>
          <p:cNvSpPr/>
          <p:nvPr/>
        </p:nvSpPr>
        <p:spPr>
          <a:xfrm>
            <a:off x="2008461" y="2965619"/>
            <a:ext cx="585300" cy="585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40"/>
          <p:cNvSpPr/>
          <p:nvPr/>
        </p:nvSpPr>
        <p:spPr>
          <a:xfrm>
            <a:off x="2024861" y="2106642"/>
            <a:ext cx="585300" cy="585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40"/>
          <p:cNvSpPr/>
          <p:nvPr/>
        </p:nvSpPr>
        <p:spPr>
          <a:xfrm>
            <a:off x="2008450" y="1261075"/>
            <a:ext cx="585300" cy="585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0" name="Google Shape;550;p40"/>
          <p:cNvGrpSpPr/>
          <p:nvPr/>
        </p:nvGrpSpPr>
        <p:grpSpPr>
          <a:xfrm>
            <a:off x="2190152" y="3919006"/>
            <a:ext cx="221902" cy="380795"/>
            <a:chOff x="916127" y="3807056"/>
            <a:chExt cx="221902" cy="380795"/>
          </a:xfrm>
        </p:grpSpPr>
        <p:sp>
          <p:nvSpPr>
            <p:cNvPr id="551" name="Google Shape;551;p40"/>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40"/>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40"/>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40"/>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 name="Google Shape;555;p40"/>
          <p:cNvGrpSpPr/>
          <p:nvPr/>
        </p:nvGrpSpPr>
        <p:grpSpPr>
          <a:xfrm>
            <a:off x="2198607" y="2214455"/>
            <a:ext cx="271213" cy="383088"/>
            <a:chOff x="1333682" y="3344330"/>
            <a:chExt cx="271213" cy="383088"/>
          </a:xfrm>
        </p:grpSpPr>
        <p:sp>
          <p:nvSpPr>
            <p:cNvPr id="556" name="Google Shape;556;p40"/>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40"/>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40"/>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40"/>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40"/>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40"/>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40"/>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40"/>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40"/>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40"/>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40"/>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 name="Google Shape;567;p40"/>
          <p:cNvGrpSpPr/>
          <p:nvPr/>
        </p:nvGrpSpPr>
        <p:grpSpPr>
          <a:xfrm>
            <a:off x="2101191" y="3088849"/>
            <a:ext cx="399812" cy="306477"/>
            <a:chOff x="2567841" y="1994124"/>
            <a:chExt cx="399812" cy="306477"/>
          </a:xfrm>
        </p:grpSpPr>
        <p:sp>
          <p:nvSpPr>
            <p:cNvPr id="568" name="Google Shape;568;p40"/>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40"/>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40"/>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1" name="Google Shape;571;p40"/>
          <p:cNvSpPr/>
          <p:nvPr/>
        </p:nvSpPr>
        <p:spPr>
          <a:xfrm>
            <a:off x="2110503" y="1397492"/>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40"/>
          <p:cNvSpPr txBox="1"/>
          <p:nvPr/>
        </p:nvSpPr>
        <p:spPr>
          <a:xfrm>
            <a:off x="5184417" y="1201675"/>
            <a:ext cx="3239700" cy="7041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Mercury is the closest planet to the Sun and the smallest one </a:t>
            </a:r>
            <a:r>
              <a:rPr lang="en">
                <a:solidFill>
                  <a:schemeClr val="dk1"/>
                </a:solidFill>
                <a:latin typeface="Barlow"/>
                <a:ea typeface="Barlow"/>
                <a:cs typeface="Barlow"/>
                <a:sym typeface="Barlow"/>
              </a:rPr>
              <a:t>—it’s only a bit larger than the Moon</a:t>
            </a:r>
            <a:endParaRPr>
              <a:solidFill>
                <a:schemeClr val="dk1"/>
              </a:solidFill>
              <a:latin typeface="Barlow"/>
              <a:ea typeface="Barlow"/>
              <a:cs typeface="Barlow"/>
              <a:sym typeface="Barlow"/>
            </a:endParaRPr>
          </a:p>
        </p:txBody>
      </p:sp>
      <p:sp>
        <p:nvSpPr>
          <p:cNvPr id="573" name="Google Shape;573;p40"/>
          <p:cNvSpPr txBox="1"/>
          <p:nvPr/>
        </p:nvSpPr>
        <p:spPr>
          <a:xfrm>
            <a:off x="5180578" y="2045892"/>
            <a:ext cx="3239700" cy="7068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Venus has a beautiful name and is the second planet from the Sun</a:t>
            </a:r>
            <a:r>
              <a:rPr lang="en">
                <a:solidFill>
                  <a:schemeClr val="dk1"/>
                </a:solidFill>
                <a:latin typeface="Barlow"/>
                <a:ea typeface="Barlow"/>
                <a:cs typeface="Barlow"/>
                <a:sym typeface="Barlow"/>
              </a:rPr>
              <a:t>. It’s terribly hot—even hotter than Mercury</a:t>
            </a:r>
            <a:endParaRPr>
              <a:solidFill>
                <a:schemeClr val="dk1"/>
              </a:solidFill>
              <a:latin typeface="Barlow"/>
              <a:ea typeface="Barlow"/>
              <a:cs typeface="Barlow"/>
              <a:sym typeface="Barlow"/>
            </a:endParaRPr>
          </a:p>
        </p:txBody>
      </p:sp>
      <p:sp>
        <p:nvSpPr>
          <p:cNvPr id="574" name="Google Shape;574;p40"/>
          <p:cNvSpPr txBox="1"/>
          <p:nvPr/>
        </p:nvSpPr>
        <p:spPr>
          <a:xfrm>
            <a:off x="5180575" y="2892808"/>
            <a:ext cx="3239700" cy="6999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Despite being red, Mars is actually a cold place</a:t>
            </a:r>
            <a:r>
              <a:rPr lang="en">
                <a:solidFill>
                  <a:schemeClr val="dk1"/>
                </a:solidFill>
                <a:latin typeface="Barlow"/>
                <a:ea typeface="Barlow"/>
                <a:cs typeface="Barlow"/>
                <a:sym typeface="Barlow"/>
              </a:rPr>
              <a:t>. It’s full of iron oxide dust, which gives the planet its reddish cast</a:t>
            </a:r>
            <a:endParaRPr>
              <a:solidFill>
                <a:schemeClr val="dk1"/>
              </a:solidFill>
              <a:latin typeface="Barlow"/>
              <a:ea typeface="Barlow"/>
              <a:cs typeface="Barlow"/>
              <a:sym typeface="Barlow"/>
            </a:endParaRPr>
          </a:p>
        </p:txBody>
      </p:sp>
      <p:sp>
        <p:nvSpPr>
          <p:cNvPr id="575" name="Google Shape;575;p40"/>
          <p:cNvSpPr txBox="1"/>
          <p:nvPr/>
        </p:nvSpPr>
        <p:spPr>
          <a:xfrm>
            <a:off x="5184417" y="3732825"/>
            <a:ext cx="3239700" cy="7041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Jupiter is a gas giant and the biggest planet in the Solar System. It’s also the fourth-brightest object in the night sky</a:t>
            </a:r>
            <a:endParaRPr>
              <a:solidFill>
                <a:schemeClr val="dk1"/>
              </a:solidFill>
              <a:latin typeface="Barlow"/>
              <a:ea typeface="Barlow"/>
              <a:cs typeface="Barlow"/>
              <a:sym typeface="Barlow"/>
            </a:endParaRPr>
          </a:p>
        </p:txBody>
      </p:sp>
      <p:sp>
        <p:nvSpPr>
          <p:cNvPr id="576" name="Google Shape;576;p40"/>
          <p:cNvSpPr txBox="1"/>
          <p:nvPr/>
        </p:nvSpPr>
        <p:spPr>
          <a:xfrm>
            <a:off x="720000" y="2586275"/>
            <a:ext cx="1189500" cy="4782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1800">
                <a:solidFill>
                  <a:schemeClr val="accent3"/>
                </a:solidFill>
                <a:latin typeface="Bricolage Grotesque"/>
                <a:ea typeface="Bricolage Grotesque"/>
                <a:cs typeface="Bricolage Grotesque"/>
                <a:sym typeface="Bricolage Grotesque"/>
              </a:rPr>
              <a:t>Mercury</a:t>
            </a:r>
            <a:endParaRPr b="1" sz="1800">
              <a:solidFill>
                <a:schemeClr val="accent3"/>
              </a:solidFill>
              <a:latin typeface="Bricolage Grotesque"/>
              <a:ea typeface="Bricolage Grotesque"/>
              <a:cs typeface="Bricolage Grotesque"/>
              <a:sym typeface="Bricolage Grotesque"/>
            </a:endParaRPr>
          </a:p>
        </p:txBody>
      </p:sp>
      <p:cxnSp>
        <p:nvCxnSpPr>
          <p:cNvPr id="577" name="Google Shape;577;p40"/>
          <p:cNvCxnSpPr>
            <a:stCxn id="576" idx="0"/>
            <a:endCxn id="549" idx="2"/>
          </p:cNvCxnSpPr>
          <p:nvPr/>
        </p:nvCxnSpPr>
        <p:spPr>
          <a:xfrm rot="-5400000">
            <a:off x="1145250" y="1723175"/>
            <a:ext cx="1032600" cy="693600"/>
          </a:xfrm>
          <a:prstGeom prst="bentConnector2">
            <a:avLst/>
          </a:prstGeom>
          <a:noFill/>
          <a:ln cap="flat" cmpd="sng" w="19050">
            <a:solidFill>
              <a:schemeClr val="dk1"/>
            </a:solidFill>
            <a:prstDash val="solid"/>
            <a:round/>
            <a:headEnd len="med" w="med" type="none"/>
            <a:tailEnd len="med" w="med" type="none"/>
          </a:ln>
        </p:spPr>
      </p:cxnSp>
      <p:cxnSp>
        <p:nvCxnSpPr>
          <p:cNvPr id="578" name="Google Shape;578;p40"/>
          <p:cNvCxnSpPr>
            <a:stCxn id="576" idx="2"/>
            <a:endCxn id="546" idx="2"/>
          </p:cNvCxnSpPr>
          <p:nvPr/>
        </p:nvCxnSpPr>
        <p:spPr>
          <a:xfrm flipH="1" rot="-5400000">
            <a:off x="1151400" y="3227825"/>
            <a:ext cx="1020300" cy="693600"/>
          </a:xfrm>
          <a:prstGeom prst="bentConnector2">
            <a:avLst/>
          </a:prstGeom>
          <a:noFill/>
          <a:ln cap="flat" cmpd="sng" w="19050">
            <a:solidFill>
              <a:schemeClr val="dk1"/>
            </a:solidFill>
            <a:prstDash val="solid"/>
            <a:round/>
            <a:headEnd len="med" w="med" type="none"/>
            <a:tailEnd len="med" w="med" type="none"/>
          </a:ln>
        </p:spPr>
      </p:cxnSp>
      <p:cxnSp>
        <p:nvCxnSpPr>
          <p:cNvPr id="579" name="Google Shape;579;p40"/>
          <p:cNvCxnSpPr>
            <a:stCxn id="576" idx="0"/>
            <a:endCxn id="548" idx="2"/>
          </p:cNvCxnSpPr>
          <p:nvPr/>
        </p:nvCxnSpPr>
        <p:spPr>
          <a:xfrm rot="-5400000">
            <a:off x="1576350" y="2137775"/>
            <a:ext cx="186900" cy="710100"/>
          </a:xfrm>
          <a:prstGeom prst="bentConnector2">
            <a:avLst/>
          </a:prstGeom>
          <a:noFill/>
          <a:ln cap="flat" cmpd="sng" w="19050">
            <a:solidFill>
              <a:schemeClr val="dk1"/>
            </a:solidFill>
            <a:prstDash val="solid"/>
            <a:round/>
            <a:headEnd len="med" w="med" type="none"/>
            <a:tailEnd len="med" w="med" type="none"/>
          </a:ln>
        </p:spPr>
      </p:cxnSp>
      <p:cxnSp>
        <p:nvCxnSpPr>
          <p:cNvPr id="580" name="Google Shape;580;p40"/>
          <p:cNvCxnSpPr>
            <a:stCxn id="576" idx="2"/>
            <a:endCxn id="547" idx="2"/>
          </p:cNvCxnSpPr>
          <p:nvPr/>
        </p:nvCxnSpPr>
        <p:spPr>
          <a:xfrm flipH="1" rot="-5400000">
            <a:off x="1564650" y="2814575"/>
            <a:ext cx="193800" cy="693600"/>
          </a:xfrm>
          <a:prstGeom prst="bentConnector2">
            <a:avLst/>
          </a:prstGeom>
          <a:noFill/>
          <a:ln cap="flat" cmpd="sng" w="19050">
            <a:solidFill>
              <a:schemeClr val="dk1"/>
            </a:solidFill>
            <a:prstDash val="solid"/>
            <a:round/>
            <a:headEnd len="med" w="med" type="none"/>
            <a:tailEnd len="med" w="med" type="none"/>
          </a:ln>
        </p:spPr>
      </p:cxnSp>
      <p:sp>
        <p:nvSpPr>
          <p:cNvPr id="581" name="Google Shape;581;p40"/>
          <p:cNvSpPr txBox="1"/>
          <p:nvPr/>
        </p:nvSpPr>
        <p:spPr>
          <a:xfrm>
            <a:off x="2615865" y="1274275"/>
            <a:ext cx="2196000" cy="5589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1800">
                <a:solidFill>
                  <a:schemeClr val="accent3"/>
                </a:solidFill>
                <a:latin typeface="Bricolage Grotesque"/>
                <a:ea typeface="Bricolage Grotesque"/>
                <a:cs typeface="Bricolage Grotesque"/>
                <a:sym typeface="Bricolage Grotesque"/>
              </a:rPr>
              <a:t>Type of data</a:t>
            </a:r>
            <a:endParaRPr b="1" sz="1800">
              <a:solidFill>
                <a:schemeClr val="accent3"/>
              </a:solidFill>
              <a:latin typeface="Bricolage Grotesque"/>
              <a:ea typeface="Bricolage Grotesque"/>
              <a:cs typeface="Bricolage Grotesque"/>
              <a:sym typeface="Bricolage Grotesque"/>
            </a:endParaRPr>
          </a:p>
        </p:txBody>
      </p:sp>
      <p:sp>
        <p:nvSpPr>
          <p:cNvPr id="582" name="Google Shape;582;p40"/>
          <p:cNvSpPr txBox="1"/>
          <p:nvPr/>
        </p:nvSpPr>
        <p:spPr>
          <a:xfrm>
            <a:off x="2615865" y="2119842"/>
            <a:ext cx="2196000" cy="5589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1800">
                <a:solidFill>
                  <a:schemeClr val="accent3"/>
                </a:solidFill>
                <a:latin typeface="Bricolage Grotesque"/>
                <a:ea typeface="Bricolage Grotesque"/>
                <a:cs typeface="Bricolage Grotesque"/>
                <a:sym typeface="Bricolage Grotesque"/>
              </a:rPr>
              <a:t>Motives</a:t>
            </a:r>
            <a:endParaRPr b="1" sz="1800">
              <a:solidFill>
                <a:schemeClr val="accent3"/>
              </a:solidFill>
              <a:latin typeface="Bricolage Grotesque"/>
              <a:ea typeface="Bricolage Grotesque"/>
              <a:cs typeface="Bricolage Grotesque"/>
              <a:sym typeface="Bricolage Grotesque"/>
            </a:endParaRPr>
          </a:p>
        </p:txBody>
      </p:sp>
      <p:sp>
        <p:nvSpPr>
          <p:cNvPr id="583" name="Google Shape;583;p40"/>
          <p:cNvSpPr txBox="1"/>
          <p:nvPr/>
        </p:nvSpPr>
        <p:spPr>
          <a:xfrm>
            <a:off x="2615865" y="2963308"/>
            <a:ext cx="2196000" cy="5589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1800">
                <a:solidFill>
                  <a:schemeClr val="accent3"/>
                </a:solidFill>
                <a:latin typeface="Bricolage Grotesque"/>
                <a:ea typeface="Bricolage Grotesque"/>
                <a:cs typeface="Bricolage Grotesque"/>
                <a:sym typeface="Bricolage Grotesque"/>
              </a:rPr>
              <a:t>Data collection</a:t>
            </a:r>
            <a:endParaRPr b="1" sz="1800">
              <a:solidFill>
                <a:schemeClr val="accent3"/>
              </a:solidFill>
              <a:latin typeface="Bricolage Grotesque"/>
              <a:ea typeface="Bricolage Grotesque"/>
              <a:cs typeface="Bricolage Grotesque"/>
              <a:sym typeface="Bricolage Grotesque"/>
            </a:endParaRPr>
          </a:p>
        </p:txBody>
      </p:sp>
      <p:sp>
        <p:nvSpPr>
          <p:cNvPr id="584" name="Google Shape;584;p40"/>
          <p:cNvSpPr txBox="1"/>
          <p:nvPr/>
        </p:nvSpPr>
        <p:spPr>
          <a:xfrm>
            <a:off x="2615865" y="3805425"/>
            <a:ext cx="2196000" cy="5589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1800">
                <a:solidFill>
                  <a:schemeClr val="accent3"/>
                </a:solidFill>
                <a:latin typeface="Bricolage Grotesque"/>
                <a:ea typeface="Bricolage Grotesque"/>
                <a:cs typeface="Bricolage Grotesque"/>
                <a:sym typeface="Bricolage Grotesque"/>
              </a:rPr>
              <a:t>Specific sampling</a:t>
            </a:r>
            <a:endParaRPr b="1" sz="1800">
              <a:solidFill>
                <a:schemeClr val="accent3"/>
              </a:solidFill>
              <a:latin typeface="Bricolage Grotesque"/>
              <a:ea typeface="Bricolage Grotesque"/>
              <a:cs typeface="Bricolage Grotesque"/>
              <a:sym typeface="Bricolage Grotesque"/>
            </a:endParaRPr>
          </a:p>
        </p:txBody>
      </p:sp>
      <p:cxnSp>
        <p:nvCxnSpPr>
          <p:cNvPr id="585" name="Google Shape;585;p40"/>
          <p:cNvCxnSpPr>
            <a:stCxn id="581" idx="3"/>
            <a:endCxn id="572" idx="1"/>
          </p:cNvCxnSpPr>
          <p:nvPr/>
        </p:nvCxnSpPr>
        <p:spPr>
          <a:xfrm>
            <a:off x="4811865" y="1553725"/>
            <a:ext cx="372600" cy="0"/>
          </a:xfrm>
          <a:prstGeom prst="straightConnector1">
            <a:avLst/>
          </a:prstGeom>
          <a:noFill/>
          <a:ln cap="flat" cmpd="sng" w="19050">
            <a:solidFill>
              <a:schemeClr val="dk1"/>
            </a:solidFill>
            <a:prstDash val="solid"/>
            <a:round/>
            <a:headEnd len="med" w="med" type="none"/>
            <a:tailEnd len="med" w="med" type="triangle"/>
          </a:ln>
        </p:spPr>
      </p:cxnSp>
      <p:cxnSp>
        <p:nvCxnSpPr>
          <p:cNvPr id="586" name="Google Shape;586;p40"/>
          <p:cNvCxnSpPr>
            <a:stCxn id="582" idx="3"/>
            <a:endCxn id="573" idx="1"/>
          </p:cNvCxnSpPr>
          <p:nvPr/>
        </p:nvCxnSpPr>
        <p:spPr>
          <a:xfrm>
            <a:off x="4811865" y="2399292"/>
            <a:ext cx="368700" cy="0"/>
          </a:xfrm>
          <a:prstGeom prst="straightConnector1">
            <a:avLst/>
          </a:prstGeom>
          <a:noFill/>
          <a:ln cap="flat" cmpd="sng" w="19050">
            <a:solidFill>
              <a:schemeClr val="dk1"/>
            </a:solidFill>
            <a:prstDash val="solid"/>
            <a:round/>
            <a:headEnd len="med" w="med" type="none"/>
            <a:tailEnd len="med" w="med" type="triangle"/>
          </a:ln>
        </p:spPr>
      </p:cxnSp>
      <p:cxnSp>
        <p:nvCxnSpPr>
          <p:cNvPr id="587" name="Google Shape;587;p40"/>
          <p:cNvCxnSpPr>
            <a:stCxn id="583" idx="3"/>
            <a:endCxn id="574" idx="1"/>
          </p:cNvCxnSpPr>
          <p:nvPr/>
        </p:nvCxnSpPr>
        <p:spPr>
          <a:xfrm>
            <a:off x="4811865" y="3242758"/>
            <a:ext cx="368700" cy="0"/>
          </a:xfrm>
          <a:prstGeom prst="straightConnector1">
            <a:avLst/>
          </a:prstGeom>
          <a:noFill/>
          <a:ln cap="flat" cmpd="sng" w="19050">
            <a:solidFill>
              <a:schemeClr val="dk1"/>
            </a:solidFill>
            <a:prstDash val="solid"/>
            <a:round/>
            <a:headEnd len="med" w="med" type="none"/>
            <a:tailEnd len="med" w="med" type="triangle"/>
          </a:ln>
        </p:spPr>
      </p:cxnSp>
      <p:cxnSp>
        <p:nvCxnSpPr>
          <p:cNvPr id="588" name="Google Shape;588;p40"/>
          <p:cNvCxnSpPr>
            <a:stCxn id="584" idx="3"/>
            <a:endCxn id="575" idx="1"/>
          </p:cNvCxnSpPr>
          <p:nvPr/>
        </p:nvCxnSpPr>
        <p:spPr>
          <a:xfrm>
            <a:off x="4811865" y="4084875"/>
            <a:ext cx="372600" cy="0"/>
          </a:xfrm>
          <a:prstGeom prst="straightConnector1">
            <a:avLst/>
          </a:prstGeom>
          <a:noFill/>
          <a:ln cap="flat" cmpd="sng" w="19050">
            <a:solidFill>
              <a:schemeClr val="dk1"/>
            </a:solidFill>
            <a:prstDash val="solid"/>
            <a:round/>
            <a:headEnd len="med" w="med" type="none"/>
            <a:tailEnd len="med" w="med" type="triangle"/>
          </a:ln>
        </p:spPr>
      </p:cxn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2" name="Shape 592"/>
        <p:cNvGrpSpPr/>
        <p:nvPr/>
      </p:nvGrpSpPr>
      <p:grpSpPr>
        <a:xfrm>
          <a:off x="0" y="0"/>
          <a:ext cx="0" cy="0"/>
          <a:chOff x="0" y="0"/>
          <a:chExt cx="0" cy="0"/>
        </a:xfrm>
      </p:grpSpPr>
      <p:sp>
        <p:nvSpPr>
          <p:cNvPr id="593" name="Google Shape;593;p4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a:t>
            </a:r>
            <a:r>
              <a:rPr lang="en"/>
              <a:t>nalysis &amp; development</a:t>
            </a:r>
            <a:endParaRPr/>
          </a:p>
        </p:txBody>
      </p:sp>
      <p:sp>
        <p:nvSpPr>
          <p:cNvPr id="594" name="Google Shape;594;p41"/>
          <p:cNvSpPr txBox="1"/>
          <p:nvPr>
            <p:ph idx="1" type="subTitle"/>
          </p:nvPr>
        </p:nvSpPr>
        <p:spPr>
          <a:xfrm>
            <a:off x="4725900" y="1766100"/>
            <a:ext cx="3698100" cy="2608200"/>
          </a:xfrm>
          <a:prstGeom prst="rect">
            <a:avLst/>
          </a:prstGeom>
        </p:spPr>
        <p:txBody>
          <a:bodyPr anchorCtr="0" anchor="t" bIns="91425" lIns="91425" spcFirstLastPara="1" rIns="91425" wrap="square" tIns="91425">
            <a:noAutofit/>
          </a:bodyPr>
          <a:lstStyle/>
          <a:p>
            <a:pPr indent="-317500" lvl="0" marL="314325" rtl="0" algn="l">
              <a:spcBef>
                <a:spcPts val="0"/>
              </a:spcBef>
              <a:spcAft>
                <a:spcPts val="0"/>
              </a:spcAft>
              <a:buSzPts val="1400"/>
              <a:buChar char="●"/>
            </a:pPr>
            <a:r>
              <a:rPr lang="en"/>
              <a:t>Venus has a beautiful name and is the second planet from the Sun. It’s terribly hot—even hotter than Mercury</a:t>
            </a:r>
            <a:endParaRPr/>
          </a:p>
          <a:p>
            <a:pPr indent="-317500" lvl="0" marL="314325" rtl="0" algn="l">
              <a:spcBef>
                <a:spcPts val="1000"/>
              </a:spcBef>
              <a:spcAft>
                <a:spcPts val="0"/>
              </a:spcAft>
              <a:buSzPts val="1400"/>
              <a:buChar char="●"/>
            </a:pPr>
            <a:r>
              <a:rPr lang="en"/>
              <a:t>Saturn is a gas giant and has several rings. This planet is composed mostly of hydrogen and helium</a:t>
            </a:r>
            <a:endParaRPr/>
          </a:p>
          <a:p>
            <a:pPr indent="-317500" lvl="0" marL="314325" rtl="0" algn="l">
              <a:spcBef>
                <a:spcPts val="1000"/>
              </a:spcBef>
              <a:spcAft>
                <a:spcPts val="0"/>
              </a:spcAft>
              <a:buSzPts val="1400"/>
              <a:buChar char="●"/>
            </a:pPr>
            <a:r>
              <a:rPr lang="en"/>
              <a:t>Earth is the third planet from the Sun and the only one that harbors life in the Solar System. We all live on this planet</a:t>
            </a:r>
            <a:endParaRPr/>
          </a:p>
        </p:txBody>
      </p:sp>
      <p:sp>
        <p:nvSpPr>
          <p:cNvPr id="595" name="Google Shape;595;p41"/>
          <p:cNvSpPr txBox="1"/>
          <p:nvPr>
            <p:ph idx="2" type="subTitle"/>
          </p:nvPr>
        </p:nvSpPr>
        <p:spPr>
          <a:xfrm>
            <a:off x="720000" y="1766100"/>
            <a:ext cx="3698100" cy="2608200"/>
          </a:xfrm>
          <a:prstGeom prst="rect">
            <a:avLst/>
          </a:prstGeom>
        </p:spPr>
        <p:txBody>
          <a:bodyPr anchorCtr="0" anchor="t" bIns="91425" lIns="91425" spcFirstLastPara="1" rIns="91425" wrap="square" tIns="91425">
            <a:noAutofit/>
          </a:bodyPr>
          <a:lstStyle/>
          <a:p>
            <a:pPr indent="-317500" lvl="0" marL="257175" rtl="0" algn="l">
              <a:spcBef>
                <a:spcPts val="0"/>
              </a:spcBef>
              <a:spcAft>
                <a:spcPts val="0"/>
              </a:spcAft>
              <a:buSzPts val="1400"/>
              <a:buChar char="●"/>
            </a:pPr>
            <a:r>
              <a:rPr lang="en"/>
              <a:t>Mercury is the closest planet to the Sun and the smallest one in the Solar System—it’s a bit larger than the Moon</a:t>
            </a:r>
            <a:endParaRPr/>
          </a:p>
          <a:p>
            <a:pPr indent="-317500" lvl="0" marL="257175" rtl="0" algn="l">
              <a:spcBef>
                <a:spcPts val="1000"/>
              </a:spcBef>
              <a:spcAft>
                <a:spcPts val="0"/>
              </a:spcAft>
              <a:buSzPts val="1400"/>
              <a:buChar char="●"/>
            </a:pPr>
            <a:r>
              <a:rPr lang="en"/>
              <a:t>Jupiter is a gas giant, the biggest planet in the Solar System and the fourth-brightest object in the night sky</a:t>
            </a:r>
            <a:endParaRPr/>
          </a:p>
          <a:p>
            <a:pPr indent="-317500" lvl="0" marL="257175" rtl="0" algn="l">
              <a:spcBef>
                <a:spcPts val="1000"/>
              </a:spcBef>
              <a:spcAft>
                <a:spcPts val="0"/>
              </a:spcAft>
              <a:buSzPts val="1400"/>
              <a:buChar char="●"/>
            </a:pPr>
            <a:r>
              <a:rPr lang="en"/>
              <a:t>Neptune is the farthest planet from the Sun. It's also the fourth-largest planet by diameter in the Solar System</a:t>
            </a:r>
            <a:endParaRPr/>
          </a:p>
        </p:txBody>
      </p:sp>
      <p:sp>
        <p:nvSpPr>
          <p:cNvPr id="596" name="Google Shape;596;p41"/>
          <p:cNvSpPr txBox="1"/>
          <p:nvPr>
            <p:ph idx="3" type="subTitle"/>
          </p:nvPr>
        </p:nvSpPr>
        <p:spPr>
          <a:xfrm>
            <a:off x="720000" y="1428975"/>
            <a:ext cx="3698100" cy="443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Phase 01</a:t>
            </a:r>
            <a:endParaRPr/>
          </a:p>
        </p:txBody>
      </p:sp>
      <p:sp>
        <p:nvSpPr>
          <p:cNvPr id="597" name="Google Shape;597;p41"/>
          <p:cNvSpPr txBox="1"/>
          <p:nvPr>
            <p:ph idx="4" type="subTitle"/>
          </p:nvPr>
        </p:nvSpPr>
        <p:spPr>
          <a:xfrm>
            <a:off x="4725900" y="1428975"/>
            <a:ext cx="3698100" cy="443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Phase 02</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1" name="Shape 601"/>
        <p:cNvGrpSpPr/>
        <p:nvPr/>
      </p:nvGrpSpPr>
      <p:grpSpPr>
        <a:xfrm>
          <a:off x="0" y="0"/>
          <a:ext cx="0" cy="0"/>
          <a:chOff x="0" y="0"/>
          <a:chExt cx="0" cy="0"/>
        </a:xfrm>
      </p:grpSpPr>
      <p:pic>
        <p:nvPicPr>
          <p:cNvPr id="602" name="Google Shape;602;p42" title="Chart">
            <a:hlinkClick r:id="rId3"/>
          </p:cNvPr>
          <p:cNvPicPr preferRelativeResize="0"/>
          <p:nvPr/>
        </p:nvPicPr>
        <p:blipFill>
          <a:blip r:embed="rId4">
            <a:alphaModFix/>
          </a:blip>
          <a:stretch>
            <a:fillRect/>
          </a:stretch>
        </p:blipFill>
        <p:spPr>
          <a:xfrm>
            <a:off x="4577219" y="1265607"/>
            <a:ext cx="3871069" cy="1941312"/>
          </a:xfrm>
          <a:prstGeom prst="rect">
            <a:avLst/>
          </a:prstGeom>
          <a:noFill/>
          <a:ln>
            <a:noFill/>
          </a:ln>
        </p:spPr>
      </p:pic>
      <p:sp>
        <p:nvSpPr>
          <p:cNvPr id="603" name="Google Shape;603;p42"/>
          <p:cNvSpPr/>
          <p:nvPr/>
        </p:nvSpPr>
        <p:spPr>
          <a:xfrm>
            <a:off x="4652900" y="3320225"/>
            <a:ext cx="263100" cy="263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a:ea typeface="Barlow"/>
              <a:cs typeface="Barlow"/>
              <a:sym typeface="Barlow"/>
            </a:endParaRPr>
          </a:p>
        </p:txBody>
      </p:sp>
      <p:sp>
        <p:nvSpPr>
          <p:cNvPr id="604" name="Google Shape;604;p42"/>
          <p:cNvSpPr/>
          <p:nvPr/>
        </p:nvSpPr>
        <p:spPr>
          <a:xfrm>
            <a:off x="6548400" y="3320225"/>
            <a:ext cx="263100" cy="263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a:ea typeface="Barlow"/>
              <a:cs typeface="Barlow"/>
              <a:sym typeface="Barlow"/>
            </a:endParaRPr>
          </a:p>
        </p:txBody>
      </p:sp>
      <p:sp>
        <p:nvSpPr>
          <p:cNvPr id="605" name="Google Shape;605;p4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a:t>
            </a:r>
            <a:r>
              <a:rPr lang="en"/>
              <a:t>nalysis &amp; development</a:t>
            </a:r>
            <a:endParaRPr/>
          </a:p>
        </p:txBody>
      </p:sp>
      <p:sp>
        <p:nvSpPr>
          <p:cNvPr id="606" name="Google Shape;606;p42"/>
          <p:cNvSpPr txBox="1"/>
          <p:nvPr/>
        </p:nvSpPr>
        <p:spPr>
          <a:xfrm>
            <a:off x="713225" y="4314400"/>
            <a:ext cx="7753500" cy="294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chemeClr val="dk1"/>
                </a:solidFill>
                <a:latin typeface="Barlow"/>
                <a:ea typeface="Barlow"/>
                <a:cs typeface="Barlow"/>
                <a:sym typeface="Barlow"/>
              </a:rPr>
              <a:t>Follow the link in the graph to modify its data and then paste the new one here.</a:t>
            </a:r>
            <a:r>
              <a:rPr b="1" lang="en" sz="1000">
                <a:solidFill>
                  <a:schemeClr val="dk1"/>
                </a:solidFill>
                <a:latin typeface="Barlow"/>
                <a:ea typeface="Barlow"/>
                <a:cs typeface="Barlow"/>
                <a:sym typeface="Barlow"/>
              </a:rPr>
              <a:t> </a:t>
            </a:r>
            <a:r>
              <a:rPr b="1" lang="en" sz="1000" u="sng">
                <a:solidFill>
                  <a:schemeClr val="dk1"/>
                </a:solidFill>
                <a:latin typeface="Barlow"/>
                <a:ea typeface="Barlow"/>
                <a:cs typeface="Barlow"/>
                <a:sym typeface="Barlow"/>
                <a:hlinkClick r:id="rId5">
                  <a:extLst>
                    <a:ext uri="{A12FA001-AC4F-418D-AE19-62706E023703}">
                      <ahyp:hlinkClr val="tx"/>
                    </a:ext>
                  </a:extLst>
                </a:hlinkClick>
              </a:rPr>
              <a:t>For more info, click here</a:t>
            </a:r>
            <a:endParaRPr b="1" sz="1000" u="sng">
              <a:solidFill>
                <a:schemeClr val="dk1"/>
              </a:solidFill>
              <a:latin typeface="Barlow"/>
              <a:ea typeface="Barlow"/>
              <a:cs typeface="Barlow"/>
              <a:sym typeface="Barlow"/>
            </a:endParaRPr>
          </a:p>
        </p:txBody>
      </p:sp>
      <p:sp>
        <p:nvSpPr>
          <p:cNvPr id="607" name="Google Shape;607;p42"/>
          <p:cNvSpPr txBox="1"/>
          <p:nvPr/>
        </p:nvSpPr>
        <p:spPr>
          <a:xfrm>
            <a:off x="4930150" y="3187925"/>
            <a:ext cx="1604100" cy="5277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accent3"/>
                </a:solidFill>
                <a:latin typeface="Bricolage Grotesque"/>
                <a:ea typeface="Bricolage Grotesque"/>
                <a:cs typeface="Bricolage Grotesque"/>
                <a:sym typeface="Bricolage Grotesque"/>
              </a:rPr>
              <a:t>Venus</a:t>
            </a:r>
            <a:endParaRPr b="1" sz="2000">
              <a:solidFill>
                <a:schemeClr val="accent3"/>
              </a:solidFill>
              <a:latin typeface="Bricolage Grotesque"/>
              <a:ea typeface="Bricolage Grotesque"/>
              <a:cs typeface="Bricolage Grotesque"/>
              <a:sym typeface="Bricolage Grotesque"/>
            </a:endParaRPr>
          </a:p>
        </p:txBody>
      </p:sp>
      <p:sp>
        <p:nvSpPr>
          <p:cNvPr id="608" name="Google Shape;608;p42"/>
          <p:cNvSpPr txBox="1"/>
          <p:nvPr/>
        </p:nvSpPr>
        <p:spPr>
          <a:xfrm>
            <a:off x="4930150" y="3624905"/>
            <a:ext cx="16041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Venus has a beautiful name</a:t>
            </a:r>
            <a:endParaRPr>
              <a:solidFill>
                <a:schemeClr val="dk1"/>
              </a:solidFill>
              <a:latin typeface="Barlow"/>
              <a:ea typeface="Barlow"/>
              <a:cs typeface="Barlow"/>
              <a:sym typeface="Barlow"/>
            </a:endParaRPr>
          </a:p>
        </p:txBody>
      </p:sp>
      <p:sp>
        <p:nvSpPr>
          <p:cNvPr id="609" name="Google Shape;609;p42"/>
          <p:cNvSpPr txBox="1"/>
          <p:nvPr/>
        </p:nvSpPr>
        <p:spPr>
          <a:xfrm>
            <a:off x="6825646" y="3187925"/>
            <a:ext cx="1604100" cy="5277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accent3"/>
                </a:solidFill>
                <a:latin typeface="Bricolage Grotesque"/>
                <a:ea typeface="Bricolage Grotesque"/>
                <a:cs typeface="Bricolage Grotesque"/>
                <a:sym typeface="Bricolage Grotesque"/>
              </a:rPr>
              <a:t>Mercury</a:t>
            </a:r>
            <a:endParaRPr b="1" sz="2000">
              <a:solidFill>
                <a:schemeClr val="accent3"/>
              </a:solidFill>
              <a:latin typeface="Bricolage Grotesque"/>
              <a:ea typeface="Bricolage Grotesque"/>
              <a:cs typeface="Bricolage Grotesque"/>
              <a:sym typeface="Bricolage Grotesque"/>
            </a:endParaRPr>
          </a:p>
        </p:txBody>
      </p:sp>
      <p:sp>
        <p:nvSpPr>
          <p:cNvPr id="610" name="Google Shape;610;p42"/>
          <p:cNvSpPr txBox="1"/>
          <p:nvPr/>
        </p:nvSpPr>
        <p:spPr>
          <a:xfrm>
            <a:off x="6825646" y="3624905"/>
            <a:ext cx="16041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Mercury is quite a small planet</a:t>
            </a:r>
            <a:endParaRPr>
              <a:solidFill>
                <a:schemeClr val="dk1"/>
              </a:solidFill>
              <a:latin typeface="Barlow"/>
              <a:ea typeface="Barlow"/>
              <a:cs typeface="Barlow"/>
              <a:sym typeface="Barlow"/>
            </a:endParaRPr>
          </a:p>
        </p:txBody>
      </p:sp>
      <p:sp>
        <p:nvSpPr>
          <p:cNvPr id="611" name="Google Shape;611;p42"/>
          <p:cNvSpPr txBox="1"/>
          <p:nvPr/>
        </p:nvSpPr>
        <p:spPr>
          <a:xfrm>
            <a:off x="713225" y="1213000"/>
            <a:ext cx="3465600" cy="2941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Mercury is the closest planet to the Sun and the smallest one in the Solar System. This planet’s name has nothing to do with the liquid metal</a:t>
            </a:r>
            <a:endParaRPr>
              <a:solidFill>
                <a:schemeClr val="dk1"/>
              </a:solidFill>
              <a:latin typeface="Barlow"/>
              <a:ea typeface="Barlow"/>
              <a:cs typeface="Barlow"/>
              <a:sym typeface="Barlow"/>
            </a:endParaRPr>
          </a:p>
          <a:p>
            <a:pPr indent="-317500" lvl="0" marL="457200" rtl="0" algn="l">
              <a:lnSpc>
                <a:spcPct val="115000"/>
              </a:lnSpc>
              <a:spcBef>
                <a:spcPts val="1000"/>
              </a:spcBef>
              <a:spcAft>
                <a:spcPts val="0"/>
              </a:spcAft>
              <a:buClr>
                <a:schemeClr val="dk1"/>
              </a:buClr>
              <a:buSzPts val="1400"/>
              <a:buFont typeface="Barlow"/>
              <a:buChar char="●"/>
            </a:pPr>
            <a:r>
              <a:rPr lang="en">
                <a:solidFill>
                  <a:schemeClr val="dk1"/>
                </a:solidFill>
                <a:latin typeface="Barlow"/>
                <a:ea typeface="Barlow"/>
                <a:cs typeface="Barlow"/>
                <a:sym typeface="Barlow"/>
              </a:rPr>
              <a:t>The Sun is the star at the center of the Solar System</a:t>
            </a:r>
            <a:endParaRPr>
              <a:solidFill>
                <a:schemeClr val="dk1"/>
              </a:solidFill>
              <a:latin typeface="Barlow"/>
              <a:ea typeface="Barlow"/>
              <a:cs typeface="Barlow"/>
              <a:sym typeface="Barlow"/>
            </a:endParaRPr>
          </a:p>
          <a:p>
            <a:pPr indent="-317500" lvl="0" marL="457200" rtl="0" algn="l">
              <a:lnSpc>
                <a:spcPct val="115000"/>
              </a:lnSpc>
              <a:spcBef>
                <a:spcPts val="1000"/>
              </a:spcBef>
              <a:spcAft>
                <a:spcPts val="0"/>
              </a:spcAft>
              <a:buClr>
                <a:schemeClr val="dk1"/>
              </a:buClr>
              <a:buSzPts val="1400"/>
              <a:buFont typeface="Barlow"/>
              <a:buChar char="●"/>
            </a:pPr>
            <a:r>
              <a:rPr lang="en">
                <a:solidFill>
                  <a:schemeClr val="dk1"/>
                </a:solidFill>
                <a:latin typeface="Barlow"/>
                <a:ea typeface="Barlow"/>
                <a:cs typeface="Barlow"/>
                <a:sym typeface="Barlow"/>
              </a:rPr>
              <a:t>Jupiter is the biggest planet in the entire Solar System</a:t>
            </a:r>
            <a:endParaRPr>
              <a:solidFill>
                <a:schemeClr val="dk1"/>
              </a:solidFill>
              <a:latin typeface="Barlow"/>
              <a:ea typeface="Barlow"/>
              <a:cs typeface="Barlow"/>
              <a:sym typeface="Barlow"/>
            </a:endParaRPr>
          </a:p>
          <a:p>
            <a:pPr indent="-317500" lvl="0" marL="457200" rtl="0" algn="l">
              <a:lnSpc>
                <a:spcPct val="115000"/>
              </a:lnSpc>
              <a:spcBef>
                <a:spcPts val="1000"/>
              </a:spcBef>
              <a:spcAft>
                <a:spcPts val="0"/>
              </a:spcAft>
              <a:buClr>
                <a:schemeClr val="dk1"/>
              </a:buClr>
              <a:buSzPts val="1400"/>
              <a:buFont typeface="Barlow"/>
              <a:buChar char="●"/>
            </a:pPr>
            <a:r>
              <a:rPr lang="en">
                <a:solidFill>
                  <a:schemeClr val="dk1"/>
                </a:solidFill>
                <a:latin typeface="Barlow"/>
                <a:ea typeface="Barlow"/>
                <a:cs typeface="Barlow"/>
                <a:sym typeface="Barlow"/>
              </a:rPr>
              <a:t>Saturn is composed mostly of hydrogen and helium</a:t>
            </a:r>
            <a:endParaRPr>
              <a:solidFill>
                <a:schemeClr val="dk1"/>
              </a:solidFill>
              <a:latin typeface="Barlow"/>
              <a:ea typeface="Barlow"/>
              <a:cs typeface="Barlow"/>
              <a:sym typeface="Barlow"/>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5" name="Shape 615"/>
        <p:cNvGrpSpPr/>
        <p:nvPr/>
      </p:nvGrpSpPr>
      <p:grpSpPr>
        <a:xfrm>
          <a:off x="0" y="0"/>
          <a:ext cx="0" cy="0"/>
          <a:chOff x="0" y="0"/>
          <a:chExt cx="0" cy="0"/>
        </a:xfrm>
      </p:grpSpPr>
      <p:pic>
        <p:nvPicPr>
          <p:cNvPr id="616" name="Google Shape;616;p43" title="Chart">
            <a:hlinkClick r:id="rId3"/>
          </p:cNvPr>
          <p:cNvPicPr preferRelativeResize="0"/>
          <p:nvPr/>
        </p:nvPicPr>
        <p:blipFill>
          <a:blip r:embed="rId4">
            <a:alphaModFix/>
          </a:blip>
          <a:stretch>
            <a:fillRect/>
          </a:stretch>
        </p:blipFill>
        <p:spPr>
          <a:xfrm>
            <a:off x="736049" y="1471412"/>
            <a:ext cx="3820050" cy="2730699"/>
          </a:xfrm>
          <a:prstGeom prst="rect">
            <a:avLst/>
          </a:prstGeom>
          <a:noFill/>
          <a:ln>
            <a:noFill/>
          </a:ln>
        </p:spPr>
      </p:pic>
      <p:sp>
        <p:nvSpPr>
          <p:cNvPr id="617" name="Google Shape;617;p43"/>
          <p:cNvSpPr txBox="1"/>
          <p:nvPr/>
        </p:nvSpPr>
        <p:spPr>
          <a:xfrm>
            <a:off x="6002700" y="2816313"/>
            <a:ext cx="2421300" cy="5277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accent3"/>
                </a:solidFill>
                <a:latin typeface="Bricolage Grotesque"/>
                <a:ea typeface="Bricolage Grotesque"/>
                <a:cs typeface="Bricolage Grotesque"/>
                <a:sym typeface="Bricolage Grotesque"/>
              </a:rPr>
              <a:t>Mars</a:t>
            </a:r>
            <a:endParaRPr b="1" sz="2000">
              <a:solidFill>
                <a:schemeClr val="accent3"/>
              </a:solidFill>
              <a:latin typeface="Bricolage Grotesque"/>
              <a:ea typeface="Bricolage Grotesque"/>
              <a:cs typeface="Bricolage Grotesque"/>
              <a:sym typeface="Bricolage Grotesque"/>
            </a:endParaRPr>
          </a:p>
        </p:txBody>
      </p:sp>
      <p:sp>
        <p:nvSpPr>
          <p:cNvPr id="618" name="Google Shape;618;p43"/>
          <p:cNvSpPr txBox="1"/>
          <p:nvPr/>
        </p:nvSpPr>
        <p:spPr>
          <a:xfrm>
            <a:off x="6002700" y="3248056"/>
            <a:ext cx="24213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Despite being red, Mars is actually a cold place</a:t>
            </a:r>
            <a:endParaRPr>
              <a:solidFill>
                <a:schemeClr val="dk1"/>
              </a:solidFill>
              <a:latin typeface="Barlow"/>
              <a:ea typeface="Barlow"/>
              <a:cs typeface="Barlow"/>
              <a:sym typeface="Barlow"/>
            </a:endParaRPr>
          </a:p>
        </p:txBody>
      </p:sp>
      <p:sp>
        <p:nvSpPr>
          <p:cNvPr id="619" name="Google Shape;619;p43"/>
          <p:cNvSpPr/>
          <p:nvPr/>
        </p:nvSpPr>
        <p:spPr>
          <a:xfrm>
            <a:off x="4652900" y="1643825"/>
            <a:ext cx="263100" cy="263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a:ea typeface="Barlow"/>
              <a:cs typeface="Barlow"/>
              <a:sym typeface="Barlow"/>
            </a:endParaRPr>
          </a:p>
        </p:txBody>
      </p:sp>
      <p:sp>
        <p:nvSpPr>
          <p:cNvPr id="620" name="Google Shape;620;p43"/>
          <p:cNvSpPr/>
          <p:nvPr/>
        </p:nvSpPr>
        <p:spPr>
          <a:xfrm>
            <a:off x="6548400" y="1643825"/>
            <a:ext cx="263100" cy="263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a:ea typeface="Barlow"/>
              <a:cs typeface="Barlow"/>
              <a:sym typeface="Barlow"/>
            </a:endParaRPr>
          </a:p>
        </p:txBody>
      </p:sp>
      <p:sp>
        <p:nvSpPr>
          <p:cNvPr id="621" name="Google Shape;621;p4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a:t>
            </a:r>
            <a:r>
              <a:rPr lang="en"/>
              <a:t>nalysis </a:t>
            </a:r>
            <a:r>
              <a:rPr lang="en"/>
              <a:t>of the results</a:t>
            </a:r>
            <a:endParaRPr/>
          </a:p>
        </p:txBody>
      </p:sp>
      <p:sp>
        <p:nvSpPr>
          <p:cNvPr id="622" name="Google Shape;622;p43"/>
          <p:cNvSpPr/>
          <p:nvPr/>
        </p:nvSpPr>
        <p:spPr>
          <a:xfrm>
            <a:off x="4884048" y="2829671"/>
            <a:ext cx="941700" cy="941700"/>
          </a:xfrm>
          <a:prstGeom prst="donut">
            <a:avLst>
              <a:gd fmla="val 1193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43"/>
          <p:cNvSpPr/>
          <p:nvPr/>
        </p:nvSpPr>
        <p:spPr>
          <a:xfrm flipH="1">
            <a:off x="4882248" y="2827871"/>
            <a:ext cx="945300" cy="945300"/>
          </a:xfrm>
          <a:prstGeom prst="blockArc">
            <a:avLst>
              <a:gd fmla="val 5400645" name="adj1"/>
              <a:gd fmla="val 16256715" name="adj2"/>
              <a:gd fmla="val 12710" name="adj3"/>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43"/>
          <p:cNvSpPr txBox="1"/>
          <p:nvPr/>
        </p:nvSpPr>
        <p:spPr>
          <a:xfrm>
            <a:off x="4882248" y="3122171"/>
            <a:ext cx="945300" cy="35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Bricolage Grotesque"/>
                <a:ea typeface="Bricolage Grotesque"/>
                <a:cs typeface="Bricolage Grotesque"/>
                <a:sym typeface="Bricolage Grotesque"/>
              </a:rPr>
              <a:t>50%</a:t>
            </a:r>
            <a:endParaRPr b="1" sz="2000">
              <a:solidFill>
                <a:schemeClr val="dk1"/>
              </a:solidFill>
              <a:latin typeface="Bricolage Grotesque"/>
              <a:ea typeface="Bricolage Grotesque"/>
              <a:cs typeface="Bricolage Grotesque"/>
              <a:sym typeface="Bricolage Grotesque"/>
            </a:endParaRPr>
          </a:p>
        </p:txBody>
      </p:sp>
      <p:sp>
        <p:nvSpPr>
          <p:cNvPr id="625" name="Google Shape;625;p43"/>
          <p:cNvSpPr txBox="1"/>
          <p:nvPr/>
        </p:nvSpPr>
        <p:spPr>
          <a:xfrm>
            <a:off x="713225" y="4314400"/>
            <a:ext cx="7753500" cy="294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chemeClr val="dk1"/>
                </a:solidFill>
                <a:latin typeface="Barlow"/>
                <a:ea typeface="Barlow"/>
                <a:cs typeface="Barlow"/>
                <a:sym typeface="Barlow"/>
              </a:rPr>
              <a:t>Follow the link in the graph to modify its data and then paste the new one here.</a:t>
            </a:r>
            <a:r>
              <a:rPr b="1" lang="en" sz="1000">
                <a:solidFill>
                  <a:schemeClr val="dk1"/>
                </a:solidFill>
                <a:latin typeface="Barlow"/>
                <a:ea typeface="Barlow"/>
                <a:cs typeface="Barlow"/>
                <a:sym typeface="Barlow"/>
              </a:rPr>
              <a:t> </a:t>
            </a:r>
            <a:r>
              <a:rPr b="1" lang="en" sz="1000" u="sng">
                <a:solidFill>
                  <a:schemeClr val="dk1"/>
                </a:solidFill>
                <a:latin typeface="Barlow"/>
                <a:ea typeface="Barlow"/>
                <a:cs typeface="Barlow"/>
                <a:sym typeface="Barlow"/>
                <a:hlinkClick r:id="rId5">
                  <a:extLst>
                    <a:ext uri="{A12FA001-AC4F-418D-AE19-62706E023703}">
                      <ahyp:hlinkClr val="tx"/>
                    </a:ext>
                  </a:extLst>
                </a:hlinkClick>
              </a:rPr>
              <a:t>For more info, click here</a:t>
            </a:r>
            <a:endParaRPr b="1" sz="1000" u="sng">
              <a:solidFill>
                <a:schemeClr val="dk1"/>
              </a:solidFill>
              <a:latin typeface="Barlow"/>
              <a:ea typeface="Barlow"/>
              <a:cs typeface="Barlow"/>
              <a:sym typeface="Barlow"/>
            </a:endParaRPr>
          </a:p>
        </p:txBody>
      </p:sp>
      <p:sp>
        <p:nvSpPr>
          <p:cNvPr id="626" name="Google Shape;626;p43"/>
          <p:cNvSpPr txBox="1"/>
          <p:nvPr/>
        </p:nvSpPr>
        <p:spPr>
          <a:xfrm>
            <a:off x="4930150" y="1511525"/>
            <a:ext cx="1604100" cy="5277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accent3"/>
                </a:solidFill>
                <a:latin typeface="Bricolage Grotesque"/>
                <a:ea typeface="Bricolage Grotesque"/>
                <a:cs typeface="Bricolage Grotesque"/>
                <a:sym typeface="Bricolage Grotesque"/>
              </a:rPr>
              <a:t>Venus</a:t>
            </a:r>
            <a:endParaRPr b="1" sz="2000">
              <a:solidFill>
                <a:schemeClr val="accent3"/>
              </a:solidFill>
              <a:latin typeface="Bricolage Grotesque"/>
              <a:ea typeface="Bricolage Grotesque"/>
              <a:cs typeface="Bricolage Grotesque"/>
              <a:sym typeface="Bricolage Grotesque"/>
            </a:endParaRPr>
          </a:p>
        </p:txBody>
      </p:sp>
      <p:sp>
        <p:nvSpPr>
          <p:cNvPr id="627" name="Google Shape;627;p43"/>
          <p:cNvSpPr txBox="1"/>
          <p:nvPr/>
        </p:nvSpPr>
        <p:spPr>
          <a:xfrm>
            <a:off x="4930150" y="1941371"/>
            <a:ext cx="16041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Venus has a beautiful name</a:t>
            </a:r>
            <a:endParaRPr>
              <a:solidFill>
                <a:schemeClr val="dk1"/>
              </a:solidFill>
              <a:latin typeface="Barlow"/>
              <a:ea typeface="Barlow"/>
              <a:cs typeface="Barlow"/>
              <a:sym typeface="Barlow"/>
            </a:endParaRPr>
          </a:p>
        </p:txBody>
      </p:sp>
      <p:sp>
        <p:nvSpPr>
          <p:cNvPr id="628" name="Google Shape;628;p43"/>
          <p:cNvSpPr txBox="1"/>
          <p:nvPr/>
        </p:nvSpPr>
        <p:spPr>
          <a:xfrm>
            <a:off x="6825646" y="1511525"/>
            <a:ext cx="1604100" cy="5277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accent3"/>
                </a:solidFill>
                <a:latin typeface="Bricolage Grotesque"/>
                <a:ea typeface="Bricolage Grotesque"/>
                <a:cs typeface="Bricolage Grotesque"/>
                <a:sym typeface="Bricolage Grotesque"/>
              </a:rPr>
              <a:t>Mercury</a:t>
            </a:r>
            <a:endParaRPr b="1" sz="2000">
              <a:solidFill>
                <a:schemeClr val="accent3"/>
              </a:solidFill>
              <a:latin typeface="Bricolage Grotesque"/>
              <a:ea typeface="Bricolage Grotesque"/>
              <a:cs typeface="Bricolage Grotesque"/>
              <a:sym typeface="Bricolage Grotesque"/>
            </a:endParaRPr>
          </a:p>
        </p:txBody>
      </p:sp>
      <p:sp>
        <p:nvSpPr>
          <p:cNvPr id="629" name="Google Shape;629;p43"/>
          <p:cNvSpPr txBox="1"/>
          <p:nvPr/>
        </p:nvSpPr>
        <p:spPr>
          <a:xfrm>
            <a:off x="6825646" y="1941371"/>
            <a:ext cx="16041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Mercury is quite a small planet</a:t>
            </a:r>
            <a:endParaRPr>
              <a:solidFill>
                <a:schemeClr val="dk1"/>
              </a:solidFill>
              <a:latin typeface="Barlow"/>
              <a:ea typeface="Barlow"/>
              <a:cs typeface="Barlow"/>
              <a:sym typeface="Barlow"/>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3" name="Shape 633"/>
        <p:cNvGrpSpPr/>
        <p:nvPr/>
      </p:nvGrpSpPr>
      <p:grpSpPr>
        <a:xfrm>
          <a:off x="0" y="0"/>
          <a:ext cx="0" cy="0"/>
          <a:chOff x="0" y="0"/>
          <a:chExt cx="0" cy="0"/>
        </a:xfrm>
      </p:grpSpPr>
      <p:sp>
        <p:nvSpPr>
          <p:cNvPr id="634" name="Google Shape;634;p4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Discussion</a:t>
            </a:r>
            <a:endParaRPr/>
          </a:p>
        </p:txBody>
      </p:sp>
      <p:sp>
        <p:nvSpPr>
          <p:cNvPr id="635" name="Google Shape;635;p44"/>
          <p:cNvSpPr txBox="1"/>
          <p:nvPr/>
        </p:nvSpPr>
        <p:spPr>
          <a:xfrm>
            <a:off x="720000" y="1607300"/>
            <a:ext cx="4144500" cy="28371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Despite being red, Mars is actually a cold place. It's full of iron oxide dust, which gives the planet its reddish cast. Earth is the third planet from the Sun and the only one that harbors life in the Solar System. We all live on this planet:</a:t>
            </a:r>
            <a:endParaRPr>
              <a:solidFill>
                <a:schemeClr val="dk1"/>
              </a:solidFill>
              <a:latin typeface="Barlow"/>
              <a:ea typeface="Barlow"/>
              <a:cs typeface="Barlow"/>
              <a:sym typeface="Barlow"/>
            </a:endParaRPr>
          </a:p>
          <a:p>
            <a:pPr indent="-317500" lvl="0" marL="457200" rtl="0" algn="l">
              <a:lnSpc>
                <a:spcPct val="115000"/>
              </a:lnSpc>
              <a:spcBef>
                <a:spcPts val="1000"/>
              </a:spcBef>
              <a:spcAft>
                <a:spcPts val="0"/>
              </a:spcAft>
              <a:buClr>
                <a:schemeClr val="dk1"/>
              </a:buClr>
              <a:buSzPts val="1400"/>
              <a:buFont typeface="Barlow"/>
              <a:buChar char="●"/>
            </a:pPr>
            <a:r>
              <a:rPr lang="en">
                <a:solidFill>
                  <a:schemeClr val="dk1"/>
                </a:solidFill>
                <a:latin typeface="Barlow"/>
                <a:ea typeface="Barlow"/>
                <a:cs typeface="Barlow"/>
                <a:sym typeface="Barlow"/>
              </a:rPr>
              <a:t>Ceres is located in the main asteroid belt</a:t>
            </a:r>
            <a:endParaRPr>
              <a:solidFill>
                <a:schemeClr val="dk1"/>
              </a:solidFill>
              <a:latin typeface="Barlow"/>
              <a:ea typeface="Barlow"/>
              <a:cs typeface="Barlow"/>
              <a:sym typeface="Barlow"/>
            </a:endParaRPr>
          </a:p>
          <a:p>
            <a:pPr indent="-317500" lvl="0" marL="457200" rtl="0" algn="l">
              <a:lnSpc>
                <a:spcPct val="115000"/>
              </a:lnSpc>
              <a:spcBef>
                <a:spcPts val="1000"/>
              </a:spcBef>
              <a:spcAft>
                <a:spcPts val="0"/>
              </a:spcAft>
              <a:buClr>
                <a:schemeClr val="dk1"/>
              </a:buClr>
              <a:buSzPts val="1400"/>
              <a:buFont typeface="Barlow"/>
              <a:buChar char="●"/>
            </a:pPr>
            <a:r>
              <a:rPr lang="en">
                <a:solidFill>
                  <a:schemeClr val="dk1"/>
                </a:solidFill>
                <a:latin typeface="Barlow"/>
                <a:ea typeface="Barlow"/>
                <a:cs typeface="Barlow"/>
                <a:sym typeface="Barlow"/>
              </a:rPr>
              <a:t>The Moon is Earth’s natural satellite</a:t>
            </a:r>
            <a:endParaRPr>
              <a:solidFill>
                <a:schemeClr val="dk1"/>
              </a:solidFill>
              <a:latin typeface="Barlow"/>
              <a:ea typeface="Barlow"/>
              <a:cs typeface="Barlow"/>
              <a:sym typeface="Barlow"/>
            </a:endParaRPr>
          </a:p>
          <a:p>
            <a:pPr indent="-317500" lvl="0" marL="457200" rtl="0" algn="l">
              <a:lnSpc>
                <a:spcPct val="115000"/>
              </a:lnSpc>
              <a:spcBef>
                <a:spcPts val="1000"/>
              </a:spcBef>
              <a:spcAft>
                <a:spcPts val="0"/>
              </a:spcAft>
              <a:buClr>
                <a:schemeClr val="dk1"/>
              </a:buClr>
              <a:buSzPts val="1400"/>
              <a:buFont typeface="Barlow"/>
              <a:buChar char="●"/>
            </a:pPr>
            <a:r>
              <a:rPr lang="en">
                <a:solidFill>
                  <a:schemeClr val="dk1"/>
                </a:solidFill>
                <a:latin typeface="Barlow"/>
                <a:ea typeface="Barlow"/>
                <a:cs typeface="Barlow"/>
                <a:sym typeface="Barlow"/>
              </a:rPr>
              <a:t>Neptune is very far from the Sun</a:t>
            </a:r>
            <a:endParaRPr>
              <a:solidFill>
                <a:schemeClr val="dk1"/>
              </a:solidFill>
              <a:latin typeface="Barlow"/>
              <a:ea typeface="Barlow"/>
              <a:cs typeface="Barlow"/>
              <a:sym typeface="Barlow"/>
            </a:endParaRPr>
          </a:p>
          <a:p>
            <a:pPr indent="-317500" lvl="0" marL="457200" rtl="0" algn="l">
              <a:lnSpc>
                <a:spcPct val="115000"/>
              </a:lnSpc>
              <a:spcBef>
                <a:spcPts val="1000"/>
              </a:spcBef>
              <a:spcAft>
                <a:spcPts val="1000"/>
              </a:spcAft>
              <a:buClr>
                <a:schemeClr val="dk1"/>
              </a:buClr>
              <a:buSzPts val="1400"/>
              <a:buFont typeface="Barlow"/>
              <a:buChar char="●"/>
            </a:pPr>
            <a:r>
              <a:rPr lang="en">
                <a:solidFill>
                  <a:schemeClr val="dk1"/>
                </a:solidFill>
                <a:latin typeface="Barlow"/>
                <a:ea typeface="Barlow"/>
                <a:cs typeface="Barlow"/>
                <a:sym typeface="Barlow"/>
              </a:rPr>
              <a:t>Pluto is now considered a dwarf planet</a:t>
            </a:r>
            <a:endParaRPr>
              <a:solidFill>
                <a:schemeClr val="dk1"/>
              </a:solidFill>
              <a:latin typeface="Barlow"/>
              <a:ea typeface="Barlow"/>
              <a:cs typeface="Barlow"/>
              <a:sym typeface="Barlow"/>
            </a:endParaRPr>
          </a:p>
        </p:txBody>
      </p:sp>
      <p:sp>
        <p:nvSpPr>
          <p:cNvPr id="636" name="Google Shape;636;p44"/>
          <p:cNvSpPr txBox="1"/>
          <p:nvPr/>
        </p:nvSpPr>
        <p:spPr>
          <a:xfrm>
            <a:off x="720000" y="1245650"/>
            <a:ext cx="4144500" cy="4551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Clr>
                <a:srgbClr val="000000"/>
              </a:buClr>
              <a:buSzPts val="1100"/>
              <a:buFont typeface="Arial"/>
              <a:buNone/>
            </a:pPr>
            <a:r>
              <a:rPr b="1" lang="en" sz="2000">
                <a:solidFill>
                  <a:schemeClr val="accent3"/>
                </a:solidFill>
                <a:latin typeface="Bricolage Grotesque"/>
                <a:ea typeface="Bricolage Grotesque"/>
                <a:cs typeface="Bricolage Grotesque"/>
                <a:sym typeface="Bricolage Grotesque"/>
              </a:rPr>
              <a:t>Mars &amp; Earth</a:t>
            </a:r>
            <a:endParaRPr b="1" sz="2000">
              <a:solidFill>
                <a:schemeClr val="accent3"/>
              </a:solidFill>
              <a:latin typeface="Bricolage Grotesque"/>
              <a:ea typeface="Bricolage Grotesque"/>
              <a:cs typeface="Bricolage Grotesque"/>
              <a:sym typeface="Bricolage Grotesque"/>
            </a:endParaRPr>
          </a:p>
        </p:txBody>
      </p:sp>
      <p:sp>
        <p:nvSpPr>
          <p:cNvPr id="637" name="Google Shape;637;p44"/>
          <p:cNvSpPr txBox="1"/>
          <p:nvPr/>
        </p:nvSpPr>
        <p:spPr>
          <a:xfrm>
            <a:off x="5619775" y="1371325"/>
            <a:ext cx="2804100" cy="4551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Clr>
                <a:srgbClr val="000000"/>
              </a:buClr>
              <a:buSzPts val="1100"/>
              <a:buFont typeface="Arial"/>
              <a:buNone/>
            </a:pPr>
            <a:r>
              <a:rPr b="1" lang="en" sz="2000">
                <a:solidFill>
                  <a:schemeClr val="accent3"/>
                </a:solidFill>
                <a:latin typeface="Bricolage Grotesque"/>
                <a:ea typeface="Bricolage Grotesque"/>
                <a:cs typeface="Bricolage Grotesque"/>
                <a:sym typeface="Bricolage Grotesque"/>
              </a:rPr>
              <a:t>Discussion 1</a:t>
            </a:r>
            <a:endParaRPr b="1" sz="2000">
              <a:solidFill>
                <a:schemeClr val="accent3"/>
              </a:solidFill>
              <a:latin typeface="Bricolage Grotesque"/>
              <a:ea typeface="Bricolage Grotesque"/>
              <a:cs typeface="Bricolage Grotesque"/>
              <a:sym typeface="Bricolage Grotesque"/>
            </a:endParaRPr>
          </a:p>
        </p:txBody>
      </p:sp>
      <p:sp>
        <p:nvSpPr>
          <p:cNvPr id="638" name="Google Shape;638;p44"/>
          <p:cNvSpPr txBox="1"/>
          <p:nvPr/>
        </p:nvSpPr>
        <p:spPr>
          <a:xfrm>
            <a:off x="5619775" y="1735670"/>
            <a:ext cx="2804100" cy="11793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Mercury is the closest planet to the Sun and the smallest one in the Solar System—it’s only a bit larger than the Moon</a:t>
            </a:r>
            <a:endParaRPr>
              <a:solidFill>
                <a:schemeClr val="dk1"/>
              </a:solidFill>
              <a:latin typeface="Barlow"/>
              <a:ea typeface="Barlow"/>
              <a:cs typeface="Barlow"/>
              <a:sym typeface="Barlow"/>
            </a:endParaRPr>
          </a:p>
        </p:txBody>
      </p:sp>
      <p:sp>
        <p:nvSpPr>
          <p:cNvPr id="639" name="Google Shape;639;p44"/>
          <p:cNvSpPr txBox="1"/>
          <p:nvPr/>
        </p:nvSpPr>
        <p:spPr>
          <a:xfrm>
            <a:off x="5619775" y="2985740"/>
            <a:ext cx="2804100" cy="4551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accent3"/>
                </a:solidFill>
                <a:latin typeface="Bricolage Grotesque"/>
                <a:ea typeface="Bricolage Grotesque"/>
                <a:cs typeface="Bricolage Grotesque"/>
                <a:sym typeface="Bricolage Grotesque"/>
              </a:rPr>
              <a:t>Discussion 2</a:t>
            </a:r>
            <a:endParaRPr b="1" sz="2000">
              <a:solidFill>
                <a:schemeClr val="accent3"/>
              </a:solidFill>
              <a:latin typeface="Bricolage Grotesque"/>
              <a:ea typeface="Bricolage Grotesque"/>
              <a:cs typeface="Bricolage Grotesque"/>
              <a:sym typeface="Bricolage Grotesque"/>
            </a:endParaRPr>
          </a:p>
        </p:txBody>
      </p:sp>
      <p:sp>
        <p:nvSpPr>
          <p:cNvPr id="640" name="Google Shape;640;p44"/>
          <p:cNvSpPr txBox="1"/>
          <p:nvPr/>
        </p:nvSpPr>
        <p:spPr>
          <a:xfrm>
            <a:off x="5619775" y="3350161"/>
            <a:ext cx="2804100" cy="11793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Venus has a beautiful name and is the second planet from the Sun. Venus is terribly hot—even hotter than Mercury</a:t>
            </a:r>
            <a:endParaRPr>
              <a:solidFill>
                <a:schemeClr val="dk1"/>
              </a:solidFill>
              <a:latin typeface="Barlow"/>
              <a:ea typeface="Barlow"/>
              <a:cs typeface="Barlow"/>
              <a:sym typeface="Barlow"/>
            </a:endParaRPr>
          </a:p>
        </p:txBody>
      </p:sp>
      <p:sp>
        <p:nvSpPr>
          <p:cNvPr id="641" name="Google Shape;641;p44"/>
          <p:cNvSpPr txBox="1"/>
          <p:nvPr/>
        </p:nvSpPr>
        <p:spPr>
          <a:xfrm>
            <a:off x="4871950" y="1310348"/>
            <a:ext cx="615600" cy="5010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3000">
                <a:solidFill>
                  <a:schemeClr val="dk1"/>
                </a:solidFill>
                <a:latin typeface="Bricolage Grotesque"/>
                <a:ea typeface="Bricolage Grotesque"/>
                <a:cs typeface="Bricolage Grotesque"/>
                <a:sym typeface="Bricolage Grotesque"/>
              </a:rPr>
              <a:t>1</a:t>
            </a:r>
            <a:endParaRPr b="1" sz="3000">
              <a:solidFill>
                <a:schemeClr val="dk1"/>
              </a:solidFill>
              <a:latin typeface="Bricolage Grotesque"/>
              <a:ea typeface="Bricolage Grotesque"/>
              <a:cs typeface="Bricolage Grotesque"/>
              <a:sym typeface="Bricolage Grotesque"/>
            </a:endParaRPr>
          </a:p>
        </p:txBody>
      </p:sp>
      <p:sp>
        <p:nvSpPr>
          <p:cNvPr id="642" name="Google Shape;642;p44"/>
          <p:cNvSpPr txBox="1"/>
          <p:nvPr/>
        </p:nvSpPr>
        <p:spPr>
          <a:xfrm>
            <a:off x="4871950" y="2898480"/>
            <a:ext cx="615600" cy="5010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3000">
                <a:solidFill>
                  <a:schemeClr val="dk1"/>
                </a:solidFill>
                <a:latin typeface="Bricolage Grotesque"/>
                <a:ea typeface="Bricolage Grotesque"/>
                <a:cs typeface="Bricolage Grotesque"/>
                <a:sym typeface="Bricolage Grotesque"/>
              </a:rPr>
              <a:t>2</a:t>
            </a:r>
            <a:endParaRPr b="1" sz="3000">
              <a:solidFill>
                <a:schemeClr val="dk1"/>
              </a:solidFill>
              <a:latin typeface="Bricolage Grotesque"/>
              <a:ea typeface="Bricolage Grotesque"/>
              <a:cs typeface="Bricolage Grotesque"/>
              <a:sym typeface="Bricolage Grotesque"/>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6" name="Shape 646"/>
        <p:cNvGrpSpPr/>
        <p:nvPr/>
      </p:nvGrpSpPr>
      <p:grpSpPr>
        <a:xfrm>
          <a:off x="0" y="0"/>
          <a:ext cx="0" cy="0"/>
          <a:chOff x="0" y="0"/>
          <a:chExt cx="0" cy="0"/>
        </a:xfrm>
      </p:grpSpPr>
      <p:sp>
        <p:nvSpPr>
          <p:cNvPr id="647" name="Google Shape;647;p4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Conclusions</a:t>
            </a:r>
            <a:endParaRPr/>
          </a:p>
        </p:txBody>
      </p:sp>
      <p:sp>
        <p:nvSpPr>
          <p:cNvPr id="648" name="Google Shape;648;p45"/>
          <p:cNvSpPr txBox="1"/>
          <p:nvPr>
            <p:ph idx="1" type="subTitle"/>
          </p:nvPr>
        </p:nvSpPr>
        <p:spPr>
          <a:xfrm>
            <a:off x="1693375" y="1749375"/>
            <a:ext cx="2409300" cy="91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649" name="Google Shape;649;p45"/>
          <p:cNvSpPr txBox="1"/>
          <p:nvPr>
            <p:ph idx="2" type="subTitle"/>
          </p:nvPr>
        </p:nvSpPr>
        <p:spPr>
          <a:xfrm>
            <a:off x="5041322" y="1749375"/>
            <a:ext cx="2409300" cy="91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very beautiful name and is the second planet from the Sun</a:t>
            </a:r>
            <a:endParaRPr/>
          </a:p>
        </p:txBody>
      </p:sp>
      <p:sp>
        <p:nvSpPr>
          <p:cNvPr id="650" name="Google Shape;650;p45"/>
          <p:cNvSpPr txBox="1"/>
          <p:nvPr>
            <p:ph idx="3" type="subTitle"/>
          </p:nvPr>
        </p:nvSpPr>
        <p:spPr>
          <a:xfrm>
            <a:off x="1693375" y="3333375"/>
            <a:ext cx="2409300" cy="91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a:t>
            </a:r>
            <a:r>
              <a:rPr lang="en"/>
              <a:t> the closest planet to the Sun and the smallest one in the Solar System</a:t>
            </a:r>
            <a:endParaRPr/>
          </a:p>
        </p:txBody>
      </p:sp>
      <p:sp>
        <p:nvSpPr>
          <p:cNvPr id="651" name="Google Shape;651;p45"/>
          <p:cNvSpPr txBox="1"/>
          <p:nvPr>
            <p:ph idx="4" type="subTitle"/>
          </p:nvPr>
        </p:nvSpPr>
        <p:spPr>
          <a:xfrm>
            <a:off x="5041322" y="3333375"/>
            <a:ext cx="2409300" cy="91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fourth-largest planet by diameter in the Solar System</a:t>
            </a:r>
            <a:endParaRPr/>
          </a:p>
        </p:txBody>
      </p:sp>
      <p:sp>
        <p:nvSpPr>
          <p:cNvPr id="652" name="Google Shape;652;p45"/>
          <p:cNvSpPr txBox="1"/>
          <p:nvPr>
            <p:ph idx="5" type="subTitle"/>
          </p:nvPr>
        </p:nvSpPr>
        <p:spPr>
          <a:xfrm>
            <a:off x="1693375" y="1436495"/>
            <a:ext cx="2409300" cy="415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653" name="Google Shape;653;p45"/>
          <p:cNvSpPr txBox="1"/>
          <p:nvPr>
            <p:ph idx="6" type="subTitle"/>
          </p:nvPr>
        </p:nvSpPr>
        <p:spPr>
          <a:xfrm>
            <a:off x="5041324" y="1436495"/>
            <a:ext cx="2409300" cy="415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654" name="Google Shape;654;p45"/>
          <p:cNvSpPr txBox="1"/>
          <p:nvPr>
            <p:ph idx="7" type="subTitle"/>
          </p:nvPr>
        </p:nvSpPr>
        <p:spPr>
          <a:xfrm>
            <a:off x="1693375" y="2984295"/>
            <a:ext cx="2409300" cy="45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655" name="Google Shape;655;p45"/>
          <p:cNvSpPr txBox="1"/>
          <p:nvPr>
            <p:ph idx="8" type="subTitle"/>
          </p:nvPr>
        </p:nvSpPr>
        <p:spPr>
          <a:xfrm>
            <a:off x="5041324" y="2984295"/>
            <a:ext cx="2409300" cy="45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9" name="Shape 659"/>
        <p:cNvGrpSpPr/>
        <p:nvPr/>
      </p:nvGrpSpPr>
      <p:grpSpPr>
        <a:xfrm>
          <a:off x="0" y="0"/>
          <a:ext cx="0" cy="0"/>
          <a:chOff x="0" y="0"/>
          <a:chExt cx="0" cy="0"/>
        </a:xfrm>
      </p:grpSpPr>
      <p:sp>
        <p:nvSpPr>
          <p:cNvPr id="660" name="Google Shape;660;p46"/>
          <p:cNvSpPr txBox="1"/>
          <p:nvPr>
            <p:ph type="title"/>
          </p:nvPr>
        </p:nvSpPr>
        <p:spPr>
          <a:xfrm>
            <a:off x="2347938" y="540000"/>
            <a:ext cx="4448100" cy="105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661" name="Google Shape;661;p46"/>
          <p:cNvSpPr txBox="1"/>
          <p:nvPr>
            <p:ph idx="1" type="subTitle"/>
          </p:nvPr>
        </p:nvSpPr>
        <p:spPr>
          <a:xfrm>
            <a:off x="2347900" y="1770651"/>
            <a:ext cx="4448100" cy="113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a:t>D</a:t>
            </a:r>
            <a:r>
              <a:rPr b="1" lang="en"/>
              <a:t>o you have any questions?</a:t>
            </a:r>
            <a:endParaRPr b="1"/>
          </a:p>
          <a:p>
            <a:pPr indent="0" lvl="0" marL="0" rtl="0" algn="ctr">
              <a:spcBef>
                <a:spcPts val="0"/>
              </a:spcBef>
              <a:spcAft>
                <a:spcPts val="0"/>
              </a:spcAft>
              <a:buNone/>
            </a:pPr>
            <a:r>
              <a:rPr lang="en"/>
              <a:t>youremail@freepik.com</a:t>
            </a:r>
            <a:endParaRPr/>
          </a:p>
          <a:p>
            <a:pPr indent="0" lvl="0" marL="0" rtl="0" algn="ctr">
              <a:spcBef>
                <a:spcPts val="0"/>
              </a:spcBef>
              <a:spcAft>
                <a:spcPts val="0"/>
              </a:spcAft>
              <a:buNone/>
            </a:pPr>
            <a:r>
              <a:rPr lang="en"/>
              <a:t>+34 654 321 432</a:t>
            </a:r>
            <a:endParaRPr/>
          </a:p>
          <a:p>
            <a:pPr indent="0" lvl="0" marL="0" rtl="0" algn="ctr">
              <a:spcBef>
                <a:spcPts val="0"/>
              </a:spcBef>
              <a:spcAft>
                <a:spcPts val="0"/>
              </a:spcAft>
              <a:buNone/>
            </a:pPr>
            <a:r>
              <a:rPr lang="en"/>
              <a:t>yourwebsite.com</a:t>
            </a:r>
            <a:endParaRPr/>
          </a:p>
        </p:txBody>
      </p:sp>
      <p:sp>
        <p:nvSpPr>
          <p:cNvPr id="662" name="Google Shape;662;p46"/>
          <p:cNvSpPr txBox="1"/>
          <p:nvPr/>
        </p:nvSpPr>
        <p:spPr>
          <a:xfrm>
            <a:off x="2496150" y="4125850"/>
            <a:ext cx="4151700" cy="2604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Barlow"/>
                <a:ea typeface="Barlow"/>
                <a:cs typeface="Barlow"/>
                <a:sym typeface="Barlow"/>
              </a:rPr>
              <a:t>Please keep this slide for attribution</a:t>
            </a:r>
            <a:endParaRPr sz="1200">
              <a:solidFill>
                <a:schemeClr val="dk1"/>
              </a:solidFill>
              <a:latin typeface="Barlow"/>
              <a:ea typeface="Barlow"/>
              <a:cs typeface="Barlow"/>
              <a:sym typeface="Barlow"/>
            </a:endParaRPr>
          </a:p>
        </p:txBody>
      </p:sp>
      <p:sp>
        <p:nvSpPr>
          <p:cNvPr id="663" name="Google Shape;663;p46"/>
          <p:cNvSpPr/>
          <p:nvPr/>
        </p:nvSpPr>
        <p:spPr>
          <a:xfrm>
            <a:off x="3726074" y="3040324"/>
            <a:ext cx="469858" cy="470377"/>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4" name="Google Shape;664;p46"/>
          <p:cNvGrpSpPr/>
          <p:nvPr/>
        </p:nvGrpSpPr>
        <p:grpSpPr>
          <a:xfrm>
            <a:off x="4337172" y="3040407"/>
            <a:ext cx="470394" cy="469840"/>
            <a:chOff x="3303268" y="3817349"/>
            <a:chExt cx="346056" cy="345674"/>
          </a:xfrm>
        </p:grpSpPr>
        <p:sp>
          <p:nvSpPr>
            <p:cNvPr id="665" name="Google Shape;665;p46"/>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46"/>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46"/>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46"/>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 name="Google Shape;669;p46"/>
          <p:cNvGrpSpPr/>
          <p:nvPr/>
        </p:nvGrpSpPr>
        <p:grpSpPr>
          <a:xfrm>
            <a:off x="4947619" y="3040407"/>
            <a:ext cx="470394" cy="469840"/>
            <a:chOff x="3752358" y="3817349"/>
            <a:chExt cx="346056" cy="345674"/>
          </a:xfrm>
        </p:grpSpPr>
        <p:sp>
          <p:nvSpPr>
            <p:cNvPr id="670" name="Google Shape;670;p46"/>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46"/>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46"/>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46"/>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7" name="Shape 677"/>
        <p:cNvGrpSpPr/>
        <p:nvPr/>
      </p:nvGrpSpPr>
      <p:grpSpPr>
        <a:xfrm>
          <a:off x="0" y="0"/>
          <a:ext cx="0" cy="0"/>
          <a:chOff x="0" y="0"/>
          <a:chExt cx="0" cy="0"/>
        </a:xfrm>
      </p:grpSpPr>
      <p:sp>
        <p:nvSpPr>
          <p:cNvPr id="678" name="Google Shape;678;p4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
        <p:nvSpPr>
          <p:cNvPr id="679" name="Google Shape;679;p47"/>
          <p:cNvSpPr txBox="1"/>
          <p:nvPr>
            <p:ph idx="1" type="body"/>
          </p:nvPr>
        </p:nvSpPr>
        <p:spPr>
          <a:xfrm>
            <a:off x="720000" y="1215750"/>
            <a:ext cx="7704000" cy="112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that of this template:</a:t>
            </a:r>
            <a:endParaRPr/>
          </a:p>
          <a:p>
            <a:pPr indent="0" lvl="0" marL="0" rtl="0" algn="l">
              <a:spcBef>
                <a:spcPts val="1000"/>
              </a:spcBef>
              <a:spcAft>
                <a:spcPts val="0"/>
              </a:spcAft>
              <a:buNone/>
            </a:pPr>
            <a:r>
              <a:rPr b="1" lang="en"/>
              <a:t>Illustrations</a:t>
            </a:r>
            <a:endParaRPr b="1"/>
          </a:p>
          <a:p>
            <a:pPr indent="-317500" lvl="0" marL="457200" rtl="0" algn="l">
              <a:spcBef>
                <a:spcPts val="800"/>
              </a:spcBef>
              <a:spcAft>
                <a:spcPts val="0"/>
              </a:spcAft>
              <a:buSzPts val="1400"/>
              <a:buFont typeface="Barlow"/>
              <a:buChar char="●"/>
            </a:pPr>
            <a:r>
              <a:rPr lang="en" u="sng">
                <a:hlinkClick r:id="rId3"/>
              </a:rPr>
              <a:t>Flat design wedding celebration facebook cover</a:t>
            </a:r>
            <a:endParaRPr/>
          </a:p>
        </p:txBody>
      </p:sp>
      <p:sp>
        <p:nvSpPr>
          <p:cNvPr id="680" name="Google Shape;680;p47"/>
          <p:cNvSpPr/>
          <p:nvPr/>
        </p:nvSpPr>
        <p:spPr>
          <a:xfrm>
            <a:off x="5048338" y="3934458"/>
            <a:ext cx="1155517" cy="563906"/>
          </a:xfrm>
          <a:custGeom>
            <a:rect b="b" l="l" r="r" t="t"/>
            <a:pathLst>
              <a:path extrusionOk="0" h="18750" w="38418">
                <a:moveTo>
                  <a:pt x="17163" y="1"/>
                </a:moveTo>
                <a:cubicBezTo>
                  <a:pt x="16797" y="1"/>
                  <a:pt x="16430" y="1"/>
                  <a:pt x="16064" y="2"/>
                </a:cubicBezTo>
                <a:cubicBezTo>
                  <a:pt x="10717" y="24"/>
                  <a:pt x="5369" y="178"/>
                  <a:pt x="0" y="397"/>
                </a:cubicBezTo>
                <a:cubicBezTo>
                  <a:pt x="66" y="1054"/>
                  <a:pt x="154" y="1734"/>
                  <a:pt x="263" y="2391"/>
                </a:cubicBezTo>
                <a:cubicBezTo>
                  <a:pt x="1425" y="10127"/>
                  <a:pt x="7232" y="17425"/>
                  <a:pt x="14968" y="18586"/>
                </a:cubicBezTo>
                <a:cubicBezTo>
                  <a:pt x="15705" y="18696"/>
                  <a:pt x="16447" y="18749"/>
                  <a:pt x="17189" y="18749"/>
                </a:cubicBezTo>
                <a:cubicBezTo>
                  <a:pt x="20880" y="18749"/>
                  <a:pt x="24566" y="17438"/>
                  <a:pt x="27613" y="15321"/>
                </a:cubicBezTo>
                <a:cubicBezTo>
                  <a:pt x="31295" y="12801"/>
                  <a:pt x="34144" y="9185"/>
                  <a:pt x="36313" y="5306"/>
                </a:cubicBezTo>
                <a:cubicBezTo>
                  <a:pt x="37102" y="3838"/>
                  <a:pt x="37847" y="2347"/>
                  <a:pt x="38417" y="770"/>
                </a:cubicBezTo>
                <a:cubicBezTo>
                  <a:pt x="31352" y="207"/>
                  <a:pt x="24268" y="1"/>
                  <a:pt x="171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47"/>
          <p:cNvSpPr/>
          <p:nvPr/>
        </p:nvSpPr>
        <p:spPr>
          <a:xfrm>
            <a:off x="6481446" y="2847975"/>
            <a:ext cx="1770276" cy="1513938"/>
          </a:xfrm>
          <a:custGeom>
            <a:rect b="b" l="l" r="r" t="t"/>
            <a:pathLst>
              <a:path extrusionOk="0" h="84096" w="98335">
                <a:moveTo>
                  <a:pt x="43957" y="1"/>
                </a:moveTo>
                <a:cubicBezTo>
                  <a:pt x="43938" y="1"/>
                  <a:pt x="43918" y="1"/>
                  <a:pt x="43899" y="1"/>
                </a:cubicBezTo>
                <a:cubicBezTo>
                  <a:pt x="24420" y="48"/>
                  <a:pt x="10609" y="16193"/>
                  <a:pt x="6787" y="34302"/>
                </a:cubicBezTo>
                <a:cubicBezTo>
                  <a:pt x="1" y="66352"/>
                  <a:pt x="23583" y="84096"/>
                  <a:pt x="50942" y="84096"/>
                </a:cubicBezTo>
                <a:cubicBezTo>
                  <a:pt x="55741" y="84096"/>
                  <a:pt x="60656" y="83550"/>
                  <a:pt x="65545" y="82439"/>
                </a:cubicBezTo>
                <a:cubicBezTo>
                  <a:pt x="81713" y="78760"/>
                  <a:pt x="96334" y="65378"/>
                  <a:pt x="97620" y="48864"/>
                </a:cubicBezTo>
                <a:cubicBezTo>
                  <a:pt x="98334" y="39422"/>
                  <a:pt x="94715" y="29945"/>
                  <a:pt x="88821" y="22539"/>
                </a:cubicBezTo>
                <a:cubicBezTo>
                  <a:pt x="82928" y="15121"/>
                  <a:pt x="74879" y="9645"/>
                  <a:pt x="66295" y="5644"/>
                </a:cubicBezTo>
                <a:cubicBezTo>
                  <a:pt x="59287" y="2378"/>
                  <a:pt x="51700" y="1"/>
                  <a:pt x="439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47"/>
          <p:cNvSpPr/>
          <p:nvPr/>
        </p:nvSpPr>
        <p:spPr>
          <a:xfrm>
            <a:off x="5113863" y="2788574"/>
            <a:ext cx="1024450" cy="881375"/>
          </a:xfrm>
          <a:custGeom>
            <a:rect b="b" l="l" r="r" t="t"/>
            <a:pathLst>
              <a:path extrusionOk="0" h="35255" w="40978">
                <a:moveTo>
                  <a:pt x="12557" y="0"/>
                </a:moveTo>
                <a:cubicBezTo>
                  <a:pt x="9518" y="0"/>
                  <a:pt x="6496" y="114"/>
                  <a:pt x="3513" y="425"/>
                </a:cubicBezTo>
                <a:cubicBezTo>
                  <a:pt x="279" y="6390"/>
                  <a:pt x="1" y="14391"/>
                  <a:pt x="2649" y="21917"/>
                </a:cubicBezTo>
                <a:cubicBezTo>
                  <a:pt x="5228" y="29194"/>
                  <a:pt x="12119" y="35254"/>
                  <a:pt x="19740" y="35254"/>
                </a:cubicBezTo>
                <a:cubicBezTo>
                  <a:pt x="19943" y="35254"/>
                  <a:pt x="20146" y="35250"/>
                  <a:pt x="20349" y="35241"/>
                </a:cubicBezTo>
                <a:cubicBezTo>
                  <a:pt x="24893" y="35130"/>
                  <a:pt x="29214" y="32872"/>
                  <a:pt x="32364" y="29666"/>
                </a:cubicBezTo>
                <a:cubicBezTo>
                  <a:pt x="35542" y="26461"/>
                  <a:pt x="37716" y="22307"/>
                  <a:pt x="39137" y="18014"/>
                </a:cubicBezTo>
                <a:cubicBezTo>
                  <a:pt x="40280" y="14502"/>
                  <a:pt x="40977" y="10767"/>
                  <a:pt x="40559" y="7087"/>
                </a:cubicBezTo>
                <a:cubicBezTo>
                  <a:pt x="40280" y="4774"/>
                  <a:pt x="39556" y="2711"/>
                  <a:pt x="38468" y="871"/>
                </a:cubicBezTo>
                <a:cubicBezTo>
                  <a:pt x="38198" y="873"/>
                  <a:pt x="37928" y="874"/>
                  <a:pt x="37657" y="874"/>
                </a:cubicBezTo>
                <a:cubicBezTo>
                  <a:pt x="29496" y="874"/>
                  <a:pt x="20965" y="0"/>
                  <a:pt x="125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47"/>
          <p:cNvSpPr/>
          <p:nvPr/>
        </p:nvSpPr>
        <p:spPr>
          <a:xfrm>
            <a:off x="3607756" y="4020143"/>
            <a:ext cx="1155485" cy="588443"/>
          </a:xfrm>
          <a:custGeom>
            <a:rect b="b" l="l" r="r" t="t"/>
            <a:pathLst>
              <a:path extrusionOk="0" h="15673" w="30776">
                <a:moveTo>
                  <a:pt x="30524" y="0"/>
                </a:moveTo>
                <a:lnTo>
                  <a:pt x="1" y="836"/>
                </a:lnTo>
                <a:cubicBezTo>
                  <a:pt x="247" y="9101"/>
                  <a:pt x="6995" y="15673"/>
                  <a:pt x="15207" y="15673"/>
                </a:cubicBezTo>
                <a:cubicBezTo>
                  <a:pt x="15360" y="15673"/>
                  <a:pt x="15513" y="15671"/>
                  <a:pt x="15667" y="15666"/>
                </a:cubicBezTo>
                <a:cubicBezTo>
                  <a:pt x="24113" y="15415"/>
                  <a:pt x="30775" y="8418"/>
                  <a:pt x="30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47"/>
          <p:cNvSpPr/>
          <p:nvPr/>
        </p:nvSpPr>
        <p:spPr>
          <a:xfrm>
            <a:off x="880725" y="4089750"/>
            <a:ext cx="786800" cy="525825"/>
          </a:xfrm>
          <a:custGeom>
            <a:rect b="b" l="l" r="r" t="t"/>
            <a:pathLst>
              <a:path extrusionOk="0" h="21033" w="31472">
                <a:moveTo>
                  <a:pt x="3150" y="1"/>
                </a:moveTo>
                <a:lnTo>
                  <a:pt x="3150" y="1"/>
                </a:lnTo>
                <a:cubicBezTo>
                  <a:pt x="0" y="7806"/>
                  <a:pt x="3763" y="16726"/>
                  <a:pt x="11569" y="19904"/>
                </a:cubicBezTo>
                <a:cubicBezTo>
                  <a:pt x="13450" y="20670"/>
                  <a:pt x="15396" y="21032"/>
                  <a:pt x="17311" y="21032"/>
                </a:cubicBezTo>
                <a:cubicBezTo>
                  <a:pt x="23340" y="21032"/>
                  <a:pt x="29060" y="17437"/>
                  <a:pt x="31472" y="11513"/>
                </a:cubicBezTo>
                <a:lnTo>
                  <a:pt x="315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5" name="Google Shape;685;p47"/>
          <p:cNvGrpSpPr/>
          <p:nvPr/>
        </p:nvGrpSpPr>
        <p:grpSpPr>
          <a:xfrm>
            <a:off x="2203288" y="2720421"/>
            <a:ext cx="868712" cy="1855448"/>
            <a:chOff x="-165825" y="3899450"/>
            <a:chExt cx="717825" cy="1533175"/>
          </a:xfrm>
        </p:grpSpPr>
        <p:sp>
          <p:nvSpPr>
            <p:cNvPr id="686" name="Google Shape;686;p47"/>
            <p:cNvSpPr/>
            <p:nvPr/>
          </p:nvSpPr>
          <p:spPr>
            <a:xfrm>
              <a:off x="-165825" y="3899450"/>
              <a:ext cx="717825" cy="1532475"/>
            </a:xfrm>
            <a:custGeom>
              <a:rect b="b" l="l" r="r" t="t"/>
              <a:pathLst>
                <a:path extrusionOk="0" fill="none" h="61299" w="28713">
                  <a:moveTo>
                    <a:pt x="1" y="61298"/>
                  </a:moveTo>
                  <a:lnTo>
                    <a:pt x="1" y="14357"/>
                  </a:lnTo>
                  <a:cubicBezTo>
                    <a:pt x="1" y="6412"/>
                    <a:pt x="6440" y="1"/>
                    <a:pt x="14356" y="1"/>
                  </a:cubicBezTo>
                  <a:lnTo>
                    <a:pt x="14356" y="1"/>
                  </a:lnTo>
                  <a:cubicBezTo>
                    <a:pt x="22301" y="1"/>
                    <a:pt x="28712" y="6468"/>
                    <a:pt x="28712" y="14357"/>
                  </a:cubicBezTo>
                  <a:lnTo>
                    <a:pt x="28712" y="61298"/>
                  </a:lnTo>
                </a:path>
              </a:pathLst>
            </a:custGeom>
            <a:noFill/>
            <a:ln cap="flat" cmpd="sng" w="19050">
              <a:solidFill>
                <a:schemeClr val="dk1"/>
              </a:solidFill>
              <a:prstDash val="solid"/>
              <a:miter lim="2787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47"/>
            <p:cNvSpPr/>
            <p:nvPr/>
          </p:nvSpPr>
          <p:spPr>
            <a:xfrm>
              <a:off x="-81500" y="4009575"/>
              <a:ext cx="550575" cy="1422350"/>
            </a:xfrm>
            <a:custGeom>
              <a:rect b="b" l="l" r="r" t="t"/>
              <a:pathLst>
                <a:path extrusionOk="0" fill="none" h="56894" w="22023">
                  <a:moveTo>
                    <a:pt x="1" y="56893"/>
                  </a:moveTo>
                  <a:lnTo>
                    <a:pt x="1" y="11011"/>
                  </a:lnTo>
                  <a:cubicBezTo>
                    <a:pt x="1" y="4934"/>
                    <a:pt x="4907" y="0"/>
                    <a:pt x="11011" y="0"/>
                  </a:cubicBezTo>
                  <a:lnTo>
                    <a:pt x="11011" y="0"/>
                  </a:lnTo>
                  <a:cubicBezTo>
                    <a:pt x="17088" y="0"/>
                    <a:pt x="22022" y="4906"/>
                    <a:pt x="22022" y="11011"/>
                  </a:cubicBezTo>
                  <a:lnTo>
                    <a:pt x="22022" y="56893"/>
                  </a:lnTo>
                </a:path>
              </a:pathLst>
            </a:custGeom>
            <a:noFill/>
            <a:ln cap="flat" cmpd="sng" w="19050">
              <a:solidFill>
                <a:schemeClr val="dk1"/>
              </a:solidFill>
              <a:prstDash val="solid"/>
              <a:miter lim="2787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47"/>
            <p:cNvSpPr/>
            <p:nvPr/>
          </p:nvSpPr>
          <p:spPr>
            <a:xfrm>
              <a:off x="-11125" y="4121750"/>
              <a:ext cx="407725" cy="1310175"/>
            </a:xfrm>
            <a:custGeom>
              <a:rect b="b" l="l" r="r" t="t"/>
              <a:pathLst>
                <a:path extrusionOk="0" fill="none" h="52407" w="16309">
                  <a:moveTo>
                    <a:pt x="1" y="52406"/>
                  </a:moveTo>
                  <a:lnTo>
                    <a:pt x="1" y="8168"/>
                  </a:lnTo>
                  <a:cubicBezTo>
                    <a:pt x="1" y="3653"/>
                    <a:pt x="3681" y="1"/>
                    <a:pt x="8168" y="1"/>
                  </a:cubicBezTo>
                  <a:lnTo>
                    <a:pt x="8168" y="1"/>
                  </a:lnTo>
                  <a:cubicBezTo>
                    <a:pt x="12656" y="1"/>
                    <a:pt x="16308" y="3653"/>
                    <a:pt x="16308" y="8168"/>
                  </a:cubicBezTo>
                  <a:lnTo>
                    <a:pt x="16308" y="52406"/>
                  </a:lnTo>
                </a:path>
              </a:pathLst>
            </a:custGeom>
            <a:noFill/>
            <a:ln cap="flat" cmpd="sng" w="19050">
              <a:solidFill>
                <a:schemeClr val="dk1"/>
              </a:solidFill>
              <a:prstDash val="solid"/>
              <a:miter lim="2787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47"/>
            <p:cNvSpPr/>
            <p:nvPr/>
          </p:nvSpPr>
          <p:spPr>
            <a:xfrm>
              <a:off x="70425" y="4229775"/>
              <a:ext cx="247425" cy="1202850"/>
            </a:xfrm>
            <a:custGeom>
              <a:rect b="b" l="l" r="r" t="t"/>
              <a:pathLst>
                <a:path extrusionOk="0" fill="none" h="48114" w="9897">
                  <a:moveTo>
                    <a:pt x="0" y="48085"/>
                  </a:moveTo>
                  <a:lnTo>
                    <a:pt x="0" y="4962"/>
                  </a:lnTo>
                  <a:cubicBezTo>
                    <a:pt x="0" y="2231"/>
                    <a:pt x="2175" y="1"/>
                    <a:pt x="4934" y="1"/>
                  </a:cubicBezTo>
                  <a:lnTo>
                    <a:pt x="4934" y="1"/>
                  </a:lnTo>
                  <a:cubicBezTo>
                    <a:pt x="7666" y="1"/>
                    <a:pt x="9896" y="2203"/>
                    <a:pt x="9896" y="4962"/>
                  </a:cubicBezTo>
                  <a:lnTo>
                    <a:pt x="9896" y="48113"/>
                  </a:lnTo>
                </a:path>
              </a:pathLst>
            </a:custGeom>
            <a:noFill/>
            <a:ln cap="flat" cmpd="sng" w="19050">
              <a:solidFill>
                <a:schemeClr val="dk1"/>
              </a:solidFill>
              <a:prstDash val="solid"/>
              <a:miter lim="2787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47"/>
            <p:cNvSpPr/>
            <p:nvPr/>
          </p:nvSpPr>
          <p:spPr>
            <a:xfrm>
              <a:off x="140800" y="4332925"/>
              <a:ext cx="105950" cy="1099700"/>
            </a:xfrm>
            <a:custGeom>
              <a:rect b="b" l="l" r="r" t="t"/>
              <a:pathLst>
                <a:path extrusionOk="0" fill="none" h="43988" w="4238">
                  <a:moveTo>
                    <a:pt x="1" y="43959"/>
                  </a:moveTo>
                  <a:lnTo>
                    <a:pt x="1" y="2119"/>
                  </a:lnTo>
                  <a:cubicBezTo>
                    <a:pt x="1" y="920"/>
                    <a:pt x="949" y="0"/>
                    <a:pt x="2119" y="0"/>
                  </a:cubicBezTo>
                  <a:lnTo>
                    <a:pt x="2119" y="0"/>
                  </a:lnTo>
                  <a:cubicBezTo>
                    <a:pt x="3318" y="0"/>
                    <a:pt x="4238" y="920"/>
                    <a:pt x="4238" y="2119"/>
                  </a:cubicBezTo>
                  <a:lnTo>
                    <a:pt x="4238" y="43987"/>
                  </a:lnTo>
                </a:path>
              </a:pathLst>
            </a:custGeom>
            <a:noFill/>
            <a:ln cap="flat" cmpd="sng" w="19050">
              <a:solidFill>
                <a:schemeClr val="dk1"/>
              </a:solidFill>
              <a:prstDash val="solid"/>
              <a:miter lim="2787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1" name="Google Shape;691;p47"/>
          <p:cNvSpPr/>
          <p:nvPr/>
        </p:nvSpPr>
        <p:spPr>
          <a:xfrm>
            <a:off x="1084563" y="3744950"/>
            <a:ext cx="379125" cy="345000"/>
          </a:xfrm>
          <a:custGeom>
            <a:rect b="b" l="l" r="r" t="t"/>
            <a:pathLst>
              <a:path extrusionOk="0" h="13800" w="15165">
                <a:moveTo>
                  <a:pt x="7564" y="0"/>
                </a:moveTo>
                <a:cubicBezTo>
                  <a:pt x="4435" y="0"/>
                  <a:pt x="1605" y="2134"/>
                  <a:pt x="864" y="5312"/>
                </a:cubicBezTo>
                <a:cubicBezTo>
                  <a:pt x="0" y="9019"/>
                  <a:pt x="2286" y="12755"/>
                  <a:pt x="6021" y="13619"/>
                </a:cubicBezTo>
                <a:cubicBezTo>
                  <a:pt x="6546" y="13741"/>
                  <a:pt x="7071" y="13800"/>
                  <a:pt x="7588" y="13800"/>
                </a:cubicBezTo>
                <a:cubicBezTo>
                  <a:pt x="10722" y="13800"/>
                  <a:pt x="13559" y="11644"/>
                  <a:pt x="14300" y="8462"/>
                </a:cubicBezTo>
                <a:cubicBezTo>
                  <a:pt x="15165" y="4755"/>
                  <a:pt x="12851" y="1047"/>
                  <a:pt x="9143" y="183"/>
                </a:cubicBezTo>
                <a:cubicBezTo>
                  <a:pt x="8614" y="60"/>
                  <a:pt x="8085" y="0"/>
                  <a:pt x="756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47"/>
          <p:cNvSpPr/>
          <p:nvPr/>
        </p:nvSpPr>
        <p:spPr>
          <a:xfrm>
            <a:off x="3822329" y="3462292"/>
            <a:ext cx="728448" cy="371696"/>
          </a:xfrm>
          <a:custGeom>
            <a:rect b="b" l="l" r="r" t="t"/>
            <a:pathLst>
              <a:path extrusionOk="0" h="9900" w="19402">
                <a:moveTo>
                  <a:pt x="19262" y="1"/>
                </a:moveTo>
                <a:lnTo>
                  <a:pt x="0" y="530"/>
                </a:lnTo>
                <a:cubicBezTo>
                  <a:pt x="137" y="5768"/>
                  <a:pt x="4402" y="9900"/>
                  <a:pt x="9636" y="9900"/>
                </a:cubicBezTo>
                <a:cubicBezTo>
                  <a:pt x="9722" y="9900"/>
                  <a:pt x="9809" y="9898"/>
                  <a:pt x="9896" y="9896"/>
                </a:cubicBezTo>
                <a:cubicBezTo>
                  <a:pt x="15220" y="9757"/>
                  <a:pt x="19401" y="5325"/>
                  <a:pt x="19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6" name="Shape 696"/>
        <p:cNvGrpSpPr/>
        <p:nvPr/>
      </p:nvGrpSpPr>
      <p:grpSpPr>
        <a:xfrm>
          <a:off x="0" y="0"/>
          <a:ext cx="0" cy="0"/>
          <a:chOff x="0" y="0"/>
          <a:chExt cx="0" cy="0"/>
        </a:xfrm>
      </p:grpSpPr>
      <p:sp>
        <p:nvSpPr>
          <p:cNvPr id="697" name="Google Shape;697;p4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a:t>
            </a:r>
            <a:r>
              <a:rPr lang="en"/>
              <a:t>esources</a:t>
            </a:r>
            <a:endParaRPr/>
          </a:p>
        </p:txBody>
      </p:sp>
      <p:sp>
        <p:nvSpPr>
          <p:cNvPr id="698" name="Google Shape;698;p48"/>
          <p:cNvSpPr txBox="1"/>
          <p:nvPr>
            <p:ph idx="1" type="body"/>
          </p:nvPr>
        </p:nvSpPr>
        <p:spPr>
          <a:xfrm>
            <a:off x="720000" y="1215750"/>
            <a:ext cx="7704000" cy="20151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t>Did you like the resources used in this template? Get them on these websites:</a:t>
            </a:r>
            <a:endParaRPr/>
          </a:p>
          <a:p>
            <a:pPr indent="0" lvl="0" marL="0" rtl="0" algn="l">
              <a:lnSpc>
                <a:spcPct val="100000"/>
              </a:lnSpc>
              <a:spcBef>
                <a:spcPts val="1000"/>
              </a:spcBef>
              <a:spcAft>
                <a:spcPts val="0"/>
              </a:spcAft>
              <a:buNone/>
            </a:pPr>
            <a:r>
              <a:rPr b="1" lang="en"/>
              <a:t>Illustrations</a:t>
            </a:r>
            <a:endParaRPr b="1"/>
          </a:p>
          <a:p>
            <a:pPr indent="-317500" lvl="0" marL="457200" rtl="0" algn="l">
              <a:lnSpc>
                <a:spcPct val="125000"/>
              </a:lnSpc>
              <a:spcBef>
                <a:spcPts val="800"/>
              </a:spcBef>
              <a:spcAft>
                <a:spcPts val="0"/>
              </a:spcAft>
              <a:buSzPts val="1400"/>
              <a:buFont typeface="Barlow"/>
              <a:buChar char="●"/>
            </a:pPr>
            <a:r>
              <a:rPr lang="en" u="sng">
                <a:hlinkClick r:id="rId3"/>
              </a:rPr>
              <a:t>Flat design horizontal banner template</a:t>
            </a:r>
            <a:endParaRPr/>
          </a:p>
          <a:p>
            <a:pPr indent="-317500" lvl="0" marL="457200" rtl="0" algn="l">
              <a:lnSpc>
                <a:spcPct val="125000"/>
              </a:lnSpc>
              <a:spcBef>
                <a:spcPts val="0"/>
              </a:spcBef>
              <a:spcAft>
                <a:spcPts val="0"/>
              </a:spcAft>
              <a:buSzPts val="1400"/>
              <a:buFont typeface="Barlow Light"/>
              <a:buChar char="●"/>
            </a:pPr>
            <a:r>
              <a:rPr lang="en" u="sng">
                <a:hlinkClick r:id="rId4"/>
              </a:rPr>
              <a:t>Business facebook cover template</a:t>
            </a:r>
            <a:endParaRPr/>
          </a:p>
          <a:p>
            <a:pPr indent="0" lvl="0" marL="0" rtl="0" algn="l">
              <a:lnSpc>
                <a:spcPct val="100000"/>
              </a:lnSpc>
              <a:spcBef>
                <a:spcPts val="0"/>
              </a:spcBef>
              <a:spcAft>
                <a:spcPts val="0"/>
              </a:spcAft>
              <a:buNone/>
            </a:pPr>
            <a:r>
              <a:rPr b="1" lang="en"/>
              <a:t>Photos</a:t>
            </a:r>
            <a:endParaRPr b="1"/>
          </a:p>
          <a:p>
            <a:pPr indent="-317500" lvl="0" marL="457200" rtl="0" algn="l">
              <a:lnSpc>
                <a:spcPct val="125000"/>
              </a:lnSpc>
              <a:spcBef>
                <a:spcPts val="1000"/>
              </a:spcBef>
              <a:spcAft>
                <a:spcPts val="0"/>
              </a:spcAft>
              <a:buSzPts val="1400"/>
              <a:buFont typeface="Barlow Light"/>
              <a:buChar char="●"/>
            </a:pPr>
            <a:r>
              <a:rPr lang="en" u="sng">
                <a:hlinkClick r:id="rId5"/>
              </a:rPr>
              <a:t>Medium shot smiley students</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02" name="Shape 702"/>
        <p:cNvGrpSpPr/>
        <p:nvPr/>
      </p:nvGrpSpPr>
      <p:grpSpPr>
        <a:xfrm>
          <a:off x="0" y="0"/>
          <a:ext cx="0" cy="0"/>
          <a:chOff x="0" y="0"/>
          <a:chExt cx="0" cy="0"/>
        </a:xfrm>
      </p:grpSpPr>
      <p:sp>
        <p:nvSpPr>
          <p:cNvPr id="703" name="Google Shape;703;p49"/>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704" name="Google Shape;704;p49"/>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4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08" name="Shape 708"/>
        <p:cNvGrpSpPr/>
        <p:nvPr/>
      </p:nvGrpSpPr>
      <p:grpSpPr>
        <a:xfrm>
          <a:off x="0" y="0"/>
          <a:ext cx="0" cy="0"/>
          <a:chOff x="0" y="0"/>
          <a:chExt cx="0" cy="0"/>
        </a:xfrm>
      </p:grpSpPr>
      <p:sp>
        <p:nvSpPr>
          <p:cNvPr id="709" name="Google Shape;709;p50"/>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710" name="Google Shape;710;p50"/>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14" name="Shape 714"/>
        <p:cNvGrpSpPr/>
        <p:nvPr/>
      </p:nvGrpSpPr>
      <p:grpSpPr>
        <a:xfrm>
          <a:off x="0" y="0"/>
          <a:ext cx="0" cy="0"/>
          <a:chOff x="0" y="0"/>
          <a:chExt cx="0" cy="0"/>
        </a:xfrm>
      </p:grpSpPr>
      <p:sp>
        <p:nvSpPr>
          <p:cNvPr id="715" name="Google Shape;715;p51"/>
          <p:cNvSpPr txBox="1"/>
          <p:nvPr/>
        </p:nvSpPr>
        <p:spPr>
          <a:xfrm>
            <a:off x="716700" y="1188000"/>
            <a:ext cx="7710600" cy="1425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indent="0" lvl="0" marL="0" rtl="0" algn="ctr">
              <a:spcBef>
                <a:spcPts val="1000"/>
              </a:spcBef>
              <a:spcAft>
                <a:spcPts val="0"/>
              </a:spcAft>
              <a:buClr>
                <a:schemeClr val="dk1"/>
              </a:buClr>
              <a:buSzPts val="1100"/>
              <a:buFont typeface="Arial"/>
              <a:buNone/>
            </a:pPr>
            <a:r>
              <a:rPr b="1" lang="en" sz="1100">
                <a:solidFill>
                  <a:schemeClr val="lt1"/>
                </a:solidFill>
              </a:rPr>
              <a:t>Bricolage Grotesque</a:t>
            </a:r>
            <a:endParaRPr b="1" sz="1100">
              <a:solidFill>
                <a:schemeClr val="lt1"/>
              </a:solidFill>
            </a:endParaRPr>
          </a:p>
          <a:p>
            <a:pPr indent="0" lvl="0" marL="0" rtl="0" algn="ctr">
              <a:spcBef>
                <a:spcPts val="0"/>
              </a:spcBef>
              <a:spcAft>
                <a:spcPts val="0"/>
              </a:spcAft>
              <a:buClr>
                <a:schemeClr val="dk1"/>
              </a:buClr>
              <a:buSzPts val="1100"/>
              <a:buFont typeface="Arial"/>
              <a:buNone/>
            </a:pPr>
            <a:r>
              <a:rPr b="1" lang="en" sz="1100">
                <a:solidFill>
                  <a:schemeClr val="lt1"/>
                </a:solidFill>
              </a:rPr>
              <a:t>(</a:t>
            </a:r>
            <a:r>
              <a:rPr b="1" lang="en" sz="1100" u="sng">
                <a:solidFill>
                  <a:schemeClr val="lt1"/>
                </a:solidFill>
                <a:hlinkClick r:id="rId3">
                  <a:extLst>
                    <a:ext uri="{A12FA001-AC4F-418D-AE19-62706E023703}">
                      <ahyp:hlinkClr val="tx"/>
                    </a:ext>
                  </a:extLst>
                </a:hlinkClick>
              </a:rPr>
              <a:t>https://fonts.google.com/specimen/Bricolage+Grotesque</a:t>
            </a:r>
            <a:r>
              <a:rPr b="1" lang="en" sz="1100">
                <a:solidFill>
                  <a:schemeClr val="lt1"/>
                </a:solidFill>
              </a:rPr>
              <a:t>)</a:t>
            </a:r>
            <a:endParaRPr b="1" sz="1100">
              <a:solidFill>
                <a:schemeClr val="lt1"/>
              </a:solidFill>
            </a:endParaRPr>
          </a:p>
          <a:p>
            <a:pPr indent="0" lvl="0" marL="0" rtl="0" algn="ctr">
              <a:spcBef>
                <a:spcPts val="0"/>
              </a:spcBef>
              <a:spcAft>
                <a:spcPts val="0"/>
              </a:spcAft>
              <a:buClr>
                <a:schemeClr val="dk1"/>
              </a:buClr>
              <a:buSzPts val="1100"/>
              <a:buFont typeface="Arial"/>
              <a:buNone/>
            </a:pPr>
            <a:r>
              <a:t/>
            </a:r>
            <a:endParaRPr b="1" sz="1100">
              <a:solidFill>
                <a:schemeClr val="lt1"/>
              </a:solidFill>
            </a:endParaRPr>
          </a:p>
          <a:p>
            <a:pPr indent="0" lvl="0" marL="0" rtl="0" algn="ctr">
              <a:spcBef>
                <a:spcPts val="0"/>
              </a:spcBef>
              <a:spcAft>
                <a:spcPts val="0"/>
              </a:spcAft>
              <a:buClr>
                <a:schemeClr val="dk1"/>
              </a:buClr>
              <a:buSzPts val="1100"/>
              <a:buFont typeface="Arial"/>
              <a:buNone/>
            </a:pPr>
            <a:r>
              <a:rPr b="1" lang="en" sz="1100">
                <a:solidFill>
                  <a:schemeClr val="lt1"/>
                </a:solidFill>
              </a:rPr>
              <a:t>Barlow</a:t>
            </a:r>
            <a:endParaRPr b="1" sz="1100">
              <a:solidFill>
                <a:schemeClr val="lt1"/>
              </a:solidFill>
            </a:endParaRPr>
          </a:p>
          <a:p>
            <a:pPr indent="0" lvl="0" marL="0" rtl="0" algn="ctr">
              <a:spcBef>
                <a:spcPts val="0"/>
              </a:spcBef>
              <a:spcAft>
                <a:spcPts val="0"/>
              </a:spcAft>
              <a:buClr>
                <a:schemeClr val="dk1"/>
              </a:buClr>
              <a:buSzPts val="1100"/>
              <a:buFont typeface="Arial"/>
              <a:buNone/>
            </a:pPr>
            <a:r>
              <a:rPr b="1" lang="en" sz="1100">
                <a:solidFill>
                  <a:schemeClr val="lt1"/>
                </a:solidFill>
              </a:rPr>
              <a:t>(</a:t>
            </a:r>
            <a:r>
              <a:rPr b="1" lang="en" sz="1100" u="sng">
                <a:solidFill>
                  <a:schemeClr val="lt1"/>
                </a:solidFill>
                <a:hlinkClick r:id="rId4">
                  <a:extLst>
                    <a:ext uri="{A12FA001-AC4F-418D-AE19-62706E023703}">
                      <ahyp:hlinkClr val="tx"/>
                    </a:ext>
                  </a:extLst>
                </a:hlinkClick>
              </a:rPr>
              <a:t>https://fonts.google.com/specimen/Barlow</a:t>
            </a:r>
            <a:r>
              <a:rPr b="1" lang="en" sz="1100">
                <a:solidFill>
                  <a:schemeClr val="lt1"/>
                </a:solidFill>
              </a:rPr>
              <a:t>)</a:t>
            </a:r>
            <a:endParaRPr b="1" sz="1100">
              <a:solidFill>
                <a:schemeClr val="lt1"/>
              </a:solidFill>
            </a:endParaRPr>
          </a:p>
        </p:txBody>
      </p:sp>
      <p:sp>
        <p:nvSpPr>
          <p:cNvPr id="716" name="Google Shape;716;p51"/>
          <p:cNvSpPr/>
          <p:nvPr/>
        </p:nvSpPr>
        <p:spPr>
          <a:xfrm>
            <a:off x="2583563" y="2947800"/>
            <a:ext cx="791400" cy="754200"/>
          </a:xfrm>
          <a:prstGeom prst="roundRect">
            <a:avLst>
              <a:gd fmla="val 16667" name="adj"/>
            </a:avLst>
          </a:prstGeom>
          <a:solidFill>
            <a:srgbClr val="33333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51"/>
          <p:cNvSpPr/>
          <p:nvPr/>
        </p:nvSpPr>
        <p:spPr>
          <a:xfrm>
            <a:off x="3645382" y="2947800"/>
            <a:ext cx="791400" cy="754200"/>
          </a:xfrm>
          <a:prstGeom prst="roundRect">
            <a:avLst>
              <a:gd fmla="val 16667" name="adj"/>
            </a:avLst>
          </a:prstGeom>
          <a:solidFill>
            <a:srgbClr val="F6EFE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51"/>
          <p:cNvSpPr/>
          <p:nvPr/>
        </p:nvSpPr>
        <p:spPr>
          <a:xfrm>
            <a:off x="4707202" y="2947800"/>
            <a:ext cx="791400" cy="754200"/>
          </a:xfrm>
          <a:prstGeom prst="roundRect">
            <a:avLst>
              <a:gd fmla="val 16667" name="adj"/>
            </a:avLst>
          </a:prstGeom>
          <a:solidFill>
            <a:srgbClr val="D9CCC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51"/>
          <p:cNvSpPr txBox="1"/>
          <p:nvPr/>
        </p:nvSpPr>
        <p:spPr>
          <a:xfrm>
            <a:off x="2583563"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#333333</a:t>
            </a:r>
            <a:endParaRPr sz="1000">
              <a:solidFill>
                <a:srgbClr val="FFFFFF"/>
              </a:solidFill>
            </a:endParaRPr>
          </a:p>
        </p:txBody>
      </p:sp>
      <p:sp>
        <p:nvSpPr>
          <p:cNvPr id="720" name="Google Shape;720;p51"/>
          <p:cNvSpPr txBox="1"/>
          <p:nvPr/>
        </p:nvSpPr>
        <p:spPr>
          <a:xfrm>
            <a:off x="3645388"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#f6efeb</a:t>
            </a:r>
            <a:endParaRPr sz="1000">
              <a:solidFill>
                <a:schemeClr val="dk1"/>
              </a:solidFill>
            </a:endParaRPr>
          </a:p>
        </p:txBody>
      </p:sp>
      <p:sp>
        <p:nvSpPr>
          <p:cNvPr id="721" name="Google Shape;721;p51"/>
          <p:cNvSpPr txBox="1"/>
          <p:nvPr/>
        </p:nvSpPr>
        <p:spPr>
          <a:xfrm>
            <a:off x="4707213"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#d9ccc5</a:t>
            </a:r>
            <a:endParaRPr sz="1000">
              <a:solidFill>
                <a:schemeClr val="dk1"/>
              </a:solidFill>
            </a:endParaRPr>
          </a:p>
        </p:txBody>
      </p:sp>
      <p:sp>
        <p:nvSpPr>
          <p:cNvPr id="722" name="Google Shape;722;p51"/>
          <p:cNvSpPr/>
          <p:nvPr/>
        </p:nvSpPr>
        <p:spPr>
          <a:xfrm>
            <a:off x="5769038" y="2947800"/>
            <a:ext cx="791400" cy="754200"/>
          </a:xfrm>
          <a:prstGeom prst="roundRect">
            <a:avLst>
              <a:gd fmla="val 16667" name="adj"/>
            </a:avLst>
          </a:prstGeom>
          <a:solidFill>
            <a:srgbClr val="C2B4A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51"/>
          <p:cNvSpPr txBox="1"/>
          <p:nvPr/>
        </p:nvSpPr>
        <p:spPr>
          <a:xfrm>
            <a:off x="5769038"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#c2b4ad</a:t>
            </a:r>
            <a:endParaRPr sz="1000">
              <a:solidFill>
                <a:schemeClr val="dk1"/>
              </a:solidFill>
            </a:endParaRPr>
          </a:p>
        </p:txBody>
      </p:sp>
      <p:sp>
        <p:nvSpPr>
          <p:cNvPr id="724" name="Google Shape;724;p51"/>
          <p:cNvSpPr/>
          <p:nvPr/>
        </p:nvSpPr>
        <p:spPr>
          <a:xfrm>
            <a:off x="3114470" y="3878900"/>
            <a:ext cx="791400" cy="754200"/>
          </a:xfrm>
          <a:prstGeom prst="roundRect">
            <a:avLst>
              <a:gd fmla="val 16667" name="adj"/>
            </a:avLst>
          </a:prstGeom>
          <a:solidFill>
            <a:srgbClr val="BF967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51"/>
          <p:cNvSpPr/>
          <p:nvPr/>
        </p:nvSpPr>
        <p:spPr>
          <a:xfrm>
            <a:off x="4176289" y="3878900"/>
            <a:ext cx="791400" cy="754200"/>
          </a:xfrm>
          <a:prstGeom prst="roundRect">
            <a:avLst>
              <a:gd fmla="val 16667" name="adj"/>
            </a:avLst>
          </a:prstGeom>
          <a:solidFill>
            <a:srgbClr val="A68C7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51"/>
          <p:cNvSpPr txBox="1"/>
          <p:nvPr/>
        </p:nvSpPr>
        <p:spPr>
          <a:xfrm>
            <a:off x="3114475"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#bf9673</a:t>
            </a:r>
            <a:endParaRPr sz="1000">
              <a:solidFill>
                <a:srgbClr val="FFFFFF"/>
              </a:solidFill>
            </a:endParaRPr>
          </a:p>
        </p:txBody>
      </p:sp>
      <p:sp>
        <p:nvSpPr>
          <p:cNvPr id="727" name="Google Shape;727;p51"/>
          <p:cNvSpPr txBox="1"/>
          <p:nvPr/>
        </p:nvSpPr>
        <p:spPr>
          <a:xfrm>
            <a:off x="4176300"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#a68c76</a:t>
            </a:r>
            <a:endParaRPr sz="1000">
              <a:solidFill>
                <a:srgbClr val="FFFFFF"/>
              </a:solidFill>
            </a:endParaRPr>
          </a:p>
        </p:txBody>
      </p:sp>
      <p:sp>
        <p:nvSpPr>
          <p:cNvPr id="728" name="Google Shape;728;p51"/>
          <p:cNvSpPr/>
          <p:nvPr/>
        </p:nvSpPr>
        <p:spPr>
          <a:xfrm>
            <a:off x="5238125" y="3878900"/>
            <a:ext cx="791400" cy="754200"/>
          </a:xfrm>
          <a:prstGeom prst="roundRect">
            <a:avLst>
              <a:gd fmla="val 16667" name="adj"/>
            </a:avLst>
          </a:prstGeom>
          <a:solidFill>
            <a:srgbClr val="775C4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51"/>
          <p:cNvSpPr txBox="1"/>
          <p:nvPr/>
        </p:nvSpPr>
        <p:spPr>
          <a:xfrm>
            <a:off x="5238125"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#775c47</a:t>
            </a:r>
            <a:endParaRPr sz="1000">
              <a:solidFill>
                <a:srgbClr val="FFFFFF"/>
              </a:solidFill>
            </a:endParaRPr>
          </a:p>
        </p:txBody>
      </p:sp>
      <p:sp>
        <p:nvSpPr>
          <p:cNvPr id="730" name="Google Shape;730;p51"/>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34" name="Shape 734"/>
        <p:cNvGrpSpPr/>
        <p:nvPr/>
      </p:nvGrpSpPr>
      <p:grpSpPr>
        <a:xfrm>
          <a:off x="0" y="0"/>
          <a:ext cx="0" cy="0"/>
          <a:chOff x="0" y="0"/>
          <a:chExt cx="0" cy="0"/>
        </a:xfrm>
      </p:grpSpPr>
      <p:sp>
        <p:nvSpPr>
          <p:cNvPr id="735" name="Google Shape;735;p52"/>
          <p:cNvSpPr txBox="1"/>
          <p:nvPr/>
        </p:nvSpPr>
        <p:spPr>
          <a:xfrm>
            <a:off x="1572600" y="1188000"/>
            <a:ext cx="59988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736" name="Google Shape;736;p52"/>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737" name="Google Shape;737;p52"/>
          <p:cNvPicPr preferRelativeResize="0"/>
          <p:nvPr/>
        </p:nvPicPr>
        <p:blipFill rotWithShape="1">
          <a:blip r:embed="rId5">
            <a:alphaModFix/>
          </a:blip>
          <a:srcRect b="16541" l="0" r="0" t="16547"/>
          <a:stretch/>
        </p:blipFill>
        <p:spPr>
          <a:xfrm>
            <a:off x="723400" y="2607125"/>
            <a:ext cx="1522615" cy="1018800"/>
          </a:xfrm>
          <a:prstGeom prst="rect">
            <a:avLst/>
          </a:prstGeom>
          <a:noFill/>
          <a:ln>
            <a:noFill/>
          </a:ln>
        </p:spPr>
      </p:pic>
      <p:sp>
        <p:nvSpPr>
          <p:cNvPr id="738" name="Google Shape;738;p52">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739" name="Google Shape;739;p52">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740" name="Google Shape;740;p52">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741" name="Google Shape;741;p52">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742" name="Google Shape;742;p52"/>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743" name="Google Shape;743;p52"/>
          <p:cNvPicPr preferRelativeResize="0"/>
          <p:nvPr/>
        </p:nvPicPr>
        <p:blipFill rotWithShape="1">
          <a:blip r:embed="rId15">
            <a:alphaModFix/>
          </a:blip>
          <a:srcRect b="6378" l="0" r="0" t="6378"/>
          <a:stretch/>
        </p:blipFill>
        <p:spPr>
          <a:xfrm>
            <a:off x="3816030" y="2517800"/>
            <a:ext cx="1372495" cy="1197450"/>
          </a:xfrm>
          <a:prstGeom prst="rect">
            <a:avLst/>
          </a:prstGeom>
          <a:noFill/>
          <a:ln>
            <a:noFill/>
          </a:ln>
        </p:spPr>
      </p:pic>
      <p:pic>
        <p:nvPicPr>
          <p:cNvPr id="744" name="Google Shape;744;p52"/>
          <p:cNvPicPr preferRelativeResize="0"/>
          <p:nvPr/>
        </p:nvPicPr>
        <p:blipFill rotWithShape="1">
          <a:blip r:embed="rId16">
            <a:alphaModFix/>
          </a:blip>
          <a:srcRect b="9257" l="0" r="0" t="9257"/>
          <a:stretch/>
        </p:blipFill>
        <p:spPr>
          <a:xfrm>
            <a:off x="5306751" y="2557330"/>
            <a:ext cx="1372475" cy="1118390"/>
          </a:xfrm>
          <a:prstGeom prst="rect">
            <a:avLst/>
          </a:prstGeom>
          <a:noFill/>
          <a:ln>
            <a:noFill/>
          </a:ln>
        </p:spPr>
      </p:pic>
      <p:pic>
        <p:nvPicPr>
          <p:cNvPr id="745" name="Google Shape;745;p52"/>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746" name="Google Shape;746;p52">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50" name="Shape 750"/>
        <p:cNvGrpSpPr/>
        <p:nvPr/>
      </p:nvGrpSpPr>
      <p:grpSpPr>
        <a:xfrm>
          <a:off x="0" y="0"/>
          <a:ext cx="0" cy="0"/>
          <a:chOff x="0" y="0"/>
          <a:chExt cx="0" cy="0"/>
        </a:xfrm>
      </p:grpSpPr>
      <p:sp>
        <p:nvSpPr>
          <p:cNvPr id="751" name="Google Shape;751;p53"/>
          <p:cNvSpPr txBox="1"/>
          <p:nvPr/>
        </p:nvSpPr>
        <p:spPr>
          <a:xfrm>
            <a:off x="716775" y="1188000"/>
            <a:ext cx="7710600" cy="772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grpSp>
        <p:nvGrpSpPr>
          <p:cNvPr id="752" name="Google Shape;752;p53"/>
          <p:cNvGrpSpPr/>
          <p:nvPr/>
        </p:nvGrpSpPr>
        <p:grpSpPr>
          <a:xfrm>
            <a:off x="5117640" y="3085736"/>
            <a:ext cx="474294" cy="551291"/>
            <a:chOff x="4727025" y="1332775"/>
            <a:chExt cx="59900" cy="69625"/>
          </a:xfrm>
        </p:grpSpPr>
        <p:sp>
          <p:nvSpPr>
            <p:cNvPr id="753" name="Google Shape;753;p53"/>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53"/>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 name="Google Shape;755;p53"/>
          <p:cNvGrpSpPr/>
          <p:nvPr/>
        </p:nvGrpSpPr>
        <p:grpSpPr>
          <a:xfrm>
            <a:off x="5731296" y="2314340"/>
            <a:ext cx="555653" cy="557031"/>
            <a:chOff x="4820425" y="1329900"/>
            <a:chExt cx="70175" cy="70350"/>
          </a:xfrm>
        </p:grpSpPr>
        <p:sp>
          <p:nvSpPr>
            <p:cNvPr id="756" name="Google Shape;756;p53"/>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53"/>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53"/>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53"/>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 name="Google Shape;760;p53"/>
          <p:cNvGrpSpPr/>
          <p:nvPr/>
        </p:nvGrpSpPr>
        <p:grpSpPr>
          <a:xfrm>
            <a:off x="6357664" y="2318845"/>
            <a:ext cx="582574" cy="533871"/>
            <a:chOff x="4903200" y="1331525"/>
            <a:chExt cx="73575" cy="67425"/>
          </a:xfrm>
        </p:grpSpPr>
        <p:sp>
          <p:nvSpPr>
            <p:cNvPr id="761" name="Google Shape;761;p53"/>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53"/>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 name="Google Shape;763;p53"/>
          <p:cNvGrpSpPr/>
          <p:nvPr/>
        </p:nvGrpSpPr>
        <p:grpSpPr>
          <a:xfrm>
            <a:off x="5717142" y="3078709"/>
            <a:ext cx="583960" cy="565345"/>
            <a:chOff x="4815575" y="1416800"/>
            <a:chExt cx="73750" cy="71400"/>
          </a:xfrm>
        </p:grpSpPr>
        <p:sp>
          <p:nvSpPr>
            <p:cNvPr id="764" name="Google Shape;764;p53"/>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53"/>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53"/>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 name="Google Shape;767;p53"/>
          <p:cNvGrpSpPr/>
          <p:nvPr/>
        </p:nvGrpSpPr>
        <p:grpSpPr>
          <a:xfrm>
            <a:off x="6351924" y="3108896"/>
            <a:ext cx="589898" cy="504970"/>
            <a:chOff x="4902475" y="1418875"/>
            <a:chExt cx="74500" cy="63775"/>
          </a:xfrm>
        </p:grpSpPr>
        <p:sp>
          <p:nvSpPr>
            <p:cNvPr id="768" name="Google Shape;768;p53"/>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53"/>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 name="Google Shape;770;p53"/>
          <p:cNvGrpSpPr/>
          <p:nvPr/>
        </p:nvGrpSpPr>
        <p:grpSpPr>
          <a:xfrm>
            <a:off x="5727139" y="3826000"/>
            <a:ext cx="563967" cy="567127"/>
            <a:chOff x="4818100" y="1507675"/>
            <a:chExt cx="71225" cy="71625"/>
          </a:xfrm>
        </p:grpSpPr>
        <p:sp>
          <p:nvSpPr>
            <p:cNvPr id="771" name="Google Shape;771;p53"/>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53"/>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53"/>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53"/>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 name="Google Shape;775;p53"/>
          <p:cNvGrpSpPr/>
          <p:nvPr/>
        </p:nvGrpSpPr>
        <p:grpSpPr>
          <a:xfrm>
            <a:off x="5040636" y="3829461"/>
            <a:ext cx="628301" cy="588505"/>
            <a:chOff x="4721450" y="1509475"/>
            <a:chExt cx="79350" cy="74325"/>
          </a:xfrm>
        </p:grpSpPr>
        <p:sp>
          <p:nvSpPr>
            <p:cNvPr id="776" name="Google Shape;776;p53"/>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53"/>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53"/>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53"/>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 name="Google Shape;780;p53"/>
          <p:cNvGrpSpPr/>
          <p:nvPr/>
        </p:nvGrpSpPr>
        <p:grpSpPr>
          <a:xfrm>
            <a:off x="6386170" y="3814027"/>
            <a:ext cx="557038" cy="562772"/>
            <a:chOff x="4906800" y="1507500"/>
            <a:chExt cx="70350" cy="71075"/>
          </a:xfrm>
        </p:grpSpPr>
        <p:sp>
          <p:nvSpPr>
            <p:cNvPr id="781" name="Google Shape;781;p53"/>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53"/>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53"/>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53"/>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53"/>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 name="Google Shape;786;p53"/>
          <p:cNvGrpSpPr/>
          <p:nvPr/>
        </p:nvGrpSpPr>
        <p:grpSpPr>
          <a:xfrm>
            <a:off x="4423778" y="2340963"/>
            <a:ext cx="517934" cy="517934"/>
            <a:chOff x="3736598" y="2170606"/>
            <a:chExt cx="404889" cy="404889"/>
          </a:xfrm>
        </p:grpSpPr>
        <p:sp>
          <p:nvSpPr>
            <p:cNvPr id="787" name="Google Shape;787;p53"/>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53"/>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53"/>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53"/>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 name="Google Shape;791;p53"/>
          <p:cNvGrpSpPr/>
          <p:nvPr/>
        </p:nvGrpSpPr>
        <p:grpSpPr>
          <a:xfrm>
            <a:off x="3690839" y="2341061"/>
            <a:ext cx="586986" cy="517740"/>
            <a:chOff x="3161917" y="2170682"/>
            <a:chExt cx="458870" cy="404737"/>
          </a:xfrm>
        </p:grpSpPr>
        <p:sp>
          <p:nvSpPr>
            <p:cNvPr id="792" name="Google Shape;792;p53"/>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53"/>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53"/>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 name="Google Shape;795;p53"/>
          <p:cNvGrpSpPr/>
          <p:nvPr/>
        </p:nvGrpSpPr>
        <p:grpSpPr>
          <a:xfrm>
            <a:off x="3713860" y="3102400"/>
            <a:ext cx="540943" cy="517963"/>
            <a:chOff x="3179914" y="2889488"/>
            <a:chExt cx="422876" cy="404911"/>
          </a:xfrm>
        </p:grpSpPr>
        <p:sp>
          <p:nvSpPr>
            <p:cNvPr id="796" name="Google Shape;796;p53"/>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53"/>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53"/>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53"/>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53"/>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53"/>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 name="Google Shape;802;p53"/>
          <p:cNvGrpSpPr/>
          <p:nvPr/>
        </p:nvGrpSpPr>
        <p:grpSpPr>
          <a:xfrm>
            <a:off x="4414654" y="3102358"/>
            <a:ext cx="536180" cy="518047"/>
            <a:chOff x="3729467" y="2889422"/>
            <a:chExt cx="419153" cy="404977"/>
          </a:xfrm>
        </p:grpSpPr>
        <p:sp>
          <p:nvSpPr>
            <p:cNvPr id="803" name="Google Shape;803;p53"/>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53"/>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53"/>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53"/>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53"/>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53"/>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53"/>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 name="Google Shape;810;p53"/>
          <p:cNvGrpSpPr/>
          <p:nvPr/>
        </p:nvGrpSpPr>
        <p:grpSpPr>
          <a:xfrm>
            <a:off x="1951688" y="3445787"/>
            <a:ext cx="965351" cy="134611"/>
            <a:chOff x="4411970" y="2962952"/>
            <a:chExt cx="706544" cy="104212"/>
          </a:xfrm>
        </p:grpSpPr>
        <p:sp>
          <p:nvSpPr>
            <p:cNvPr id="811" name="Google Shape;811;p53"/>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53"/>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53"/>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53"/>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 name="Google Shape;815;p53"/>
          <p:cNvGrpSpPr/>
          <p:nvPr/>
        </p:nvGrpSpPr>
        <p:grpSpPr>
          <a:xfrm>
            <a:off x="1951688" y="3041077"/>
            <a:ext cx="960158" cy="289172"/>
            <a:chOff x="4411970" y="2726085"/>
            <a:chExt cx="643107" cy="193659"/>
          </a:xfrm>
        </p:grpSpPr>
        <p:sp>
          <p:nvSpPr>
            <p:cNvPr id="816" name="Google Shape;816;p53"/>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53"/>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53"/>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 name="Google Shape;819;p53"/>
          <p:cNvGrpSpPr/>
          <p:nvPr/>
        </p:nvGrpSpPr>
        <p:grpSpPr>
          <a:xfrm>
            <a:off x="960185" y="3295400"/>
            <a:ext cx="811503" cy="252584"/>
            <a:chOff x="4411970" y="4340222"/>
            <a:chExt cx="779467" cy="242683"/>
          </a:xfrm>
        </p:grpSpPr>
        <p:sp>
          <p:nvSpPr>
            <p:cNvPr id="820" name="Google Shape;820;p53"/>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53"/>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53"/>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 name="Google Shape;823;p53"/>
          <p:cNvGrpSpPr/>
          <p:nvPr/>
        </p:nvGrpSpPr>
        <p:grpSpPr>
          <a:xfrm>
            <a:off x="1951688" y="2709308"/>
            <a:ext cx="965160" cy="216230"/>
            <a:chOff x="4411970" y="2468674"/>
            <a:chExt cx="747317" cy="167425"/>
          </a:xfrm>
        </p:grpSpPr>
        <p:sp>
          <p:nvSpPr>
            <p:cNvPr id="824" name="Google Shape;824;p53"/>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53"/>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6" name="Google Shape;826;p53"/>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7" name="Google Shape;827;p53"/>
          <p:cNvGrpSpPr/>
          <p:nvPr/>
        </p:nvGrpSpPr>
        <p:grpSpPr>
          <a:xfrm>
            <a:off x="959254" y="2334687"/>
            <a:ext cx="1959041" cy="208784"/>
            <a:chOff x="6336019" y="3733725"/>
            <a:chExt cx="2566206" cy="351310"/>
          </a:xfrm>
        </p:grpSpPr>
        <p:sp>
          <p:nvSpPr>
            <p:cNvPr id="828" name="Google Shape;828;p53"/>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53"/>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53"/>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53"/>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 name="Google Shape;832;p53"/>
          <p:cNvGrpSpPr/>
          <p:nvPr/>
        </p:nvGrpSpPr>
        <p:grpSpPr>
          <a:xfrm>
            <a:off x="1951688" y="3950602"/>
            <a:ext cx="946551" cy="153200"/>
            <a:chOff x="4404545" y="3301592"/>
            <a:chExt cx="782403" cy="129272"/>
          </a:xfrm>
        </p:grpSpPr>
        <p:sp>
          <p:nvSpPr>
            <p:cNvPr id="833" name="Google Shape;833;p53"/>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53"/>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 name="Google Shape;835;p53"/>
          <p:cNvGrpSpPr/>
          <p:nvPr/>
        </p:nvGrpSpPr>
        <p:grpSpPr>
          <a:xfrm>
            <a:off x="1951688" y="3695937"/>
            <a:ext cx="962257" cy="139127"/>
            <a:chOff x="4411970" y="3131459"/>
            <a:chExt cx="710520" cy="117397"/>
          </a:xfrm>
        </p:grpSpPr>
        <p:sp>
          <p:nvSpPr>
            <p:cNvPr id="836" name="Google Shape;836;p53"/>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53"/>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838" name="Google Shape;838;p53"/>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9" name="Google Shape;839;p53"/>
          <p:cNvGrpSpPr/>
          <p:nvPr/>
        </p:nvGrpSpPr>
        <p:grpSpPr>
          <a:xfrm>
            <a:off x="951833" y="3621603"/>
            <a:ext cx="823838" cy="458988"/>
            <a:chOff x="4411970" y="1801825"/>
            <a:chExt cx="734586" cy="409262"/>
          </a:xfrm>
        </p:grpSpPr>
        <p:sp>
          <p:nvSpPr>
            <p:cNvPr id="840" name="Google Shape;840;p53"/>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53"/>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 name="Google Shape;842;p53"/>
          <p:cNvGrpSpPr/>
          <p:nvPr/>
        </p:nvGrpSpPr>
        <p:grpSpPr>
          <a:xfrm>
            <a:off x="3056804" y="2339173"/>
            <a:ext cx="521514" cy="521514"/>
            <a:chOff x="5681300" y="2527788"/>
            <a:chExt cx="805800" cy="805800"/>
          </a:xfrm>
        </p:grpSpPr>
        <p:sp>
          <p:nvSpPr>
            <p:cNvPr id="843" name="Google Shape;843;p53"/>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53"/>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 name="Google Shape;845;p53"/>
          <p:cNvGrpSpPr/>
          <p:nvPr/>
        </p:nvGrpSpPr>
        <p:grpSpPr>
          <a:xfrm>
            <a:off x="3051044" y="3094865"/>
            <a:ext cx="533033" cy="533033"/>
            <a:chOff x="4049800" y="640400"/>
            <a:chExt cx="858900" cy="858900"/>
          </a:xfrm>
        </p:grpSpPr>
        <p:sp>
          <p:nvSpPr>
            <p:cNvPr id="846" name="Google Shape;846;p53"/>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53"/>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 name="Google Shape;848;p53"/>
          <p:cNvGrpSpPr/>
          <p:nvPr/>
        </p:nvGrpSpPr>
        <p:grpSpPr>
          <a:xfrm>
            <a:off x="2976527" y="3772543"/>
            <a:ext cx="682068" cy="682068"/>
            <a:chOff x="5080188" y="927900"/>
            <a:chExt cx="961200" cy="961200"/>
          </a:xfrm>
        </p:grpSpPr>
        <p:sp>
          <p:nvSpPr>
            <p:cNvPr id="849" name="Google Shape;849;p53"/>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53"/>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53"/>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53"/>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53"/>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53"/>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53"/>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53"/>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 name="Google Shape;857;p53"/>
          <p:cNvGrpSpPr/>
          <p:nvPr/>
        </p:nvGrpSpPr>
        <p:grpSpPr>
          <a:xfrm>
            <a:off x="4440026" y="3869234"/>
            <a:ext cx="505650" cy="504006"/>
            <a:chOff x="6039282" y="1042577"/>
            <a:chExt cx="734315" cy="731929"/>
          </a:xfrm>
        </p:grpSpPr>
        <p:sp>
          <p:nvSpPr>
            <p:cNvPr id="858" name="Google Shape;858;p53"/>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53"/>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53"/>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53"/>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53"/>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53"/>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53"/>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53"/>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53"/>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53"/>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53"/>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53"/>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53"/>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53"/>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53"/>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53"/>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53"/>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53"/>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53"/>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53"/>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53"/>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 name="Google Shape;879;p53"/>
          <p:cNvGrpSpPr/>
          <p:nvPr/>
        </p:nvGrpSpPr>
        <p:grpSpPr>
          <a:xfrm>
            <a:off x="5052628" y="2298862"/>
            <a:ext cx="567744" cy="602136"/>
            <a:chOff x="1825800" y="1651625"/>
            <a:chExt cx="539989" cy="571775"/>
          </a:xfrm>
        </p:grpSpPr>
        <p:sp>
          <p:nvSpPr>
            <p:cNvPr id="880" name="Google Shape;880;p53"/>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53"/>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53"/>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53"/>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 name="Google Shape;884;p53"/>
          <p:cNvGrpSpPr/>
          <p:nvPr/>
        </p:nvGrpSpPr>
        <p:grpSpPr>
          <a:xfrm>
            <a:off x="3727557" y="3855579"/>
            <a:ext cx="508123" cy="507955"/>
            <a:chOff x="1897577" y="2802432"/>
            <a:chExt cx="492176" cy="492014"/>
          </a:xfrm>
        </p:grpSpPr>
        <p:sp>
          <p:nvSpPr>
            <p:cNvPr id="885" name="Google Shape;885;p53"/>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53"/>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53"/>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53"/>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53"/>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53"/>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53"/>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53"/>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53"/>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53"/>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53"/>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53"/>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 name="Google Shape;897;p53"/>
          <p:cNvGrpSpPr/>
          <p:nvPr/>
        </p:nvGrpSpPr>
        <p:grpSpPr>
          <a:xfrm>
            <a:off x="959087" y="4169123"/>
            <a:ext cx="809227" cy="200842"/>
            <a:chOff x="2013045" y="4813233"/>
            <a:chExt cx="921986" cy="228854"/>
          </a:xfrm>
        </p:grpSpPr>
        <p:sp>
          <p:nvSpPr>
            <p:cNvPr id="898" name="Google Shape;898;p53"/>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53"/>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 name="Google Shape;900;p53"/>
          <p:cNvGrpSpPr/>
          <p:nvPr/>
        </p:nvGrpSpPr>
        <p:grpSpPr>
          <a:xfrm>
            <a:off x="967547" y="2656004"/>
            <a:ext cx="792421" cy="269941"/>
            <a:chOff x="1046767" y="4756633"/>
            <a:chExt cx="859646" cy="292841"/>
          </a:xfrm>
        </p:grpSpPr>
        <p:sp>
          <p:nvSpPr>
            <p:cNvPr id="901" name="Google Shape;901;p53"/>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53"/>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53"/>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4" name="Google Shape;904;p53"/>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53"/>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53"/>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53"/>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8" name="Google Shape;908;p53"/>
          <p:cNvGrpSpPr/>
          <p:nvPr/>
        </p:nvGrpSpPr>
        <p:grpSpPr>
          <a:xfrm>
            <a:off x="7103403" y="2550562"/>
            <a:ext cx="166473" cy="141497"/>
            <a:chOff x="4660325" y="1866850"/>
            <a:chExt cx="68350" cy="58100"/>
          </a:xfrm>
        </p:grpSpPr>
        <p:sp>
          <p:nvSpPr>
            <p:cNvPr id="909" name="Google Shape;909;p53"/>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53"/>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 name="Google Shape;911;p53"/>
          <p:cNvGrpSpPr/>
          <p:nvPr/>
        </p:nvGrpSpPr>
        <p:grpSpPr>
          <a:xfrm>
            <a:off x="7412747" y="2576286"/>
            <a:ext cx="162515" cy="90049"/>
            <a:chOff x="4791775" y="1877500"/>
            <a:chExt cx="66725" cy="36975"/>
          </a:xfrm>
        </p:grpSpPr>
        <p:sp>
          <p:nvSpPr>
            <p:cNvPr id="912" name="Google Shape;912;p53"/>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53"/>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 name="Google Shape;914;p53"/>
          <p:cNvGrpSpPr/>
          <p:nvPr/>
        </p:nvGrpSpPr>
        <p:grpSpPr>
          <a:xfrm>
            <a:off x="7734460" y="2576286"/>
            <a:ext cx="144979" cy="90049"/>
            <a:chOff x="4923925" y="1877500"/>
            <a:chExt cx="59525" cy="36975"/>
          </a:xfrm>
        </p:grpSpPr>
        <p:sp>
          <p:nvSpPr>
            <p:cNvPr id="915" name="Google Shape;915;p53"/>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53"/>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 name="Google Shape;917;p53"/>
          <p:cNvGrpSpPr/>
          <p:nvPr/>
        </p:nvGrpSpPr>
        <p:grpSpPr>
          <a:xfrm>
            <a:off x="8028952" y="2558477"/>
            <a:ext cx="141447" cy="125667"/>
            <a:chOff x="5058450" y="1870100"/>
            <a:chExt cx="58075" cy="51600"/>
          </a:xfrm>
        </p:grpSpPr>
        <p:sp>
          <p:nvSpPr>
            <p:cNvPr id="918" name="Google Shape;918;p53"/>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53"/>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 name="Google Shape;920;p53"/>
          <p:cNvGrpSpPr/>
          <p:nvPr/>
        </p:nvGrpSpPr>
        <p:grpSpPr>
          <a:xfrm>
            <a:off x="7443466" y="2980885"/>
            <a:ext cx="101077" cy="107645"/>
            <a:chOff x="4811425" y="2065025"/>
            <a:chExt cx="41500" cy="44200"/>
          </a:xfrm>
        </p:grpSpPr>
        <p:sp>
          <p:nvSpPr>
            <p:cNvPr id="921" name="Google Shape;921;p53"/>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53"/>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 name="Google Shape;923;p53"/>
          <p:cNvGrpSpPr/>
          <p:nvPr/>
        </p:nvGrpSpPr>
        <p:grpSpPr>
          <a:xfrm>
            <a:off x="7735904" y="2981098"/>
            <a:ext cx="120867" cy="107218"/>
            <a:chOff x="4929875" y="2065025"/>
            <a:chExt cx="49625" cy="44025"/>
          </a:xfrm>
        </p:grpSpPr>
        <p:sp>
          <p:nvSpPr>
            <p:cNvPr id="924" name="Google Shape;924;p53"/>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53"/>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 name="Google Shape;926;p53"/>
          <p:cNvGrpSpPr/>
          <p:nvPr/>
        </p:nvGrpSpPr>
        <p:grpSpPr>
          <a:xfrm>
            <a:off x="8064572" y="2984112"/>
            <a:ext cx="70206" cy="101191"/>
            <a:chOff x="5083925" y="2066350"/>
            <a:chExt cx="28825" cy="41550"/>
          </a:xfrm>
        </p:grpSpPr>
        <p:sp>
          <p:nvSpPr>
            <p:cNvPr id="927" name="Google Shape;927;p53"/>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53"/>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 name="Google Shape;929;p53"/>
          <p:cNvGrpSpPr/>
          <p:nvPr/>
        </p:nvGrpSpPr>
        <p:grpSpPr>
          <a:xfrm>
            <a:off x="7096126" y="2999759"/>
            <a:ext cx="181026" cy="69896"/>
            <a:chOff x="4659775" y="2072775"/>
            <a:chExt cx="74325" cy="28700"/>
          </a:xfrm>
        </p:grpSpPr>
        <p:sp>
          <p:nvSpPr>
            <p:cNvPr id="930" name="Google Shape;930;p53"/>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53"/>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53"/>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 name="Google Shape;933;p53"/>
          <p:cNvGrpSpPr/>
          <p:nvPr/>
        </p:nvGrpSpPr>
        <p:grpSpPr>
          <a:xfrm>
            <a:off x="8015982" y="2790324"/>
            <a:ext cx="167387" cy="89197"/>
            <a:chOff x="4662475" y="1976500"/>
            <a:chExt cx="68725" cy="36625"/>
          </a:xfrm>
        </p:grpSpPr>
        <p:sp>
          <p:nvSpPr>
            <p:cNvPr id="934" name="Google Shape;934;p53"/>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53"/>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53"/>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 name="Google Shape;937;p53"/>
          <p:cNvGrpSpPr/>
          <p:nvPr/>
        </p:nvGrpSpPr>
        <p:grpSpPr>
          <a:xfrm>
            <a:off x="7712887" y="2793764"/>
            <a:ext cx="166899" cy="82317"/>
            <a:chOff x="4920150" y="1977875"/>
            <a:chExt cx="68525" cy="33800"/>
          </a:xfrm>
        </p:grpSpPr>
        <p:sp>
          <p:nvSpPr>
            <p:cNvPr id="938" name="Google Shape;938;p53"/>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53"/>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53"/>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 name="Google Shape;941;p53"/>
          <p:cNvGrpSpPr/>
          <p:nvPr/>
        </p:nvGrpSpPr>
        <p:grpSpPr>
          <a:xfrm>
            <a:off x="7124044" y="3197682"/>
            <a:ext cx="125190" cy="127859"/>
            <a:chOff x="4676550" y="2160575"/>
            <a:chExt cx="51400" cy="52500"/>
          </a:xfrm>
        </p:grpSpPr>
        <p:sp>
          <p:nvSpPr>
            <p:cNvPr id="942" name="Google Shape;942;p53"/>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53"/>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53"/>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 name="Google Shape;945;p53"/>
          <p:cNvGrpSpPr/>
          <p:nvPr/>
        </p:nvGrpSpPr>
        <p:grpSpPr>
          <a:xfrm>
            <a:off x="7421302" y="3204714"/>
            <a:ext cx="145405" cy="113794"/>
            <a:chOff x="4768325" y="2163475"/>
            <a:chExt cx="59700" cy="46725"/>
          </a:xfrm>
        </p:grpSpPr>
        <p:sp>
          <p:nvSpPr>
            <p:cNvPr id="946" name="Google Shape;946;p53"/>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53"/>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8" name="Google Shape;948;p53"/>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53"/>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53"/>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53"/>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53"/>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53"/>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4" name="Google Shape;954;p53"/>
          <p:cNvGrpSpPr/>
          <p:nvPr/>
        </p:nvGrpSpPr>
        <p:grpSpPr>
          <a:xfrm>
            <a:off x="7437621" y="3459808"/>
            <a:ext cx="112768" cy="106853"/>
            <a:chOff x="4768575" y="2253950"/>
            <a:chExt cx="46300" cy="43875"/>
          </a:xfrm>
        </p:grpSpPr>
        <p:sp>
          <p:nvSpPr>
            <p:cNvPr id="955" name="Google Shape;955;p53"/>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53"/>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 name="Google Shape;957;p53"/>
          <p:cNvGrpSpPr/>
          <p:nvPr/>
        </p:nvGrpSpPr>
        <p:grpSpPr>
          <a:xfrm>
            <a:off x="7737243" y="3948834"/>
            <a:ext cx="118187" cy="146246"/>
            <a:chOff x="4960900" y="2433225"/>
            <a:chExt cx="48525" cy="60050"/>
          </a:xfrm>
        </p:grpSpPr>
        <p:sp>
          <p:nvSpPr>
            <p:cNvPr id="958" name="Google Shape;958;p53"/>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53"/>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 name="Google Shape;960;p53"/>
          <p:cNvGrpSpPr/>
          <p:nvPr/>
        </p:nvGrpSpPr>
        <p:grpSpPr>
          <a:xfrm>
            <a:off x="7425808" y="4212895"/>
            <a:ext cx="136394" cy="143810"/>
            <a:chOff x="4854075" y="2527625"/>
            <a:chExt cx="56000" cy="59050"/>
          </a:xfrm>
        </p:grpSpPr>
        <p:sp>
          <p:nvSpPr>
            <p:cNvPr id="961" name="Google Shape;961;p53"/>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53"/>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3" name="Google Shape;963;p53"/>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53"/>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53"/>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6" name="Google Shape;966;p53"/>
          <p:cNvGrpSpPr/>
          <p:nvPr/>
        </p:nvGrpSpPr>
        <p:grpSpPr>
          <a:xfrm>
            <a:off x="8050020" y="3676639"/>
            <a:ext cx="99312" cy="160797"/>
            <a:chOff x="5059700" y="2334775"/>
            <a:chExt cx="40775" cy="66025"/>
          </a:xfrm>
        </p:grpSpPr>
        <p:sp>
          <p:nvSpPr>
            <p:cNvPr id="967" name="Google Shape;967;p53"/>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53"/>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53"/>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53"/>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53"/>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53"/>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53"/>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53"/>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53"/>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 name="Google Shape;976;p53"/>
          <p:cNvGrpSpPr/>
          <p:nvPr/>
        </p:nvGrpSpPr>
        <p:grpSpPr>
          <a:xfrm>
            <a:off x="8007184" y="3941771"/>
            <a:ext cx="184984" cy="160371"/>
            <a:chOff x="5037700" y="2430325"/>
            <a:chExt cx="75950" cy="65850"/>
          </a:xfrm>
        </p:grpSpPr>
        <p:sp>
          <p:nvSpPr>
            <p:cNvPr id="977" name="Google Shape;977;p53"/>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53"/>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 name="Google Shape;979;p53"/>
          <p:cNvGrpSpPr/>
          <p:nvPr/>
        </p:nvGrpSpPr>
        <p:grpSpPr>
          <a:xfrm>
            <a:off x="7426689" y="3708223"/>
            <a:ext cx="173014" cy="97629"/>
            <a:chOff x="4756975" y="2341800"/>
            <a:chExt cx="91975" cy="51925"/>
          </a:xfrm>
        </p:grpSpPr>
        <p:sp>
          <p:nvSpPr>
            <p:cNvPr id="980" name="Google Shape;980;p53"/>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53"/>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53"/>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53"/>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53"/>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53"/>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53"/>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53"/>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53"/>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53"/>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53"/>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53"/>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53"/>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53"/>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53"/>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53"/>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53"/>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53"/>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53"/>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53"/>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 name="Google Shape;1000;p53"/>
          <p:cNvGrpSpPr/>
          <p:nvPr/>
        </p:nvGrpSpPr>
        <p:grpSpPr>
          <a:xfrm>
            <a:off x="7693626" y="4196920"/>
            <a:ext cx="212497" cy="175761"/>
            <a:chOff x="4943575" y="2516350"/>
            <a:chExt cx="98675" cy="81700"/>
          </a:xfrm>
        </p:grpSpPr>
        <p:sp>
          <p:nvSpPr>
            <p:cNvPr id="1001" name="Google Shape;1001;p53"/>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53"/>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53"/>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53"/>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53"/>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53"/>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53"/>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53"/>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53"/>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53"/>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53"/>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53"/>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53"/>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53"/>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53"/>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53"/>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53"/>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53"/>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53"/>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53"/>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53"/>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53"/>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53"/>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53"/>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53"/>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53"/>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53"/>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53"/>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53"/>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53"/>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53"/>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53"/>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53"/>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53"/>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53"/>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53"/>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53"/>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53"/>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53"/>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53"/>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53"/>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53"/>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53"/>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53"/>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53"/>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53"/>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53"/>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53"/>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53"/>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53"/>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53"/>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53"/>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53"/>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53"/>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53"/>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53"/>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53"/>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53"/>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53"/>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53"/>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53"/>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53"/>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53"/>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53"/>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53"/>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53"/>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53"/>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53"/>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53"/>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53"/>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53"/>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53"/>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53"/>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53"/>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53"/>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53"/>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53"/>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53"/>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9" name="Google Shape;1079;p53"/>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53"/>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53"/>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53"/>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53"/>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7" name="Shape 1087"/>
        <p:cNvGrpSpPr/>
        <p:nvPr/>
      </p:nvGrpSpPr>
      <p:grpSpPr>
        <a:xfrm>
          <a:off x="0" y="0"/>
          <a:ext cx="0" cy="0"/>
          <a:chOff x="0" y="0"/>
          <a:chExt cx="0" cy="0"/>
        </a:xfrm>
      </p:grpSpPr>
      <p:grpSp>
        <p:nvGrpSpPr>
          <p:cNvPr id="1088" name="Google Shape;1088;p54"/>
          <p:cNvGrpSpPr/>
          <p:nvPr/>
        </p:nvGrpSpPr>
        <p:grpSpPr>
          <a:xfrm>
            <a:off x="6681268" y="3584496"/>
            <a:ext cx="560636" cy="516497"/>
            <a:chOff x="6652051" y="3714143"/>
            <a:chExt cx="560636" cy="516497"/>
          </a:xfrm>
        </p:grpSpPr>
        <p:grpSp>
          <p:nvGrpSpPr>
            <p:cNvPr id="1089" name="Google Shape;1089;p54"/>
            <p:cNvGrpSpPr/>
            <p:nvPr/>
          </p:nvGrpSpPr>
          <p:grpSpPr>
            <a:xfrm>
              <a:off x="6669657" y="3716715"/>
              <a:ext cx="466768" cy="464314"/>
              <a:chOff x="3139766" y="765669"/>
              <a:chExt cx="886380" cy="881888"/>
            </a:xfrm>
          </p:grpSpPr>
          <p:grpSp>
            <p:nvGrpSpPr>
              <p:cNvPr id="1090" name="Google Shape;1090;p54"/>
              <p:cNvGrpSpPr/>
              <p:nvPr/>
            </p:nvGrpSpPr>
            <p:grpSpPr>
              <a:xfrm>
                <a:off x="3139766" y="765669"/>
                <a:ext cx="886380" cy="881888"/>
                <a:chOff x="3139766" y="765669"/>
                <a:chExt cx="886380" cy="881888"/>
              </a:xfrm>
            </p:grpSpPr>
            <p:sp>
              <p:nvSpPr>
                <p:cNvPr id="1091" name="Google Shape;1091;p54"/>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54"/>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54"/>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54"/>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54"/>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54"/>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54"/>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54"/>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54"/>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0" name="Google Shape;1100;p54"/>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54"/>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54"/>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54"/>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4" name="Google Shape;1104;p54"/>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 name="Google Shape;1105;p54"/>
          <p:cNvGrpSpPr/>
          <p:nvPr/>
        </p:nvGrpSpPr>
        <p:grpSpPr>
          <a:xfrm>
            <a:off x="7679978" y="3065079"/>
            <a:ext cx="104231" cy="320340"/>
            <a:chOff x="7564426" y="3224343"/>
            <a:chExt cx="119985" cy="368801"/>
          </a:xfrm>
        </p:grpSpPr>
        <p:sp>
          <p:nvSpPr>
            <p:cNvPr id="1106" name="Google Shape;1106;p54"/>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54"/>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 name="Google Shape;1108;p54"/>
          <p:cNvGrpSpPr/>
          <p:nvPr/>
        </p:nvGrpSpPr>
        <p:grpSpPr>
          <a:xfrm>
            <a:off x="7379466" y="3059180"/>
            <a:ext cx="189489" cy="332132"/>
            <a:chOff x="8370831" y="3202002"/>
            <a:chExt cx="218129" cy="382376"/>
          </a:xfrm>
        </p:grpSpPr>
        <p:sp>
          <p:nvSpPr>
            <p:cNvPr id="1109" name="Google Shape;1109;p54"/>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54"/>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 name="Google Shape;1111;p54"/>
          <p:cNvGrpSpPr/>
          <p:nvPr/>
        </p:nvGrpSpPr>
        <p:grpSpPr>
          <a:xfrm>
            <a:off x="8102855" y="3470312"/>
            <a:ext cx="309429" cy="267000"/>
            <a:chOff x="6742064" y="3750480"/>
            <a:chExt cx="399315" cy="344560"/>
          </a:xfrm>
        </p:grpSpPr>
        <p:sp>
          <p:nvSpPr>
            <p:cNvPr id="1112" name="Google Shape;1112;p54"/>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54"/>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 name="Google Shape;1114;p54"/>
          <p:cNvGrpSpPr/>
          <p:nvPr/>
        </p:nvGrpSpPr>
        <p:grpSpPr>
          <a:xfrm>
            <a:off x="7641874" y="3821360"/>
            <a:ext cx="180437" cy="281608"/>
            <a:chOff x="7248525" y="3739696"/>
            <a:chExt cx="230531" cy="359790"/>
          </a:xfrm>
        </p:grpSpPr>
        <p:sp>
          <p:nvSpPr>
            <p:cNvPr id="1115" name="Google Shape;1115;p54"/>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54"/>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 name="Google Shape;1117;p54"/>
          <p:cNvGrpSpPr/>
          <p:nvPr/>
        </p:nvGrpSpPr>
        <p:grpSpPr>
          <a:xfrm>
            <a:off x="7887794" y="3464584"/>
            <a:ext cx="162896" cy="278710"/>
            <a:chOff x="7601242" y="3729267"/>
            <a:chExt cx="222566" cy="380803"/>
          </a:xfrm>
        </p:grpSpPr>
        <p:sp>
          <p:nvSpPr>
            <p:cNvPr id="1118" name="Google Shape;1118;p54"/>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54"/>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0" name="Google Shape;1120;p54"/>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1" name="Google Shape;1121;p54"/>
          <p:cNvGrpSpPr/>
          <p:nvPr/>
        </p:nvGrpSpPr>
        <p:grpSpPr>
          <a:xfrm>
            <a:off x="7377439" y="3465724"/>
            <a:ext cx="193543" cy="275990"/>
            <a:chOff x="8304647" y="3738687"/>
            <a:chExt cx="225076" cy="320956"/>
          </a:xfrm>
        </p:grpSpPr>
        <p:sp>
          <p:nvSpPr>
            <p:cNvPr id="1122" name="Google Shape;1122;p54"/>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54"/>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54"/>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 name="Google Shape;1125;p54"/>
          <p:cNvGrpSpPr/>
          <p:nvPr/>
        </p:nvGrpSpPr>
        <p:grpSpPr>
          <a:xfrm>
            <a:off x="7649932" y="3465724"/>
            <a:ext cx="178492" cy="275990"/>
            <a:chOff x="8615101" y="3738687"/>
            <a:chExt cx="207573" cy="320956"/>
          </a:xfrm>
        </p:grpSpPr>
        <p:sp>
          <p:nvSpPr>
            <p:cNvPr id="1126" name="Google Shape;1126;p54"/>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54"/>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54"/>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9" name="Google Shape;1129;p54"/>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0" name="Google Shape;1130;p54"/>
          <p:cNvGrpSpPr/>
          <p:nvPr/>
        </p:nvGrpSpPr>
        <p:grpSpPr>
          <a:xfrm>
            <a:off x="7875463" y="3868385"/>
            <a:ext cx="187557" cy="187557"/>
            <a:chOff x="8565775" y="671075"/>
            <a:chExt cx="441000" cy="441000"/>
          </a:xfrm>
        </p:grpSpPr>
        <p:sp>
          <p:nvSpPr>
            <p:cNvPr id="1131" name="Google Shape;1131;p54"/>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54"/>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3" name="Google Shape;1133;p54"/>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54"/>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5" name="Google Shape;1135;p54"/>
          <p:cNvGrpSpPr/>
          <p:nvPr/>
        </p:nvGrpSpPr>
        <p:grpSpPr>
          <a:xfrm>
            <a:off x="6029935" y="2940910"/>
            <a:ext cx="587865" cy="517731"/>
            <a:chOff x="6000718" y="3070557"/>
            <a:chExt cx="587865" cy="517731"/>
          </a:xfrm>
        </p:grpSpPr>
        <p:sp>
          <p:nvSpPr>
            <p:cNvPr id="1136" name="Google Shape;1136;p54"/>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54"/>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54"/>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54"/>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54"/>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54"/>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54"/>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54"/>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54"/>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54"/>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 name="Google Shape;1146;p54"/>
          <p:cNvGrpSpPr/>
          <p:nvPr/>
        </p:nvGrpSpPr>
        <p:grpSpPr>
          <a:xfrm>
            <a:off x="6044740" y="3584570"/>
            <a:ext cx="557665" cy="516387"/>
            <a:chOff x="6015523" y="3714217"/>
            <a:chExt cx="557665" cy="516387"/>
          </a:xfrm>
        </p:grpSpPr>
        <p:grpSp>
          <p:nvGrpSpPr>
            <p:cNvPr id="1147" name="Google Shape;1147;p54"/>
            <p:cNvGrpSpPr/>
            <p:nvPr/>
          </p:nvGrpSpPr>
          <p:grpSpPr>
            <a:xfrm>
              <a:off x="6036094" y="3716980"/>
              <a:ext cx="529822" cy="510480"/>
              <a:chOff x="3148311" y="-545634"/>
              <a:chExt cx="1006118" cy="969572"/>
            </a:xfrm>
          </p:grpSpPr>
          <p:sp>
            <p:nvSpPr>
              <p:cNvPr id="1148" name="Google Shape;1148;p54"/>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54"/>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54"/>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54"/>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54"/>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54"/>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54"/>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54"/>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54"/>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54"/>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8" name="Google Shape;1158;p54"/>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 name="Google Shape;1159;p54"/>
          <p:cNvGrpSpPr/>
          <p:nvPr/>
        </p:nvGrpSpPr>
        <p:grpSpPr>
          <a:xfrm>
            <a:off x="6673522" y="2943981"/>
            <a:ext cx="576302" cy="511871"/>
            <a:chOff x="6644304" y="3073628"/>
            <a:chExt cx="576302" cy="511871"/>
          </a:xfrm>
        </p:grpSpPr>
        <p:grpSp>
          <p:nvGrpSpPr>
            <p:cNvPr id="1160" name="Google Shape;1160;p54"/>
            <p:cNvGrpSpPr/>
            <p:nvPr/>
          </p:nvGrpSpPr>
          <p:grpSpPr>
            <a:xfrm>
              <a:off x="6712169" y="3073651"/>
              <a:ext cx="481611" cy="506713"/>
              <a:chOff x="1833536" y="-546641"/>
              <a:chExt cx="914567" cy="962419"/>
            </a:xfrm>
          </p:grpSpPr>
          <p:grpSp>
            <p:nvGrpSpPr>
              <p:cNvPr id="1161" name="Google Shape;1161;p54"/>
              <p:cNvGrpSpPr/>
              <p:nvPr/>
            </p:nvGrpSpPr>
            <p:grpSpPr>
              <a:xfrm>
                <a:off x="1833536" y="-524249"/>
                <a:ext cx="914567" cy="940027"/>
                <a:chOff x="1833536" y="-524249"/>
                <a:chExt cx="914567" cy="940027"/>
              </a:xfrm>
            </p:grpSpPr>
            <p:sp>
              <p:nvSpPr>
                <p:cNvPr id="1162" name="Google Shape;1162;p54"/>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54"/>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54"/>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54"/>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54"/>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7" name="Google Shape;1167;p54"/>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54"/>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54"/>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54"/>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1" name="Google Shape;1171;p54"/>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 name="Google Shape;1172;p54"/>
          <p:cNvGrpSpPr/>
          <p:nvPr/>
        </p:nvGrpSpPr>
        <p:grpSpPr>
          <a:xfrm>
            <a:off x="752796" y="2869970"/>
            <a:ext cx="2622876" cy="1333540"/>
            <a:chOff x="238125" y="1038125"/>
            <a:chExt cx="7146800" cy="3633625"/>
          </a:xfrm>
        </p:grpSpPr>
        <p:sp>
          <p:nvSpPr>
            <p:cNvPr id="1173" name="Google Shape;1173;p54"/>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54"/>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54"/>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54"/>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54"/>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54"/>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54"/>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54"/>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54"/>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54"/>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54"/>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54"/>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54"/>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54"/>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54"/>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54"/>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54"/>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54"/>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54"/>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54"/>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54"/>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54"/>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54"/>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54"/>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54"/>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54"/>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54"/>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54"/>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54"/>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54"/>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54"/>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54"/>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54"/>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54"/>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54"/>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54"/>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54"/>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54"/>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54"/>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54"/>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54"/>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54"/>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54"/>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54"/>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54"/>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54"/>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54"/>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54"/>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54"/>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54"/>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54"/>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54"/>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54"/>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54"/>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54"/>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54"/>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54"/>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54"/>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54"/>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54"/>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54"/>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54"/>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54"/>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54"/>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54"/>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54"/>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54"/>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54"/>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54"/>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54"/>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54"/>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54"/>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54"/>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54"/>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54"/>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54"/>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54"/>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54"/>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54"/>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54"/>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54"/>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54"/>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54"/>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54"/>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54"/>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54"/>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54"/>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54"/>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54"/>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54"/>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54"/>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54"/>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54"/>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54"/>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54"/>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54"/>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54"/>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54"/>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54"/>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54"/>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54"/>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54"/>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54"/>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54"/>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54"/>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54"/>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54"/>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54"/>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54"/>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54"/>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54"/>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54"/>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54"/>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54"/>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54"/>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54"/>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54"/>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54"/>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54"/>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54"/>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54"/>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54"/>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54"/>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54"/>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54"/>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54"/>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54"/>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54"/>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54"/>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54"/>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54"/>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54"/>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54"/>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54"/>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54"/>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54"/>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54"/>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54"/>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54"/>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54"/>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54"/>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54"/>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54"/>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54"/>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54"/>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54"/>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54"/>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54"/>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54"/>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54"/>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54"/>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54"/>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54"/>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54"/>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54"/>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54"/>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54"/>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54"/>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54"/>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54"/>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54"/>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54"/>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54"/>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54"/>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54"/>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54"/>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54"/>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54"/>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54"/>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54"/>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54"/>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54"/>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54"/>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54"/>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54"/>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54"/>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54"/>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54"/>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54"/>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54"/>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54"/>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54"/>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54"/>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54"/>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54"/>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54"/>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54"/>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54"/>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54"/>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54"/>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54"/>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54"/>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54"/>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54"/>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54"/>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54"/>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54"/>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54"/>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54"/>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54"/>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54"/>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54"/>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54"/>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54"/>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54"/>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54"/>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54"/>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54"/>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54"/>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4"/>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4"/>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4"/>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54"/>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54"/>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54"/>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54"/>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54"/>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54"/>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54"/>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54"/>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54"/>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54"/>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54"/>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54"/>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54"/>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54"/>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4"/>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54"/>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54"/>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54"/>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54"/>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54"/>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54"/>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54"/>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54"/>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54"/>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54"/>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54"/>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54"/>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54"/>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54"/>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54"/>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54"/>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54"/>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54"/>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54"/>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54"/>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54"/>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54"/>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54"/>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4"/>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54"/>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54"/>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4"/>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54"/>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54"/>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54"/>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54"/>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54"/>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54"/>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54"/>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54"/>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54"/>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4"/>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54"/>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54"/>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54"/>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54"/>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54"/>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54"/>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54"/>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54"/>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54"/>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54"/>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54"/>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4"/>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54"/>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54"/>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54"/>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54"/>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54"/>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54"/>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54"/>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54"/>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54"/>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54"/>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54"/>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54"/>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54"/>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54"/>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54"/>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4"/>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54"/>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54"/>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54"/>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54"/>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54"/>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54"/>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54"/>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54"/>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54"/>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54"/>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54"/>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54"/>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54"/>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54"/>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54"/>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54"/>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54"/>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54"/>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54"/>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54"/>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54"/>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54"/>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54"/>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54"/>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54"/>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54"/>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54"/>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54"/>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54"/>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54"/>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54"/>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54"/>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54"/>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54"/>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54"/>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54"/>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54"/>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54"/>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54"/>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54"/>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54"/>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54"/>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54"/>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54"/>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54"/>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54"/>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54"/>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54"/>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54"/>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54"/>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54"/>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54"/>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54"/>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54"/>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54"/>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54"/>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54"/>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54"/>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54"/>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54"/>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54"/>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54"/>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54"/>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54"/>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54"/>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54"/>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54"/>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54"/>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54"/>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54"/>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54"/>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54"/>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54"/>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54"/>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54"/>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54"/>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54"/>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54"/>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54"/>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54"/>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54"/>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54"/>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54"/>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54"/>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54"/>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54"/>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54"/>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54"/>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54"/>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54"/>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54"/>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54"/>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54"/>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54"/>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54"/>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54"/>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54"/>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54"/>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54"/>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54"/>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54"/>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54"/>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54"/>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54"/>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54"/>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54"/>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54"/>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54"/>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54"/>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4"/>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54"/>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54"/>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54"/>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54"/>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54"/>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54"/>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54"/>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54"/>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54"/>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54"/>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54"/>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54"/>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54"/>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54"/>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54"/>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54"/>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54"/>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54"/>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54"/>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54"/>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54"/>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54"/>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54"/>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54"/>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54"/>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54"/>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54"/>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54"/>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54"/>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54"/>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54"/>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54"/>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54"/>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54"/>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54"/>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54"/>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54"/>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54"/>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54"/>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54"/>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54"/>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54"/>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54"/>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54"/>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54"/>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54"/>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54"/>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54"/>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54"/>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54"/>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54"/>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54"/>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54"/>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54"/>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54"/>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54"/>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54"/>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54"/>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54"/>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54"/>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54"/>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54"/>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54"/>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54"/>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54"/>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54"/>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54"/>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54"/>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54"/>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54"/>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54"/>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54"/>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54"/>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54"/>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54"/>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54"/>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54"/>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54"/>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54"/>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54"/>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54"/>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54"/>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54"/>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54"/>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54"/>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54"/>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54"/>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4"/>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54"/>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54"/>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54"/>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54"/>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54"/>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4"/>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54"/>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54"/>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54"/>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4"/>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54"/>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54"/>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54"/>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54"/>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54"/>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54"/>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54"/>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54"/>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54"/>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54"/>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54"/>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54"/>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54"/>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54"/>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54"/>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54"/>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54"/>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54"/>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54"/>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54"/>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54"/>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54"/>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54"/>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54"/>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54"/>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54"/>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54"/>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54"/>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54"/>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54"/>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54"/>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4"/>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54"/>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54"/>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54"/>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4"/>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4"/>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54"/>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4"/>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4"/>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4"/>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4"/>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54"/>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54"/>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4"/>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4"/>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4"/>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4"/>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54"/>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4"/>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4"/>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4"/>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4"/>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4"/>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4"/>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54"/>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4"/>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4"/>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4"/>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54"/>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54"/>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4"/>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4"/>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4"/>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4"/>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4"/>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4"/>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4"/>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4"/>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4"/>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4"/>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4"/>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4"/>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54"/>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54"/>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4"/>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54"/>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4"/>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4"/>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4"/>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4"/>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4"/>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4"/>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4"/>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4"/>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4"/>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4"/>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4"/>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4"/>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4"/>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4"/>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4"/>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4"/>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4"/>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4"/>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4"/>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4"/>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4"/>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4"/>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4"/>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4"/>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4"/>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4"/>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4"/>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4"/>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4"/>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4"/>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4"/>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4"/>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4"/>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4"/>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4"/>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4"/>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4"/>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4"/>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4"/>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4"/>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4"/>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4"/>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4"/>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4"/>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4"/>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4"/>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4"/>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4"/>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4"/>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4"/>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4"/>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4"/>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4"/>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4"/>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4"/>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4"/>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4"/>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4"/>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54"/>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54"/>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54"/>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54"/>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4"/>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4"/>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54"/>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4"/>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4"/>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4"/>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54"/>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4"/>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54"/>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54"/>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54"/>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54"/>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54"/>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54"/>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54"/>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54"/>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4"/>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4"/>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4"/>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4"/>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4"/>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4"/>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54"/>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54"/>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4"/>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4"/>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54"/>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4"/>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4"/>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54"/>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4"/>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4"/>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4"/>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4"/>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4"/>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4"/>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4"/>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4"/>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4"/>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4"/>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54"/>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4"/>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4"/>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4"/>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54"/>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54"/>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4"/>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54"/>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54"/>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4"/>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4"/>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4"/>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4"/>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4"/>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4"/>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54"/>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54"/>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4"/>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4"/>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4"/>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4"/>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4"/>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4"/>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4"/>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4"/>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54"/>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4"/>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4"/>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4"/>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54"/>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4"/>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4"/>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4"/>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4"/>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4"/>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4"/>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4"/>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54"/>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4"/>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4"/>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4"/>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4"/>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4"/>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4"/>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4"/>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4"/>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4"/>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4"/>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54"/>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4"/>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54"/>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4"/>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4"/>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4"/>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4"/>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4"/>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4"/>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4"/>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4"/>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4"/>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4"/>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4"/>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4"/>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4"/>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4"/>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4"/>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4"/>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4"/>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4"/>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4"/>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4"/>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4"/>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4"/>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4"/>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4"/>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4"/>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4"/>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4"/>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4"/>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4"/>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4"/>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4"/>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4"/>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4"/>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4"/>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4"/>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4"/>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4"/>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4"/>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4"/>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4"/>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4"/>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4"/>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4"/>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4"/>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4"/>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4"/>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4"/>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4"/>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4"/>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4"/>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4"/>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4"/>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4"/>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4"/>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4"/>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4"/>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4"/>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4"/>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4"/>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4"/>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4"/>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4"/>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4"/>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4"/>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4"/>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4"/>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4"/>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4"/>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4"/>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4"/>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4"/>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4"/>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4"/>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4"/>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4"/>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4"/>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4"/>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4"/>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4"/>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4"/>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4"/>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4"/>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4"/>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4"/>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4"/>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4"/>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4"/>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4"/>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4"/>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4"/>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4"/>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4"/>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4"/>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4"/>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4"/>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4"/>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4"/>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4"/>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4"/>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4"/>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4"/>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4"/>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4"/>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4"/>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4"/>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4"/>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4"/>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4"/>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4"/>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4"/>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4"/>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4"/>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4"/>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4"/>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4"/>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4"/>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4"/>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4"/>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4"/>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4"/>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4"/>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4"/>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4"/>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4"/>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4"/>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4"/>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4"/>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4"/>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4"/>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4"/>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4"/>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4"/>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4"/>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4"/>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4"/>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4"/>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4"/>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4"/>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4"/>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4"/>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4"/>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4"/>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4"/>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4"/>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4"/>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4"/>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4"/>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4"/>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4"/>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4"/>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4"/>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4"/>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4"/>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4"/>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4"/>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4"/>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4"/>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4"/>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4"/>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4"/>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4"/>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4"/>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4"/>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4"/>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4"/>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4"/>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4"/>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4"/>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4"/>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4"/>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4"/>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4"/>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4"/>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4"/>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4"/>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4"/>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4"/>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4"/>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4"/>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4"/>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4"/>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4"/>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4"/>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4"/>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4"/>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4"/>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4"/>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4"/>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4"/>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4"/>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4"/>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4"/>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4"/>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4"/>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4"/>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4"/>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4"/>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4"/>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4"/>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4"/>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4"/>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4"/>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4"/>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4"/>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4"/>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4"/>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4"/>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4"/>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4"/>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4"/>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4"/>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4"/>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4"/>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4"/>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4"/>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4"/>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4"/>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4"/>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4"/>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4"/>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4"/>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4"/>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4"/>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4"/>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4"/>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4"/>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4"/>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4"/>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4"/>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4"/>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4"/>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4"/>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4"/>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4"/>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4"/>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4"/>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4"/>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4"/>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4"/>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4"/>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4"/>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4"/>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4"/>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4"/>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4"/>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4"/>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4"/>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4"/>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4"/>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4"/>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4"/>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4"/>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4"/>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4"/>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4"/>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4"/>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4"/>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4"/>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4"/>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4"/>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4"/>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4"/>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4"/>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4"/>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4"/>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4"/>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4"/>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4"/>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4"/>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4"/>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4"/>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4"/>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4"/>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4"/>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4"/>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4"/>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4"/>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4"/>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4"/>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4"/>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4"/>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4"/>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4"/>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4"/>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4"/>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4"/>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4"/>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4"/>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4"/>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4"/>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4"/>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4"/>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4"/>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4"/>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4"/>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4"/>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4"/>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4"/>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4"/>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4"/>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4"/>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4"/>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4"/>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4"/>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4"/>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4"/>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4"/>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4"/>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4"/>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4"/>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4"/>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4"/>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4"/>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4"/>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4"/>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4"/>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4"/>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4"/>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4"/>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4"/>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4"/>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4"/>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4"/>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4"/>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4"/>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4"/>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4"/>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4"/>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4"/>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4"/>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4"/>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4"/>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4"/>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4"/>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4"/>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4"/>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4"/>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4"/>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4"/>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4"/>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4"/>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4"/>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4"/>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4"/>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4"/>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4"/>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4"/>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4"/>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4"/>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4"/>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4"/>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4"/>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4"/>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4"/>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4"/>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4"/>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4"/>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4"/>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4"/>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4"/>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4"/>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4"/>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4"/>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4"/>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4"/>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4"/>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4"/>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4"/>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4"/>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4"/>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4"/>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4"/>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4"/>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4"/>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4"/>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4"/>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4"/>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4"/>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4"/>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4"/>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4"/>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4"/>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4"/>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4"/>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4"/>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4"/>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4"/>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4"/>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4"/>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4"/>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4"/>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4"/>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4"/>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4"/>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4"/>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4"/>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4"/>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4"/>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4"/>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4"/>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4"/>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4"/>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4"/>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4"/>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4"/>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4"/>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4"/>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4"/>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4"/>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4"/>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4"/>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4"/>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4"/>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4"/>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4"/>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4"/>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4"/>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4"/>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4"/>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4"/>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4"/>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4"/>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4"/>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4"/>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4"/>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4"/>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4"/>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4"/>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4"/>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4"/>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4"/>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4"/>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4"/>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4"/>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4"/>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4"/>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4"/>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4"/>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4"/>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4"/>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4"/>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4"/>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4"/>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4"/>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4"/>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4"/>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4"/>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4"/>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4"/>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4"/>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4"/>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4"/>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4"/>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4"/>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4"/>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4"/>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4"/>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4"/>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4"/>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4"/>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4"/>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4"/>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4"/>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4"/>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4"/>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4"/>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4"/>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4"/>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4"/>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4"/>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4"/>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4"/>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4"/>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4"/>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4"/>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4"/>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4"/>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4"/>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4"/>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4"/>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4"/>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4"/>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4"/>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4"/>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4"/>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4"/>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4"/>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4"/>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4"/>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4"/>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4"/>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4"/>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4"/>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4"/>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4"/>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4"/>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4"/>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4"/>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4"/>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4"/>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4"/>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4"/>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4"/>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4"/>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4"/>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4"/>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4"/>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4"/>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4"/>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4"/>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4"/>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4"/>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4"/>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4"/>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4"/>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4"/>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4"/>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4"/>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4"/>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4"/>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4"/>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4"/>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4"/>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4"/>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4"/>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4"/>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4"/>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4"/>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4"/>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4"/>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4"/>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4"/>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4"/>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4"/>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4"/>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4"/>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4"/>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4"/>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4"/>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4"/>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4"/>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4"/>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4"/>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4"/>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4"/>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4"/>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4"/>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4"/>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4"/>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4"/>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4"/>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4"/>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4"/>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4"/>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4"/>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4"/>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4"/>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4"/>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4"/>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4"/>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4"/>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4"/>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4"/>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4"/>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4"/>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4"/>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4"/>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4"/>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4"/>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4"/>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4"/>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4"/>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4"/>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4"/>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4"/>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4"/>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4"/>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4"/>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4"/>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4"/>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4"/>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4"/>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4"/>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4"/>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4"/>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4"/>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4"/>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4"/>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4"/>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4"/>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4"/>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4"/>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4"/>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4"/>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4"/>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4"/>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4"/>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4"/>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4"/>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4"/>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4"/>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4"/>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4"/>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4"/>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4"/>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4"/>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4"/>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4"/>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4"/>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4"/>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4"/>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4"/>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4"/>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4"/>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4"/>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4"/>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4"/>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4"/>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4"/>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4"/>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4"/>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4"/>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4"/>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4"/>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4"/>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4"/>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4"/>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4"/>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4"/>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4"/>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4"/>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4"/>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4"/>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4"/>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4"/>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4"/>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4"/>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4"/>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4"/>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4"/>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4"/>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4"/>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4"/>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4"/>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4"/>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4"/>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4"/>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4"/>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4"/>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4"/>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4"/>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4"/>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4"/>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4"/>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4"/>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4"/>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4"/>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4"/>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4"/>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4"/>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4"/>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4"/>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4"/>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4"/>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4"/>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4"/>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4"/>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4"/>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4"/>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4"/>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4"/>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4"/>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4"/>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4"/>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4"/>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4"/>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4"/>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4"/>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4"/>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4"/>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4"/>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4"/>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4"/>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4"/>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4"/>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4"/>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4"/>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4"/>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4"/>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4"/>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4"/>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4"/>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4"/>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4"/>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4"/>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4"/>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4"/>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4"/>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4"/>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4"/>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4"/>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4"/>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4"/>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4"/>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4"/>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4"/>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4"/>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4"/>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4"/>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4"/>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4"/>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4"/>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4"/>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4"/>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4"/>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4"/>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4"/>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4"/>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4"/>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4"/>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4"/>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4"/>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4"/>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4"/>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4"/>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4"/>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4"/>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4"/>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4"/>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4"/>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4"/>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4"/>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4"/>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4"/>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4"/>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4"/>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4"/>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4"/>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4"/>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4"/>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4"/>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4"/>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4"/>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4"/>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4"/>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4"/>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4"/>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4"/>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4"/>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4"/>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4"/>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4"/>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4"/>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4"/>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4"/>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4"/>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4"/>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4"/>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4"/>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4"/>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4"/>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4"/>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4"/>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4"/>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4"/>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4"/>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4"/>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4"/>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4"/>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4"/>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4"/>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4"/>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4"/>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4"/>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4"/>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4"/>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4"/>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4"/>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4"/>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4"/>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4"/>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4"/>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4"/>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4"/>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4"/>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4"/>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4"/>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4"/>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4"/>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4"/>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4"/>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4"/>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4"/>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4"/>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4"/>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4"/>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4"/>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4"/>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4"/>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4"/>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4"/>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4"/>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4"/>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4"/>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4"/>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4"/>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4"/>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4"/>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4"/>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4"/>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4"/>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4"/>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4"/>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4"/>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4"/>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4"/>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4"/>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4"/>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4"/>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4"/>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4"/>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4"/>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4"/>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4"/>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4"/>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4"/>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4"/>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4"/>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4"/>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4"/>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4"/>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4"/>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4"/>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4"/>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4"/>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4"/>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4"/>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4"/>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4"/>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4"/>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4"/>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4"/>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5" name="Google Shape;2745;p54"/>
          <p:cNvGrpSpPr/>
          <p:nvPr/>
        </p:nvGrpSpPr>
        <p:grpSpPr>
          <a:xfrm>
            <a:off x="5938558" y="1033351"/>
            <a:ext cx="2435960" cy="1297725"/>
            <a:chOff x="233350" y="949250"/>
            <a:chExt cx="7137300" cy="3802300"/>
          </a:xfrm>
        </p:grpSpPr>
        <p:sp>
          <p:nvSpPr>
            <p:cNvPr id="2746" name="Google Shape;2746;p54"/>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4"/>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4"/>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4"/>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4"/>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4"/>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4"/>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4"/>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4"/>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4"/>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4"/>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4"/>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4"/>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4"/>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4"/>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4"/>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4"/>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4"/>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4"/>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4"/>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4"/>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4"/>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4"/>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4"/>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4"/>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4"/>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4"/>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4"/>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4"/>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4"/>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4"/>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4"/>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4"/>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4"/>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4"/>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4"/>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4"/>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4"/>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4"/>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4"/>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4"/>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4"/>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4"/>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4"/>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4"/>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4"/>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4"/>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4"/>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4"/>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4"/>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4"/>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7" name="Google Shape;2797;p54"/>
          <p:cNvGrpSpPr/>
          <p:nvPr/>
        </p:nvGrpSpPr>
        <p:grpSpPr>
          <a:xfrm>
            <a:off x="731715" y="995041"/>
            <a:ext cx="2665073" cy="1317140"/>
            <a:chOff x="793334" y="1192826"/>
            <a:chExt cx="2665073" cy="1317140"/>
          </a:xfrm>
        </p:grpSpPr>
        <p:sp>
          <p:nvSpPr>
            <p:cNvPr id="2798" name="Google Shape;2798;p54"/>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4"/>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4"/>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4"/>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4"/>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4"/>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4"/>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4"/>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4"/>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4"/>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4"/>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4"/>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4"/>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4"/>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4"/>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4"/>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4"/>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4"/>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4"/>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4"/>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4"/>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4"/>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4"/>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4"/>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4"/>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4"/>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4"/>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4"/>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4"/>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4"/>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4"/>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4"/>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4"/>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4"/>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4"/>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4"/>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4"/>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4"/>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4"/>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4"/>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4"/>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4"/>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4"/>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4"/>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4"/>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4"/>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4"/>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4"/>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4"/>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4"/>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4"/>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4"/>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4"/>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4"/>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4"/>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4"/>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4"/>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4"/>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4"/>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4"/>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4"/>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4"/>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4"/>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4"/>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4"/>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4"/>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4"/>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4"/>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4"/>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4"/>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4"/>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4"/>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4"/>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4"/>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4"/>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4"/>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4"/>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4"/>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4"/>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4"/>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4"/>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4"/>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4"/>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4"/>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4"/>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4"/>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4"/>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4"/>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4"/>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4"/>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4"/>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4"/>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4"/>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4"/>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4"/>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4"/>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4"/>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4"/>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4"/>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4"/>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4"/>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4"/>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4"/>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4"/>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4"/>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4"/>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4"/>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4"/>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4"/>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4"/>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4"/>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4"/>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4"/>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4"/>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4"/>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4"/>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4"/>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4"/>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4"/>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4"/>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4"/>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4"/>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4"/>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4"/>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4"/>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4"/>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4"/>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4"/>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4"/>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4"/>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4"/>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4"/>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4"/>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4"/>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4"/>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4"/>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4"/>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4"/>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4"/>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4"/>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4"/>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4"/>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4"/>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4"/>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4"/>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4"/>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4"/>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4"/>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4"/>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4"/>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4"/>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4"/>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4"/>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4"/>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4"/>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4"/>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4"/>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4"/>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4"/>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4"/>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4"/>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4"/>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4"/>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4"/>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4"/>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4"/>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4"/>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4"/>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4"/>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4"/>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4"/>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4"/>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4"/>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4"/>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4"/>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4"/>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4"/>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4"/>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4"/>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4"/>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4"/>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4"/>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4"/>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4"/>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4"/>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4"/>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4"/>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4"/>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4"/>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4"/>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4"/>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4"/>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4"/>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4"/>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4"/>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4"/>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4"/>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4"/>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4"/>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4"/>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4"/>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4"/>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4"/>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4"/>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4"/>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4"/>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4"/>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4"/>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4"/>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4"/>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4"/>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4"/>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4"/>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4"/>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4"/>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4"/>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4"/>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4"/>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4"/>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4"/>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4"/>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4"/>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4"/>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4"/>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4"/>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4"/>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4"/>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4"/>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4"/>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4"/>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4"/>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4"/>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4"/>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4"/>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4"/>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4"/>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4"/>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4"/>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4"/>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4"/>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4"/>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4"/>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4"/>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4"/>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4"/>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4"/>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4"/>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4"/>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4"/>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4"/>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4"/>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4"/>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4"/>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4"/>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4"/>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4"/>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4"/>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4"/>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4"/>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4"/>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4"/>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4"/>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4"/>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4"/>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4"/>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4"/>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4"/>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4"/>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4"/>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4"/>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4"/>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4"/>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4"/>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4"/>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4"/>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4"/>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4"/>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4"/>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4"/>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4"/>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4"/>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4"/>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4"/>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4"/>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4"/>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4"/>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4"/>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4"/>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4"/>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4"/>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4"/>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4"/>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4"/>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4"/>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4"/>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4"/>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4"/>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4"/>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4"/>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4"/>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4"/>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4"/>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4"/>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4"/>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4"/>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4"/>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4"/>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4"/>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4"/>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4"/>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4"/>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4"/>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4"/>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4"/>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4"/>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4"/>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4"/>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4"/>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4"/>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4"/>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4"/>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4"/>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4"/>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4"/>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4"/>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4"/>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4"/>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4"/>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4"/>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4"/>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4"/>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4"/>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4"/>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4"/>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4"/>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4"/>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4"/>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4"/>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4"/>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4"/>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4"/>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4"/>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4"/>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4"/>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4"/>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4"/>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4"/>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4"/>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4"/>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4"/>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4"/>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4"/>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4"/>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4"/>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4"/>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4"/>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4"/>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4"/>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4"/>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4"/>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4"/>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4"/>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4"/>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4"/>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4"/>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4"/>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4"/>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4"/>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4"/>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4"/>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4"/>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4"/>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4"/>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4"/>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4"/>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4"/>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4"/>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4"/>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4"/>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4"/>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4"/>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4"/>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4"/>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4"/>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4"/>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4"/>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4"/>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4"/>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4"/>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4"/>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4"/>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4"/>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4"/>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4"/>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4"/>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4"/>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4"/>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4"/>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4"/>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4"/>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4"/>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4"/>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4"/>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4"/>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4"/>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4"/>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4"/>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4"/>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4"/>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4"/>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4"/>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4"/>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4"/>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4"/>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4"/>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4"/>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4"/>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4"/>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4"/>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4"/>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4"/>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4"/>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4"/>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4"/>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4"/>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4"/>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4"/>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4"/>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4"/>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4"/>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4"/>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4"/>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4"/>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4"/>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4"/>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4"/>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4"/>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4"/>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4"/>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4"/>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4"/>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4"/>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4"/>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4"/>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4"/>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4"/>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4"/>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4"/>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4"/>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4"/>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4"/>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4"/>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4"/>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4"/>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4"/>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4"/>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4"/>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4"/>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4"/>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4"/>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4"/>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4"/>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4"/>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4"/>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4"/>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4"/>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4"/>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4"/>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4"/>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4"/>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4"/>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4"/>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4"/>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4"/>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4"/>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4"/>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4"/>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4"/>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4"/>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4"/>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4"/>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4"/>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4"/>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4"/>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4"/>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4"/>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4"/>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4"/>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4"/>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4"/>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4"/>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4"/>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4"/>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4"/>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4"/>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4"/>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4"/>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4"/>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4"/>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4"/>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4"/>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4"/>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4"/>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4"/>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4"/>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4"/>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4"/>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4"/>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4"/>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4"/>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4"/>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4"/>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4"/>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4"/>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4"/>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4"/>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4"/>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4"/>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4"/>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4"/>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4"/>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4"/>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4"/>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4"/>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4"/>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4"/>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4"/>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4"/>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4"/>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4"/>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4"/>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4"/>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4"/>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4"/>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4"/>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4"/>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4"/>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4"/>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4"/>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4"/>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4"/>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4"/>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4"/>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4"/>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4"/>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4"/>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4"/>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4"/>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4"/>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4"/>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4"/>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4"/>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4"/>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4"/>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4"/>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4"/>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4"/>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4"/>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4"/>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4"/>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4"/>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4"/>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4"/>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4"/>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4"/>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4"/>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4"/>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4"/>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4"/>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4"/>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4"/>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4"/>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4"/>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4"/>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4"/>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4"/>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4"/>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4"/>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4"/>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4"/>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4"/>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4"/>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4"/>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4"/>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4"/>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4"/>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4"/>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4"/>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4"/>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4"/>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4"/>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4"/>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4"/>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4"/>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4"/>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4"/>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4"/>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4"/>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4"/>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4"/>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4"/>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4"/>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4"/>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4"/>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4"/>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4"/>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4"/>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4"/>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4"/>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4"/>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4"/>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4"/>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4"/>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4"/>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4"/>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4"/>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4"/>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4"/>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4"/>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4"/>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4"/>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4"/>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4"/>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4"/>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4"/>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4"/>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4"/>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4"/>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4"/>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4"/>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4"/>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4"/>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4"/>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4"/>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4"/>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4"/>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4"/>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4"/>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4"/>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4"/>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4"/>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4"/>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4"/>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4"/>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4"/>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4"/>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4"/>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4"/>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4"/>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4"/>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4"/>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4"/>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4"/>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4"/>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4"/>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4"/>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4"/>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4"/>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4"/>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4"/>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4"/>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4"/>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4"/>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4"/>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4"/>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4"/>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4"/>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4"/>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4"/>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4"/>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4"/>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4"/>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4"/>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4"/>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4"/>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4"/>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4"/>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4"/>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4"/>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4"/>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4"/>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4"/>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4"/>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4"/>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4"/>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4"/>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4"/>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4"/>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4"/>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4"/>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4"/>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4"/>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4"/>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4"/>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4"/>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4"/>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4"/>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4"/>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4"/>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4"/>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4"/>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4"/>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4"/>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4"/>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4"/>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4"/>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4"/>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4"/>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4"/>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4"/>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4"/>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4"/>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4"/>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4"/>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4"/>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4"/>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4"/>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4"/>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4"/>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4"/>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4"/>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4"/>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4"/>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4"/>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4"/>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4"/>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4"/>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4"/>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4"/>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4"/>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4"/>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4"/>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4"/>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4"/>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4"/>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4"/>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4"/>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4"/>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4"/>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4"/>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4"/>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4"/>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4"/>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4"/>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4"/>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4"/>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4"/>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4"/>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4"/>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4"/>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4"/>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4"/>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4"/>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4"/>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4"/>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4"/>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4"/>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4"/>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4"/>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4"/>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4"/>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4"/>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4"/>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4"/>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4"/>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4"/>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4"/>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4"/>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4"/>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4"/>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4"/>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4"/>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4"/>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4"/>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4"/>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4"/>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4"/>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4"/>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4"/>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4"/>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4"/>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4"/>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4"/>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4"/>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4"/>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4"/>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4"/>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4"/>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4"/>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4"/>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4"/>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4"/>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4"/>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4"/>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4"/>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4"/>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4"/>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4"/>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4"/>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4"/>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4"/>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4"/>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4"/>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4"/>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4"/>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4"/>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4"/>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4"/>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4"/>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4"/>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4"/>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4"/>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4"/>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4"/>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4"/>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4"/>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4"/>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4"/>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4"/>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4"/>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4"/>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4"/>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4"/>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4"/>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4"/>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4"/>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4"/>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4"/>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4"/>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4"/>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4"/>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4"/>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4"/>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4"/>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4"/>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4"/>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4"/>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4"/>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4"/>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4"/>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4"/>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4"/>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4"/>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4"/>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4"/>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4"/>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4"/>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4"/>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4"/>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4"/>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4"/>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4"/>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4"/>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4"/>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4"/>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4"/>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4"/>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4"/>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4"/>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4"/>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4"/>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4"/>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4"/>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4"/>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4"/>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4"/>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4"/>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4"/>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4"/>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4"/>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4"/>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4"/>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4"/>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4"/>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4"/>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4"/>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4"/>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4"/>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4"/>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4"/>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4"/>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4"/>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4"/>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4"/>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4"/>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4"/>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4"/>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4"/>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4"/>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4"/>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4"/>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4"/>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4"/>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4"/>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4"/>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4"/>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4"/>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4"/>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4"/>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4"/>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4"/>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4"/>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4"/>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4"/>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4"/>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4"/>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4"/>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4"/>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4"/>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4"/>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4"/>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4"/>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4"/>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4"/>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4"/>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4"/>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4"/>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4"/>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4"/>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4"/>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4"/>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4"/>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4"/>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4"/>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4"/>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4"/>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4"/>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4"/>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4"/>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4"/>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4"/>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4"/>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4"/>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4"/>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4"/>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4"/>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4"/>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4"/>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4"/>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4"/>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4"/>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4"/>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4"/>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4"/>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4"/>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4"/>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4"/>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4"/>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4"/>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4"/>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4"/>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4"/>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4"/>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4"/>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4"/>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4"/>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4"/>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4"/>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4"/>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4"/>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4"/>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4"/>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4"/>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4"/>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4"/>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4"/>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4"/>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4"/>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4"/>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4"/>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4"/>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4"/>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4"/>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4"/>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4"/>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4"/>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4"/>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4"/>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4"/>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4"/>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4"/>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4"/>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4"/>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4"/>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4"/>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4"/>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4"/>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4"/>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4"/>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4"/>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4"/>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4"/>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4"/>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4"/>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4"/>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4"/>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4"/>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4"/>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4"/>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4"/>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4"/>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4"/>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4"/>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4"/>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4"/>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4"/>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4"/>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4"/>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4"/>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4"/>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4"/>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4"/>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4"/>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4"/>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4"/>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4"/>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4"/>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4"/>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4"/>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4"/>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4"/>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4"/>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4"/>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4"/>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4"/>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4"/>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4"/>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4"/>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4"/>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4"/>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4"/>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4"/>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4"/>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4"/>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4"/>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4"/>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4"/>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4"/>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4"/>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4"/>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4"/>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4"/>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4"/>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4"/>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4"/>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4"/>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4"/>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4"/>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4"/>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4"/>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4"/>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4"/>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4"/>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4"/>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4"/>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4"/>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4"/>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4"/>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4"/>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4"/>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4"/>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4"/>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4"/>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4"/>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4"/>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4"/>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4"/>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4"/>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4"/>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4"/>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4"/>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4"/>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4"/>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4"/>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4"/>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4"/>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4"/>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4"/>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4"/>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4"/>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4"/>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4"/>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4"/>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4"/>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4"/>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4"/>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4"/>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4"/>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4"/>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4"/>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4"/>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4"/>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4"/>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4"/>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4"/>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4"/>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4"/>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4"/>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4"/>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4"/>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4"/>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4"/>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4"/>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4"/>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4"/>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4"/>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4"/>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4"/>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4"/>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4"/>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4"/>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4"/>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4"/>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4"/>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4"/>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4"/>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4"/>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4"/>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4"/>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4"/>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4"/>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4"/>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4"/>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4"/>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4"/>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4"/>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4"/>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4"/>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4"/>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4"/>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4"/>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4"/>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4"/>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4"/>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4"/>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4"/>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4"/>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4"/>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4"/>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4"/>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4"/>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4"/>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4"/>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4"/>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4"/>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4"/>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4"/>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4"/>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4"/>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4"/>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4"/>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4"/>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4"/>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4"/>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4"/>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4"/>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4"/>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4"/>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4"/>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4"/>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4"/>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4"/>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4"/>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4"/>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4"/>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4"/>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4"/>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4"/>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4"/>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4"/>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4"/>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4"/>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4"/>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4"/>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4"/>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4"/>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4"/>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4"/>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4"/>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4"/>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4"/>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4"/>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4"/>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4"/>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4"/>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4"/>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4"/>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4"/>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4"/>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4"/>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4"/>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4"/>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4"/>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4"/>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4"/>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4"/>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4"/>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4"/>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4"/>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4"/>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4"/>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4"/>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4"/>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4"/>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4"/>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4"/>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4"/>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4"/>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4"/>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4"/>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4"/>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4"/>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4"/>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4"/>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4"/>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4"/>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4"/>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4"/>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4"/>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4"/>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4"/>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4"/>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4"/>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4"/>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4"/>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4"/>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4"/>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4"/>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4"/>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4"/>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4"/>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4"/>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4"/>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4"/>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4"/>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4"/>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4"/>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4"/>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4"/>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4"/>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4"/>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4"/>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4"/>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4"/>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4"/>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4"/>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4"/>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4"/>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4"/>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4"/>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4"/>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4"/>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4"/>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4"/>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4"/>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4"/>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4"/>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4"/>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4"/>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4"/>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4"/>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4"/>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4"/>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4"/>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4"/>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4"/>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4"/>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4"/>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4"/>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4"/>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4"/>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4"/>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4"/>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4"/>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4"/>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4"/>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4"/>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4"/>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4"/>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4"/>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4"/>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4"/>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4"/>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4"/>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4"/>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4"/>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4"/>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4"/>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4"/>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4"/>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4"/>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4"/>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4"/>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4"/>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4"/>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4"/>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4"/>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4"/>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4"/>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4"/>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4"/>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4"/>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4"/>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4"/>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4"/>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4"/>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4"/>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4"/>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4"/>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4"/>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4"/>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4"/>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4"/>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4"/>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4"/>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4"/>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4"/>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4"/>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4"/>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4"/>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4"/>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4"/>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4"/>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4"/>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4"/>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4"/>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4"/>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4"/>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4"/>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4"/>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4"/>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4"/>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4"/>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4"/>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4"/>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4"/>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4"/>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4"/>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4"/>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4"/>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4"/>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4"/>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4"/>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4"/>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4"/>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4"/>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4"/>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4"/>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4"/>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4"/>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4"/>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4"/>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4"/>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4"/>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4"/>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4"/>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4"/>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4"/>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4"/>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4"/>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4"/>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4"/>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4"/>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4"/>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4"/>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4"/>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4"/>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4"/>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4"/>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4"/>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4"/>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4"/>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4"/>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4"/>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4"/>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4"/>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4"/>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4"/>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4"/>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4"/>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4"/>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4"/>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4"/>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4"/>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4"/>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4"/>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4"/>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4"/>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4"/>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4"/>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4"/>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4"/>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4"/>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4"/>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4"/>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4"/>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4"/>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4"/>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4"/>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4"/>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4"/>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4"/>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4"/>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4"/>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4"/>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4"/>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4"/>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4"/>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4"/>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4"/>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4"/>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4"/>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4"/>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4"/>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4"/>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4"/>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4"/>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4"/>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4"/>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4"/>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4"/>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4"/>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4"/>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4"/>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4"/>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4"/>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4"/>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4"/>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4"/>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4"/>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4"/>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4"/>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4"/>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4"/>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4"/>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4"/>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4"/>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4"/>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4"/>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4"/>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4"/>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4"/>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4"/>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4"/>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4"/>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4"/>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4"/>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4"/>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4"/>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4"/>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4"/>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4"/>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4"/>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4"/>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4"/>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4"/>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4"/>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4"/>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4"/>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4"/>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4"/>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4"/>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4"/>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4"/>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4"/>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4"/>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4"/>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4"/>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4"/>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4"/>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4"/>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4"/>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4"/>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4"/>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4"/>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4"/>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4"/>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4"/>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4"/>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4"/>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4"/>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4"/>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4"/>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4"/>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4"/>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4"/>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4"/>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4"/>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4"/>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4"/>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4"/>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4"/>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4"/>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4"/>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4"/>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4"/>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4"/>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4"/>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4"/>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4"/>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4"/>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4"/>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4"/>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4"/>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4"/>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4"/>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4"/>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4"/>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4"/>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4"/>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4"/>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4"/>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4"/>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4"/>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4"/>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4"/>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4"/>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4"/>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4"/>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4"/>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4"/>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4"/>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4"/>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4"/>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4"/>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4"/>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4"/>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4"/>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4"/>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4"/>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4"/>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4"/>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4"/>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4"/>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4"/>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4"/>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4"/>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4"/>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4"/>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4"/>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4"/>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4"/>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4"/>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4"/>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4"/>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4"/>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4"/>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4"/>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4"/>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4"/>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4"/>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4"/>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4"/>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4"/>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4"/>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4"/>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4"/>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4"/>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4"/>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4"/>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4"/>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4"/>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4"/>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4"/>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4"/>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4"/>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4"/>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4"/>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4"/>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4"/>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4"/>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4"/>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4"/>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4"/>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4"/>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4"/>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4"/>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4"/>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4"/>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4"/>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4"/>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4"/>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4"/>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4"/>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4"/>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4"/>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4"/>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4"/>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4"/>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4"/>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4"/>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4"/>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4"/>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4"/>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4"/>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4"/>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4"/>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4"/>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4"/>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4"/>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4"/>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4"/>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4"/>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4"/>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4"/>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4"/>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4"/>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4"/>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4"/>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4"/>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4"/>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4"/>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4"/>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4"/>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4"/>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4"/>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4"/>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4"/>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4"/>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4"/>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4"/>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4"/>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4"/>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4"/>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4"/>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4"/>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4"/>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4"/>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4"/>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4"/>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4"/>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4"/>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4"/>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4"/>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4"/>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4"/>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4"/>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4"/>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4"/>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4"/>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4"/>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4"/>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4"/>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4"/>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4"/>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4"/>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4"/>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4"/>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4"/>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4"/>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4"/>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4"/>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4"/>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4"/>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4"/>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4"/>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4"/>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4"/>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4"/>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4"/>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4"/>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4"/>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4"/>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4"/>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4"/>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4"/>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4"/>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4"/>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4"/>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4"/>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4"/>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4"/>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4"/>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4"/>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4"/>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4"/>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4"/>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4"/>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4"/>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4"/>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4"/>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4"/>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4"/>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4"/>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4"/>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4"/>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4"/>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4"/>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4"/>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4"/>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4"/>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4"/>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4"/>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4"/>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4"/>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4"/>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4"/>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4"/>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4"/>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4"/>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4"/>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4"/>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4"/>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4"/>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4"/>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4"/>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4"/>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4"/>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4"/>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4"/>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4"/>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4"/>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4"/>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4"/>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4"/>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4"/>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4"/>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4"/>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4"/>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4"/>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4"/>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4"/>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4"/>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4"/>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4"/>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4"/>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4"/>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4"/>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54"/>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4"/>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4"/>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4"/>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4"/>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4"/>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4"/>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4"/>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4"/>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4"/>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4"/>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4"/>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4"/>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4"/>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4"/>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4"/>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4"/>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4"/>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4"/>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4"/>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4"/>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4"/>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4"/>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4"/>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4"/>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4"/>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4"/>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4"/>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4"/>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4"/>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4"/>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4"/>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54"/>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4"/>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4"/>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4"/>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54"/>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54"/>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54"/>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4"/>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4"/>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54"/>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4"/>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54"/>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54"/>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54"/>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54"/>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54"/>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54"/>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4"/>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4"/>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54"/>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4"/>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54"/>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54"/>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4"/>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4"/>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54"/>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54"/>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4"/>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54"/>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54"/>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54"/>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54"/>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4"/>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4"/>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4"/>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4"/>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4"/>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54"/>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54"/>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4"/>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4"/>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4"/>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54"/>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4"/>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4"/>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4"/>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4"/>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4"/>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4"/>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4"/>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4"/>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4"/>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4"/>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4"/>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4"/>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4"/>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4"/>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4"/>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4"/>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4"/>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54"/>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54"/>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4"/>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4"/>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54"/>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54"/>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4"/>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4"/>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4"/>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54"/>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54"/>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4"/>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4"/>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4"/>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4"/>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54"/>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4"/>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4"/>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4"/>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4"/>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4"/>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4"/>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4"/>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4"/>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4"/>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4"/>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4"/>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4"/>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4"/>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4"/>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4"/>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54"/>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4"/>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4"/>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4"/>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4"/>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4"/>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4"/>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4"/>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4"/>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4"/>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4"/>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4"/>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4"/>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4"/>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4"/>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4"/>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4"/>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4"/>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4"/>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4"/>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4"/>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4"/>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4"/>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4"/>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4"/>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4"/>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4"/>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4"/>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4"/>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54"/>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4"/>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4"/>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4"/>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4"/>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4"/>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4"/>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4"/>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4"/>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4"/>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4"/>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4"/>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4"/>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54"/>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4"/>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4"/>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54"/>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4"/>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4"/>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54"/>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54"/>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4"/>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4"/>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4"/>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54"/>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54"/>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4"/>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4"/>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54"/>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4"/>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4"/>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54"/>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54"/>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54"/>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4"/>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4"/>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54"/>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4"/>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54"/>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4"/>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4"/>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4"/>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4"/>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4"/>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4"/>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4"/>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4"/>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54"/>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54"/>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4"/>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4"/>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54"/>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54"/>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4"/>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4"/>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54"/>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54"/>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54"/>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54"/>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4"/>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54"/>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54"/>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4"/>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54"/>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54"/>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4"/>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4"/>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54"/>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54"/>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54"/>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4"/>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4"/>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4"/>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54"/>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54"/>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54"/>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54"/>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54"/>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54"/>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4"/>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4"/>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54"/>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54"/>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54"/>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4"/>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4"/>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4"/>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4"/>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54"/>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4"/>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54"/>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4"/>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4"/>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4"/>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4"/>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4"/>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4"/>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4"/>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4"/>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4"/>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4"/>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4"/>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4"/>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54"/>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4"/>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4"/>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54"/>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54"/>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4"/>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4"/>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4"/>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4"/>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4"/>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4"/>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4"/>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4"/>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4"/>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4"/>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4"/>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4"/>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54"/>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4"/>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4"/>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4"/>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4"/>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4"/>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4"/>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54"/>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4"/>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4"/>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4"/>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4"/>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4"/>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4"/>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4"/>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4"/>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4"/>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4"/>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4"/>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4"/>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4"/>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4"/>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4"/>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4"/>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4"/>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4"/>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4"/>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4"/>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4"/>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4"/>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4"/>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4"/>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4"/>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4"/>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4"/>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4"/>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4"/>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4"/>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4"/>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4"/>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54"/>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4"/>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4"/>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4"/>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4"/>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4"/>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4"/>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54"/>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4"/>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4"/>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4"/>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4"/>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4"/>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54"/>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4"/>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4"/>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4"/>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4"/>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4"/>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4"/>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4"/>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4"/>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4"/>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4"/>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4"/>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4"/>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4"/>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4"/>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4"/>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4"/>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4"/>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4"/>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4"/>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54"/>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4"/>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4"/>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4"/>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4"/>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4"/>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4"/>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54"/>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4"/>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4"/>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4"/>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4"/>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4"/>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4"/>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4"/>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4"/>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4"/>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54"/>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54"/>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4"/>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4"/>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54"/>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4"/>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4"/>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4"/>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4"/>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4"/>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4"/>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4"/>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54"/>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4"/>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4"/>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4"/>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4"/>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54"/>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4"/>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4"/>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54"/>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4"/>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4"/>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54"/>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4"/>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4"/>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4"/>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4"/>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4"/>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4"/>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4"/>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4"/>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54"/>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4"/>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4"/>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4"/>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4"/>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54"/>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54"/>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4"/>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4"/>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54"/>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54"/>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4"/>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54"/>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54"/>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54"/>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54"/>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54"/>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54"/>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54"/>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54"/>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54"/>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4"/>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54"/>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54"/>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54"/>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54"/>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54"/>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4"/>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54"/>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54"/>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54"/>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54"/>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54"/>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54"/>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54"/>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54"/>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54"/>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54"/>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54"/>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54"/>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54"/>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54"/>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54"/>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54"/>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54"/>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54"/>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54"/>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54"/>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4"/>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4"/>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4"/>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54"/>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54"/>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54"/>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54"/>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54"/>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54"/>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54"/>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54"/>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54"/>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54"/>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54"/>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4"/>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4"/>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4"/>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4"/>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4"/>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4"/>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4"/>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4"/>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54"/>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4"/>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4"/>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4"/>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4"/>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4"/>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4"/>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4"/>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4"/>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4"/>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4"/>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4"/>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4"/>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4"/>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4"/>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4"/>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54"/>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54"/>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4"/>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4"/>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4"/>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54"/>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54"/>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4"/>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4"/>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54"/>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4"/>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4"/>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4"/>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4"/>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4"/>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4"/>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4"/>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4"/>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4"/>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54"/>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54"/>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54"/>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4"/>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4"/>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4"/>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4"/>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54"/>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4"/>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54"/>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54"/>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54"/>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4"/>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4"/>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54"/>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4"/>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4"/>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54"/>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54"/>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4"/>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54"/>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54"/>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54"/>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54"/>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54"/>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4"/>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4"/>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4"/>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54"/>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54"/>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54"/>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54"/>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4"/>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54"/>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54"/>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4"/>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54"/>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54"/>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54"/>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4"/>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4"/>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54"/>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54"/>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4"/>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4"/>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4"/>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54"/>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54"/>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54"/>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4"/>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4"/>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4"/>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4"/>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4"/>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4"/>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54"/>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4"/>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4"/>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4"/>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4"/>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4"/>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54"/>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54"/>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4"/>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54"/>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4"/>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4"/>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4"/>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54"/>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4"/>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54"/>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4"/>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4"/>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4"/>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4"/>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4"/>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4"/>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4"/>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54"/>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54"/>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4"/>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4"/>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4"/>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4"/>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4"/>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4"/>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4"/>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4"/>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4"/>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4"/>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4"/>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4"/>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4"/>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4"/>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4"/>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4"/>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4"/>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4"/>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4"/>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4"/>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4"/>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4"/>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4"/>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4"/>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4"/>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4"/>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4"/>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4"/>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4"/>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4"/>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4"/>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4"/>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4"/>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4"/>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4"/>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54"/>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4"/>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4"/>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4"/>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54"/>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4"/>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4"/>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4"/>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54"/>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4"/>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4"/>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54"/>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4"/>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4"/>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4"/>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4"/>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4"/>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4"/>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4"/>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4"/>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54"/>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4"/>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4"/>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4"/>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54"/>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54"/>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4"/>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4"/>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54"/>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54"/>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54"/>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54"/>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54"/>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54"/>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4"/>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4"/>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54"/>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54"/>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54"/>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4"/>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4"/>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54"/>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54"/>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4"/>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4"/>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4"/>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4"/>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54"/>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4"/>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4"/>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4"/>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4"/>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4"/>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54"/>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4"/>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4"/>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54"/>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54"/>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4"/>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54"/>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4"/>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54"/>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4"/>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4"/>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54"/>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4"/>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4"/>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4"/>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4"/>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4"/>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4"/>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4"/>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54"/>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54"/>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54"/>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4"/>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4"/>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4"/>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4"/>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4"/>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4"/>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4"/>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4"/>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4"/>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4"/>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4"/>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4"/>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4"/>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4"/>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4"/>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4"/>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4"/>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4"/>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4"/>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54"/>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54"/>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4"/>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4"/>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4"/>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4"/>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4"/>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4"/>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4"/>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54"/>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4"/>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4"/>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54"/>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54"/>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4"/>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4"/>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4"/>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4"/>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4"/>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4"/>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4"/>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4"/>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4"/>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4"/>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54"/>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4"/>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4"/>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4"/>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4"/>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4"/>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54"/>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4"/>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54"/>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4"/>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4"/>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54"/>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54"/>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4"/>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54"/>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4"/>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4"/>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4"/>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4"/>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54"/>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54"/>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4"/>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4"/>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4"/>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4"/>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4"/>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4"/>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4"/>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4"/>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4"/>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4"/>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54"/>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54"/>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54"/>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54"/>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54"/>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54"/>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54"/>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54"/>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54"/>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54"/>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54"/>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54"/>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54"/>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4"/>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4"/>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4"/>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54"/>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54"/>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54"/>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54"/>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54"/>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54"/>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4"/>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54"/>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54"/>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54"/>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4"/>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54"/>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4"/>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54"/>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54"/>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54"/>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54"/>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54"/>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4"/>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54"/>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54"/>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54"/>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54"/>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54"/>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54"/>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54"/>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4"/>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4"/>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54"/>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54"/>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54"/>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4"/>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54"/>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54"/>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54"/>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54"/>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54"/>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54"/>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54"/>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54"/>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54"/>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54"/>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54"/>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54"/>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4"/>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4"/>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54"/>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54"/>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54"/>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4"/>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54"/>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54"/>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54"/>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54"/>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54"/>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54"/>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54"/>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54"/>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54"/>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4"/>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4"/>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54"/>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54"/>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54"/>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54"/>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54"/>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4"/>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54"/>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54"/>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54"/>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54"/>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54"/>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54"/>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54"/>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4"/>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54"/>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54"/>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4"/>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4"/>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4"/>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4"/>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54"/>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4"/>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4"/>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4"/>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4"/>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54"/>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4"/>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4"/>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54"/>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54"/>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54"/>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54"/>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54"/>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4"/>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54"/>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54"/>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54"/>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54"/>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54"/>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54"/>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54"/>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54"/>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54"/>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4"/>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4"/>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54"/>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54"/>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54"/>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54"/>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54"/>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54"/>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4"/>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54"/>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54"/>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54"/>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54"/>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54"/>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54"/>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54"/>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54"/>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54"/>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54"/>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54"/>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54"/>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54"/>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4"/>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54"/>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54"/>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4"/>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54"/>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54"/>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54"/>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54"/>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54"/>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4"/>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54"/>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54"/>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54"/>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54"/>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54"/>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54"/>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54"/>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54"/>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54"/>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54"/>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4"/>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4"/>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54"/>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54"/>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54"/>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54"/>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4"/>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54"/>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54"/>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4"/>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54"/>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54"/>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4"/>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4"/>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4"/>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54"/>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54"/>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54"/>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54"/>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54"/>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54"/>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54"/>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54"/>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4"/>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54"/>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54"/>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54"/>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54"/>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4"/>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4"/>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54"/>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54"/>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4"/>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54"/>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54"/>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54"/>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54"/>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54"/>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54"/>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54"/>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54"/>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4"/>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4"/>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54"/>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54"/>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54"/>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4"/>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4"/>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4"/>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54"/>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54"/>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54"/>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54"/>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54"/>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4"/>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4"/>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4"/>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4"/>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54"/>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54"/>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54"/>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54"/>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54"/>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54"/>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54"/>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54"/>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4"/>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54"/>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54"/>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54"/>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4"/>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4"/>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54"/>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54"/>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4"/>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4"/>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4"/>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54"/>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54"/>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54"/>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54"/>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54"/>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54"/>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54"/>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4"/>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54"/>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54"/>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54"/>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54"/>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54"/>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4"/>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54"/>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4"/>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4"/>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54"/>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54"/>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4"/>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54"/>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54"/>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4"/>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54"/>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54"/>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4"/>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4"/>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54"/>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54"/>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54"/>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4"/>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54"/>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54"/>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54"/>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54"/>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54"/>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54"/>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54"/>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54"/>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54"/>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54"/>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54"/>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4"/>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54"/>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54"/>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54"/>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54"/>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54"/>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54"/>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54"/>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54"/>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54"/>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54"/>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4"/>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54"/>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54"/>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54"/>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54"/>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54"/>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54"/>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54"/>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54"/>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54"/>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54"/>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54"/>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54"/>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54"/>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54"/>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54"/>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54"/>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54"/>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54"/>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54"/>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54"/>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54"/>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54"/>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54"/>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54"/>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54"/>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54"/>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54"/>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54"/>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54"/>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54"/>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54"/>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54"/>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54"/>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54"/>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54"/>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54"/>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54"/>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54"/>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54"/>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54"/>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54"/>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54"/>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54"/>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54"/>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54"/>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54"/>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4"/>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4"/>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54"/>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54"/>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54"/>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54"/>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54"/>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54"/>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54"/>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4"/>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4"/>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54"/>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54"/>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54"/>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54"/>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54"/>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54"/>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54"/>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54"/>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54"/>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54"/>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4"/>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4"/>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4"/>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4"/>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54"/>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54"/>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4"/>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54"/>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54"/>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54"/>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54"/>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54"/>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54"/>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54"/>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54"/>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54"/>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54"/>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54"/>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4"/>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54"/>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4"/>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54"/>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54"/>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4"/>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4"/>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54"/>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54"/>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54"/>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54"/>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54"/>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54"/>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54"/>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54"/>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54"/>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54"/>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54"/>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4"/>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54"/>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54"/>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54"/>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54"/>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54"/>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54"/>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54"/>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54"/>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54"/>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54"/>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54"/>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54"/>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54"/>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54"/>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54"/>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54"/>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54"/>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54"/>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54"/>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54"/>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54"/>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54"/>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54"/>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54"/>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54"/>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54"/>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54"/>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54"/>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54"/>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54"/>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54"/>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54"/>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54"/>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54"/>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54"/>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54"/>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54"/>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54"/>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54"/>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54"/>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54"/>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54"/>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54"/>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54"/>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54"/>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54"/>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54"/>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54"/>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54"/>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54"/>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54"/>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54"/>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54"/>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54"/>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54"/>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4"/>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54"/>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54"/>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54"/>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54"/>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54"/>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54"/>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54"/>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54"/>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54"/>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54"/>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54"/>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54"/>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54"/>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54"/>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54"/>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54"/>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54"/>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54"/>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54"/>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54"/>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54"/>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54"/>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54"/>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54"/>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54"/>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54"/>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54"/>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54"/>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54"/>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54"/>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54"/>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54"/>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54"/>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54"/>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54"/>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4"/>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54"/>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54"/>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54"/>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54"/>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54"/>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54"/>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54"/>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54"/>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54"/>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54"/>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4"/>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54"/>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54"/>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54"/>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54"/>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54"/>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54"/>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54"/>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54"/>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54"/>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54"/>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54"/>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54"/>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54"/>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54"/>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54"/>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4"/>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54"/>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54"/>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54"/>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4"/>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4"/>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54"/>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54"/>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4"/>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54"/>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54"/>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54"/>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54"/>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54"/>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54"/>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54"/>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54"/>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54"/>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54"/>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54"/>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54"/>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54"/>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54"/>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54"/>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54"/>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54"/>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54"/>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54"/>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54"/>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54"/>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54"/>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54"/>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54"/>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54"/>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54"/>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54"/>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54"/>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4"/>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54"/>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54"/>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54"/>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54"/>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54"/>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54"/>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54"/>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54"/>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54"/>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54"/>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54"/>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54"/>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54"/>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54"/>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54"/>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54"/>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54"/>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54"/>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54"/>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54"/>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54"/>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54"/>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54"/>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54"/>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54"/>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54"/>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54"/>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54"/>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54"/>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54"/>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54"/>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54"/>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54"/>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54"/>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54"/>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54"/>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54"/>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54"/>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54"/>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54"/>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54"/>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54"/>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54"/>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54"/>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54"/>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54"/>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54"/>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54"/>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54"/>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54"/>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54"/>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54"/>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54"/>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54"/>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54"/>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54"/>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54"/>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54"/>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54"/>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54"/>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54"/>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54"/>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54"/>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54"/>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54"/>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54"/>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54"/>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54"/>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54"/>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54"/>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54"/>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54"/>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54"/>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54"/>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54"/>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54"/>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54"/>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54"/>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54"/>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54"/>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54"/>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54"/>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54"/>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54"/>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54"/>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54"/>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54"/>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54"/>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54"/>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54"/>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54"/>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54"/>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54"/>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54"/>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54"/>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54"/>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54"/>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54"/>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54"/>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54"/>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54"/>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54"/>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54"/>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54"/>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54"/>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54"/>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54"/>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54"/>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54"/>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54"/>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54"/>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54"/>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54"/>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54"/>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54"/>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54"/>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54"/>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54"/>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54"/>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54"/>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54"/>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54"/>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54"/>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54"/>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54"/>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54"/>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54"/>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54"/>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54"/>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54"/>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54"/>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54"/>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54"/>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54"/>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54"/>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54"/>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54"/>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54"/>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54"/>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54"/>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54"/>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54"/>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54"/>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54"/>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54"/>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54"/>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54"/>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54"/>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54"/>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54"/>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54"/>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54"/>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54"/>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54"/>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54"/>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54"/>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54"/>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54"/>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54"/>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54"/>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54"/>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54"/>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54"/>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54"/>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54"/>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54"/>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54"/>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54"/>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54"/>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54"/>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54"/>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54"/>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54"/>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54"/>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54"/>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54"/>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54"/>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54"/>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54"/>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54"/>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54"/>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54"/>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54"/>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54"/>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54"/>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54"/>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54"/>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54"/>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54"/>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54"/>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54"/>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54"/>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54"/>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54"/>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54"/>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54"/>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54"/>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54"/>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54"/>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54"/>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54"/>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54"/>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54"/>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54"/>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54"/>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54"/>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54"/>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54"/>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54"/>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54"/>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54"/>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54"/>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54"/>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54"/>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54"/>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54"/>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54"/>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54"/>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54"/>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54"/>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54"/>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54"/>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54"/>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54"/>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54"/>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54"/>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54"/>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54"/>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54"/>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54"/>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54"/>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54"/>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54"/>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54"/>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54"/>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54"/>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54"/>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54"/>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54"/>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54"/>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54"/>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54"/>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54"/>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54"/>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54"/>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54"/>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54"/>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54"/>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54"/>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54"/>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54"/>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54"/>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54"/>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54"/>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54"/>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54"/>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54"/>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54"/>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54"/>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54"/>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54"/>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54"/>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54"/>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54"/>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54"/>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54"/>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54"/>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54"/>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54"/>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54"/>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54"/>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54"/>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54"/>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54"/>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54"/>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54"/>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54"/>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54"/>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54"/>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54"/>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54"/>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54"/>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54"/>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54"/>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54"/>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54"/>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54"/>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54"/>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54"/>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54"/>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54"/>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54"/>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54"/>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54"/>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54"/>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54"/>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54"/>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54"/>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54"/>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54"/>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54"/>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54"/>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54"/>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54"/>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54"/>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54"/>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54"/>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54"/>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54"/>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54"/>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54"/>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54"/>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54"/>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54"/>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54"/>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54"/>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54"/>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54"/>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54"/>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54"/>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54"/>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54"/>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54"/>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54"/>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54"/>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54"/>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54"/>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54"/>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54"/>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54"/>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54"/>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54"/>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54"/>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54"/>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54"/>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54"/>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54"/>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54"/>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54"/>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54"/>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54"/>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54"/>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54"/>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54"/>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54"/>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54"/>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54"/>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54"/>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54"/>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54"/>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54"/>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54"/>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54"/>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54"/>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54"/>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54"/>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54"/>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54"/>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54"/>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54"/>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54"/>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54"/>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54"/>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54"/>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54"/>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54"/>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54"/>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54"/>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54"/>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54"/>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54"/>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54"/>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54"/>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54"/>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54"/>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54"/>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54"/>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54"/>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54"/>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54"/>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54"/>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54"/>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54"/>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54"/>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54"/>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54"/>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54"/>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54"/>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54"/>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54"/>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54"/>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54"/>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54"/>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54"/>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54"/>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54"/>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54"/>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54"/>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54"/>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54"/>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54"/>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54"/>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54"/>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54"/>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54"/>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54"/>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54"/>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54"/>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54"/>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54"/>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54"/>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54"/>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54"/>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54"/>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54"/>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54"/>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54"/>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54"/>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54"/>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54"/>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54"/>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54"/>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54"/>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54"/>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54"/>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54"/>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54"/>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54"/>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54"/>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54"/>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54"/>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54"/>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54"/>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54"/>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54"/>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54"/>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54"/>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54"/>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54"/>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54"/>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54"/>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54"/>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54"/>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54"/>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54"/>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54"/>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54"/>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54"/>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54"/>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54"/>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54"/>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54"/>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54"/>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54"/>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54"/>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54"/>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54"/>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54"/>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54"/>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54"/>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54"/>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54"/>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54"/>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54"/>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54"/>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54"/>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54"/>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54"/>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54"/>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54"/>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54"/>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4"/>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54"/>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54"/>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4"/>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54"/>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54"/>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54"/>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54"/>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54"/>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54"/>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54"/>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54"/>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4"/>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4"/>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54"/>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54"/>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54"/>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4"/>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54"/>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54"/>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54"/>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54"/>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4"/>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54"/>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54"/>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54"/>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54"/>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54"/>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54"/>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54"/>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54"/>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54"/>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54"/>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54"/>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54"/>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54"/>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4"/>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54"/>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54"/>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54"/>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54"/>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54"/>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54"/>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54"/>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54"/>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54"/>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54"/>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54"/>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54"/>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54"/>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54"/>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54"/>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54"/>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4"/>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54"/>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54"/>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54"/>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4"/>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54"/>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54"/>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54"/>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54"/>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4"/>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54"/>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54"/>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54"/>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54"/>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4"/>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54"/>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54"/>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54"/>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54"/>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4"/>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54"/>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54"/>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54"/>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54"/>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54"/>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54"/>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4"/>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4"/>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54"/>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54"/>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54"/>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54"/>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54"/>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54"/>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54"/>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54"/>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54"/>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54"/>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54"/>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54"/>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54"/>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54"/>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54"/>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54"/>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54"/>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4"/>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54"/>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54"/>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4"/>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4"/>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4"/>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54"/>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54"/>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54"/>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4"/>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4"/>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54"/>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54"/>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54"/>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54"/>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54"/>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54"/>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54"/>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54"/>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54"/>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54"/>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54"/>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54"/>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4"/>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4"/>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4"/>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54"/>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54"/>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54"/>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4"/>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4"/>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54"/>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54"/>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54"/>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54"/>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54"/>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54"/>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54"/>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54"/>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4"/>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4"/>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54"/>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4"/>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4"/>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54"/>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54"/>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54"/>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54"/>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54"/>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54"/>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54"/>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54"/>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54"/>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4"/>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4"/>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54"/>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54"/>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4"/>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54"/>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54"/>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54"/>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4"/>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54"/>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54"/>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4"/>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4"/>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54"/>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54"/>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54"/>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4"/>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54"/>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4"/>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4"/>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4"/>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54"/>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54"/>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4"/>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4"/>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54"/>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54"/>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54"/>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54"/>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4"/>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54"/>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54"/>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54"/>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54"/>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54"/>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54"/>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54"/>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54"/>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54"/>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54"/>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54"/>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54"/>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54"/>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4"/>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54"/>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54"/>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54"/>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4"/>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4"/>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4"/>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54"/>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54"/>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54"/>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4"/>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4"/>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54"/>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54"/>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54"/>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54"/>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54"/>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54"/>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54"/>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54"/>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54"/>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54"/>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4"/>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54"/>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54"/>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54"/>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54"/>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54"/>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54"/>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54"/>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54"/>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54"/>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54"/>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54"/>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54"/>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4"/>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4"/>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54"/>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54"/>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54"/>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54"/>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54"/>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54"/>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54"/>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54"/>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54"/>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54"/>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54"/>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54"/>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54"/>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54"/>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54"/>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54"/>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54"/>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54"/>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54"/>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54"/>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54"/>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54"/>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54"/>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4"/>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54"/>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54"/>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4"/>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4"/>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4"/>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54"/>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4"/>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4"/>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4"/>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54"/>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54"/>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4"/>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54"/>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54"/>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54"/>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54"/>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54"/>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54"/>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54"/>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54"/>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4"/>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4"/>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54"/>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54"/>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4"/>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54"/>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54"/>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54"/>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54"/>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4"/>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54"/>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54"/>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54"/>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54"/>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4"/>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54"/>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4"/>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4"/>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4"/>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54"/>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54"/>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54"/>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54"/>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54"/>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54"/>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54"/>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4"/>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4"/>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4"/>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54"/>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54"/>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54"/>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4"/>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54"/>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54"/>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54"/>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4"/>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4"/>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4"/>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54"/>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54"/>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54"/>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54"/>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54"/>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54"/>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54"/>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54"/>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4"/>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54"/>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54"/>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54"/>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54"/>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54"/>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4"/>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54"/>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54"/>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54"/>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54"/>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54"/>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4"/>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54"/>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54"/>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4"/>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54"/>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54"/>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54"/>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54"/>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54"/>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4"/>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54"/>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4"/>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54"/>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54"/>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4"/>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54"/>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54"/>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54"/>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54"/>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54"/>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4"/>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54"/>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54"/>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54"/>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54"/>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54"/>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54"/>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4"/>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54"/>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54"/>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54"/>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54"/>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54"/>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54"/>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54"/>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54"/>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54"/>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54"/>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54"/>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54"/>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54"/>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54"/>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54"/>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54"/>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54"/>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54"/>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54"/>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54"/>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54"/>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54"/>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54"/>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54"/>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54"/>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54"/>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54"/>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54"/>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54"/>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4"/>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54"/>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54"/>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54"/>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54"/>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54"/>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54"/>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54"/>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54"/>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54"/>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54"/>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54"/>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54"/>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54"/>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54"/>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54"/>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54"/>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54"/>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54"/>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54"/>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54"/>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54"/>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54"/>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54"/>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54"/>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54"/>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54"/>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54"/>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54"/>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54"/>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54"/>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54"/>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54"/>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54"/>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54"/>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54"/>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54"/>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54"/>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54"/>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54"/>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54"/>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54"/>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54"/>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54"/>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54"/>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54"/>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54"/>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54"/>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54"/>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54"/>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54"/>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54"/>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54"/>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54"/>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54"/>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54"/>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54"/>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54"/>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54"/>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54"/>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54"/>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5" name="Google Shape;6765;p54"/>
          <p:cNvGrpSpPr/>
          <p:nvPr/>
        </p:nvGrpSpPr>
        <p:grpSpPr>
          <a:xfrm>
            <a:off x="3450485" y="919691"/>
            <a:ext cx="2310381" cy="1488888"/>
            <a:chOff x="229225" y="549050"/>
            <a:chExt cx="7161750" cy="4615275"/>
          </a:xfrm>
        </p:grpSpPr>
        <p:sp>
          <p:nvSpPr>
            <p:cNvPr id="6766" name="Google Shape;6766;p54"/>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54"/>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54"/>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54"/>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54"/>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54"/>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54"/>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54"/>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54"/>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54"/>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54"/>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4"/>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54"/>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54"/>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54"/>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54"/>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54"/>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54"/>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54"/>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54"/>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54"/>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54"/>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54"/>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54"/>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54"/>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54"/>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54"/>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54"/>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54"/>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54"/>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54"/>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54"/>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54"/>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54"/>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54"/>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54"/>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54"/>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54"/>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54"/>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54"/>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54"/>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54"/>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54"/>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54"/>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54"/>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54"/>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54"/>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54"/>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54"/>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54"/>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54"/>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54"/>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54"/>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54"/>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54"/>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54"/>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54"/>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54"/>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54"/>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54"/>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54"/>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54"/>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54"/>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54"/>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54"/>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54"/>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54"/>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54"/>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54"/>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54"/>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54"/>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54"/>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54"/>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54"/>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54"/>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54"/>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54"/>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54"/>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54"/>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54"/>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54"/>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54"/>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54"/>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54"/>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54"/>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54"/>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54"/>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54"/>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54"/>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54"/>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54"/>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54"/>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54"/>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54"/>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54"/>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54"/>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54"/>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54"/>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54"/>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54"/>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54"/>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54"/>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54"/>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54"/>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54"/>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54"/>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54"/>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54"/>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54"/>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54"/>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54"/>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54"/>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54"/>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54"/>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54"/>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54"/>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54"/>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3" name="Google Shape;6883;p54"/>
          <p:cNvGrpSpPr/>
          <p:nvPr/>
        </p:nvGrpSpPr>
        <p:grpSpPr>
          <a:xfrm>
            <a:off x="3548403" y="2849588"/>
            <a:ext cx="2310282" cy="1374222"/>
            <a:chOff x="238125" y="732525"/>
            <a:chExt cx="7130500" cy="4241425"/>
          </a:xfrm>
        </p:grpSpPr>
        <p:sp>
          <p:nvSpPr>
            <p:cNvPr id="6884" name="Google Shape;6884;p54"/>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54"/>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54"/>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54"/>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54"/>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54"/>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54"/>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54"/>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54"/>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54"/>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54"/>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54"/>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54"/>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54"/>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54"/>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54"/>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54"/>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54"/>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54"/>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54"/>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54"/>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54"/>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54"/>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54"/>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54"/>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54"/>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54"/>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54"/>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54"/>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54"/>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54"/>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54"/>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54"/>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54"/>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54"/>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54"/>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54"/>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54"/>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54"/>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54"/>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54"/>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54"/>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54"/>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54"/>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54"/>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54"/>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54"/>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54"/>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54"/>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54"/>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54"/>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54"/>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54"/>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54"/>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54"/>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54"/>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54"/>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54"/>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54"/>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54"/>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54"/>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54"/>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54"/>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54"/>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54"/>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54"/>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54"/>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54"/>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54"/>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54"/>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54"/>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54"/>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54"/>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54"/>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54"/>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54"/>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54"/>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54"/>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54"/>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54"/>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54"/>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54"/>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54"/>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54"/>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54"/>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54"/>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54"/>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54"/>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54"/>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54"/>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54"/>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54"/>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54"/>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54"/>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54"/>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54"/>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54"/>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54"/>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54"/>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54"/>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54"/>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54"/>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54"/>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54"/>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54"/>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54"/>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54"/>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54"/>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54"/>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54"/>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54"/>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54"/>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54"/>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54"/>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01" name="Shape 7001"/>
        <p:cNvGrpSpPr/>
        <p:nvPr/>
      </p:nvGrpSpPr>
      <p:grpSpPr>
        <a:xfrm>
          <a:off x="0" y="0"/>
          <a:ext cx="0" cy="0"/>
          <a:chOff x="0" y="0"/>
          <a:chExt cx="0" cy="0"/>
        </a:xfrm>
      </p:grpSpPr>
      <p:grpSp>
        <p:nvGrpSpPr>
          <p:cNvPr id="7002" name="Google Shape;7002;p55"/>
          <p:cNvGrpSpPr/>
          <p:nvPr/>
        </p:nvGrpSpPr>
        <p:grpSpPr>
          <a:xfrm>
            <a:off x="2100560" y="3398663"/>
            <a:ext cx="1102891" cy="760337"/>
            <a:chOff x="4967783" y="2151471"/>
            <a:chExt cx="3920692" cy="2702940"/>
          </a:xfrm>
        </p:grpSpPr>
        <p:grpSp>
          <p:nvGrpSpPr>
            <p:cNvPr id="7003" name="Google Shape;7003;p55"/>
            <p:cNvGrpSpPr/>
            <p:nvPr/>
          </p:nvGrpSpPr>
          <p:grpSpPr>
            <a:xfrm>
              <a:off x="5045709" y="2252109"/>
              <a:ext cx="3761071" cy="2501708"/>
              <a:chOff x="2691784" y="1805334"/>
              <a:chExt cx="3761071" cy="2501708"/>
            </a:xfrm>
          </p:grpSpPr>
          <p:sp>
            <p:nvSpPr>
              <p:cNvPr id="7004" name="Google Shape;7004;p55"/>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55"/>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55"/>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55"/>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55"/>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55"/>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55"/>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1" name="Google Shape;7011;p55"/>
            <p:cNvGrpSpPr/>
            <p:nvPr/>
          </p:nvGrpSpPr>
          <p:grpSpPr>
            <a:xfrm>
              <a:off x="4967783" y="2151471"/>
              <a:ext cx="3920692" cy="2702940"/>
              <a:chOff x="2613858" y="1704696"/>
              <a:chExt cx="3920692" cy="2702940"/>
            </a:xfrm>
          </p:grpSpPr>
          <p:sp>
            <p:nvSpPr>
              <p:cNvPr id="7012" name="Google Shape;7012;p55"/>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55"/>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55"/>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55"/>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55"/>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17" name="Google Shape;7017;p55"/>
          <p:cNvGrpSpPr/>
          <p:nvPr/>
        </p:nvGrpSpPr>
        <p:grpSpPr>
          <a:xfrm>
            <a:off x="3504468" y="1286940"/>
            <a:ext cx="1561911" cy="708580"/>
            <a:chOff x="3530532" y="1496185"/>
            <a:chExt cx="1561911" cy="708580"/>
          </a:xfrm>
        </p:grpSpPr>
        <p:grpSp>
          <p:nvGrpSpPr>
            <p:cNvPr id="7018" name="Google Shape;7018;p55"/>
            <p:cNvGrpSpPr/>
            <p:nvPr/>
          </p:nvGrpSpPr>
          <p:grpSpPr>
            <a:xfrm>
              <a:off x="3720318" y="1857562"/>
              <a:ext cx="1372125" cy="54"/>
              <a:chOff x="3720318" y="1857562"/>
              <a:chExt cx="1372125" cy="54"/>
            </a:xfrm>
          </p:grpSpPr>
          <p:cxnSp>
            <p:nvCxnSpPr>
              <p:cNvPr id="7019" name="Google Shape;7019;p55"/>
              <p:cNvCxnSpPr>
                <a:endCxn id="7020"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021" name="Google Shape;7021;p55"/>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022" name="Google Shape;7022;p55"/>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023" name="Google Shape;7023;p55"/>
              <p:cNvCxnSpPr>
                <a:stCxn id="7020"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7024" name="Google Shape;7024;p55"/>
            <p:cNvGrpSpPr/>
            <p:nvPr/>
          </p:nvGrpSpPr>
          <p:grpSpPr>
            <a:xfrm>
              <a:off x="3567462" y="1496185"/>
              <a:ext cx="286500" cy="272914"/>
              <a:chOff x="3567462" y="1496185"/>
              <a:chExt cx="286500" cy="272914"/>
            </a:xfrm>
          </p:grpSpPr>
          <p:cxnSp>
            <p:nvCxnSpPr>
              <p:cNvPr id="7025" name="Google Shape;7025;p55"/>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026" name="Google Shape;7026;p55"/>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27" name="Google Shape;7027;p55"/>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55"/>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29" name="Google Shape;7029;p55"/>
            <p:cNvGrpSpPr/>
            <p:nvPr/>
          </p:nvGrpSpPr>
          <p:grpSpPr>
            <a:xfrm>
              <a:off x="3929014" y="1960574"/>
              <a:ext cx="286500" cy="242342"/>
              <a:chOff x="3929014" y="1960574"/>
              <a:chExt cx="286500" cy="242342"/>
            </a:xfrm>
          </p:grpSpPr>
          <p:cxnSp>
            <p:nvCxnSpPr>
              <p:cNvPr id="7030" name="Google Shape;7030;p55"/>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7031" name="Google Shape;7031;p55"/>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2" name="Google Shape;7032;p55"/>
            <p:cNvGrpSpPr/>
            <p:nvPr/>
          </p:nvGrpSpPr>
          <p:grpSpPr>
            <a:xfrm>
              <a:off x="4290828" y="1496185"/>
              <a:ext cx="286500" cy="272914"/>
              <a:chOff x="4290828" y="1496185"/>
              <a:chExt cx="286500" cy="272914"/>
            </a:xfrm>
          </p:grpSpPr>
          <p:cxnSp>
            <p:nvCxnSpPr>
              <p:cNvPr id="7033" name="Google Shape;7033;p55"/>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034" name="Google Shape;7034;p55"/>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35" name="Google Shape;7035;p55"/>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55"/>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36" name="Google Shape;7036;p55"/>
            <p:cNvGrpSpPr/>
            <p:nvPr/>
          </p:nvGrpSpPr>
          <p:grpSpPr>
            <a:xfrm>
              <a:off x="4657726" y="1959674"/>
              <a:ext cx="286500" cy="245092"/>
              <a:chOff x="4657726" y="1959674"/>
              <a:chExt cx="286500" cy="245092"/>
            </a:xfrm>
          </p:grpSpPr>
          <p:cxnSp>
            <p:nvCxnSpPr>
              <p:cNvPr id="7037" name="Google Shape;7037;p55"/>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7038" name="Google Shape;7038;p55"/>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39" name="Google Shape;7039;p55"/>
          <p:cNvGrpSpPr/>
          <p:nvPr/>
        </p:nvGrpSpPr>
        <p:grpSpPr>
          <a:xfrm>
            <a:off x="3486488" y="2149036"/>
            <a:ext cx="1597032" cy="378649"/>
            <a:chOff x="3512551" y="2358282"/>
            <a:chExt cx="1597032" cy="378649"/>
          </a:xfrm>
        </p:grpSpPr>
        <p:grpSp>
          <p:nvGrpSpPr>
            <p:cNvPr id="7040" name="Google Shape;7040;p55"/>
            <p:cNvGrpSpPr/>
            <p:nvPr/>
          </p:nvGrpSpPr>
          <p:grpSpPr>
            <a:xfrm>
              <a:off x="3738198" y="2553002"/>
              <a:ext cx="1145834" cy="117"/>
              <a:chOff x="3738198" y="2553002"/>
              <a:chExt cx="1145834" cy="117"/>
            </a:xfrm>
          </p:grpSpPr>
          <p:cxnSp>
            <p:nvCxnSpPr>
              <p:cNvPr id="7041" name="Google Shape;7041;p55"/>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042" name="Google Shape;7042;p55"/>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043" name="Google Shape;7043;p55"/>
              <p:cNvCxnSpPr>
                <a:stCxn id="7044" idx="6"/>
                <a:endCxn id="7045"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7046" name="Google Shape;7046;p55"/>
            <p:cNvGrpSpPr/>
            <p:nvPr/>
          </p:nvGrpSpPr>
          <p:grpSpPr>
            <a:xfrm>
              <a:off x="3969644" y="2440153"/>
              <a:ext cx="225900" cy="296779"/>
              <a:chOff x="3969644" y="2440153"/>
              <a:chExt cx="225900" cy="296779"/>
            </a:xfrm>
          </p:grpSpPr>
          <p:cxnSp>
            <p:nvCxnSpPr>
              <p:cNvPr id="7047" name="Google Shape;7047;p55"/>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7045" name="Google Shape;7045;p55"/>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55"/>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9" name="Google Shape;7049;p55"/>
            <p:cNvGrpSpPr/>
            <p:nvPr/>
          </p:nvGrpSpPr>
          <p:grpSpPr>
            <a:xfrm>
              <a:off x="4426818" y="2358282"/>
              <a:ext cx="225600" cy="307471"/>
              <a:chOff x="4426818" y="2358282"/>
              <a:chExt cx="225600" cy="307471"/>
            </a:xfrm>
          </p:grpSpPr>
          <p:cxnSp>
            <p:nvCxnSpPr>
              <p:cNvPr id="7050" name="Google Shape;7050;p55"/>
              <p:cNvCxnSpPr>
                <a:stCxn id="7051"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7052" name="Google Shape;7052;p55"/>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55"/>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3" name="Google Shape;7053;p55"/>
            <p:cNvGrpSpPr/>
            <p:nvPr/>
          </p:nvGrpSpPr>
          <p:grpSpPr>
            <a:xfrm>
              <a:off x="4883984" y="2440153"/>
              <a:ext cx="225600" cy="296479"/>
              <a:chOff x="4883984" y="2440153"/>
              <a:chExt cx="225600" cy="296479"/>
            </a:xfrm>
          </p:grpSpPr>
          <p:cxnSp>
            <p:nvCxnSpPr>
              <p:cNvPr id="7054" name="Google Shape;7054;p55"/>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7055" name="Google Shape;7055;p55"/>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55"/>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7" name="Google Shape;7057;p55"/>
            <p:cNvGrpSpPr/>
            <p:nvPr/>
          </p:nvGrpSpPr>
          <p:grpSpPr>
            <a:xfrm>
              <a:off x="3512551" y="2358356"/>
              <a:ext cx="225647" cy="307629"/>
              <a:chOff x="2182679" y="2005014"/>
              <a:chExt cx="792300" cy="1080158"/>
            </a:xfrm>
          </p:grpSpPr>
          <p:cxnSp>
            <p:nvCxnSpPr>
              <p:cNvPr id="7058" name="Google Shape;7058;p55"/>
              <p:cNvCxnSpPr>
                <a:stCxn id="7059"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7044" name="Google Shape;7044;p55"/>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55"/>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60" name="Google Shape;7060;p55"/>
          <p:cNvGrpSpPr/>
          <p:nvPr/>
        </p:nvGrpSpPr>
        <p:grpSpPr>
          <a:xfrm>
            <a:off x="6846570" y="972834"/>
            <a:ext cx="1559809" cy="722610"/>
            <a:chOff x="634175" y="2986275"/>
            <a:chExt cx="3147949" cy="1458344"/>
          </a:xfrm>
        </p:grpSpPr>
        <p:cxnSp>
          <p:nvCxnSpPr>
            <p:cNvPr id="7061" name="Google Shape;7061;p55"/>
            <p:cNvCxnSpPr>
              <a:stCxn id="7062" idx="4"/>
              <a:endCxn id="7063"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7064" name="Google Shape;7064;p55"/>
            <p:cNvCxnSpPr>
              <a:stCxn id="7063" idx="0"/>
              <a:endCxn id="7065"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066" name="Google Shape;7066;p55"/>
            <p:cNvCxnSpPr>
              <a:stCxn id="7065" idx="4"/>
              <a:endCxn id="7067"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068" name="Google Shape;7068;p55"/>
            <p:cNvCxnSpPr>
              <a:stCxn id="7067" idx="0"/>
              <a:endCxn id="7069"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7069" name="Google Shape;7069;p55"/>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065" name="Google Shape;7065;p55"/>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062" name="Google Shape;7062;p55"/>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067" name="Google Shape;7067;p55"/>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063" name="Google Shape;7063;p55"/>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070" name="Google Shape;7070;p55"/>
          <p:cNvGrpSpPr/>
          <p:nvPr/>
        </p:nvGrpSpPr>
        <p:grpSpPr>
          <a:xfrm>
            <a:off x="3500360" y="2682741"/>
            <a:ext cx="1570719" cy="294123"/>
            <a:chOff x="998425" y="1182125"/>
            <a:chExt cx="1065400" cy="199500"/>
          </a:xfrm>
        </p:grpSpPr>
        <p:sp>
          <p:nvSpPr>
            <p:cNvPr id="7071" name="Google Shape;7071;p55"/>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55"/>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55"/>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55"/>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55"/>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6" name="Google Shape;7076;p55"/>
          <p:cNvGrpSpPr/>
          <p:nvPr/>
        </p:nvGrpSpPr>
        <p:grpSpPr>
          <a:xfrm>
            <a:off x="6843616" y="1800228"/>
            <a:ext cx="1565716" cy="366729"/>
            <a:chOff x="1247650" y="2075423"/>
            <a:chExt cx="6648477" cy="1557238"/>
          </a:xfrm>
        </p:grpSpPr>
        <p:sp>
          <p:nvSpPr>
            <p:cNvPr id="7077" name="Google Shape;7077;p55"/>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55"/>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55"/>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55"/>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55"/>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55"/>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3" name="Google Shape;7083;p55"/>
          <p:cNvGrpSpPr/>
          <p:nvPr/>
        </p:nvGrpSpPr>
        <p:grpSpPr>
          <a:xfrm>
            <a:off x="6827928" y="2949043"/>
            <a:ext cx="1597061" cy="663440"/>
            <a:chOff x="6796238" y="3158297"/>
            <a:chExt cx="1630319" cy="677257"/>
          </a:xfrm>
        </p:grpSpPr>
        <p:cxnSp>
          <p:nvCxnSpPr>
            <p:cNvPr id="7084" name="Google Shape;7084;p55"/>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085" name="Google Shape;7085;p55"/>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086" name="Google Shape;7086;p55"/>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7087" name="Google Shape;7087;p55"/>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7088" name="Google Shape;7088;p55"/>
            <p:cNvGrpSpPr/>
            <p:nvPr/>
          </p:nvGrpSpPr>
          <p:grpSpPr>
            <a:xfrm>
              <a:off x="6796238" y="3311904"/>
              <a:ext cx="1630319" cy="377697"/>
              <a:chOff x="6796238" y="3311904"/>
              <a:chExt cx="1630319" cy="377697"/>
            </a:xfrm>
          </p:grpSpPr>
          <p:sp>
            <p:nvSpPr>
              <p:cNvPr id="7089" name="Google Shape;7089;p55"/>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55"/>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55"/>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92" name="Google Shape;7092;p55"/>
          <p:cNvGrpSpPr/>
          <p:nvPr/>
        </p:nvGrpSpPr>
        <p:grpSpPr>
          <a:xfrm>
            <a:off x="5349066" y="970435"/>
            <a:ext cx="1368606" cy="1593805"/>
            <a:chOff x="1839112" y="2209163"/>
            <a:chExt cx="1918159" cy="2233784"/>
          </a:xfrm>
        </p:grpSpPr>
        <p:sp>
          <p:nvSpPr>
            <p:cNvPr id="7093" name="Google Shape;7093;p55"/>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55"/>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55"/>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96" name="Google Shape;7096;p55"/>
            <p:cNvCxnSpPr>
              <a:stCxn id="7093" idx="6"/>
              <a:endCxn id="7094"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097" name="Google Shape;7097;p55"/>
            <p:cNvCxnSpPr>
              <a:stCxn id="7094" idx="4"/>
              <a:endCxn id="7098"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7099" name="Google Shape;7099;p55"/>
            <p:cNvCxnSpPr>
              <a:stCxn id="7098" idx="6"/>
              <a:endCxn id="7095"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100" name="Google Shape;7100;p55"/>
            <p:cNvCxnSpPr>
              <a:stCxn id="7095" idx="4"/>
              <a:endCxn id="7101"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7098" name="Google Shape;7098;p55"/>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55"/>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55"/>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03" name="Google Shape;7103;p55"/>
            <p:cNvCxnSpPr>
              <a:endCxn id="7102"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7104" name="Google Shape;7104;p55"/>
          <p:cNvGrpSpPr/>
          <p:nvPr/>
        </p:nvGrpSpPr>
        <p:grpSpPr>
          <a:xfrm>
            <a:off x="3481439" y="976671"/>
            <a:ext cx="1637968" cy="154942"/>
            <a:chOff x="238125" y="2506075"/>
            <a:chExt cx="7115411" cy="673075"/>
          </a:xfrm>
        </p:grpSpPr>
        <p:sp>
          <p:nvSpPr>
            <p:cNvPr id="7105" name="Google Shape;7105;p55"/>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55"/>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55"/>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55"/>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55"/>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0" name="Google Shape;7110;p55"/>
          <p:cNvGrpSpPr/>
          <p:nvPr/>
        </p:nvGrpSpPr>
        <p:grpSpPr>
          <a:xfrm>
            <a:off x="720124" y="1298269"/>
            <a:ext cx="2476762" cy="91743"/>
            <a:chOff x="1464850" y="436376"/>
            <a:chExt cx="6001362" cy="222300"/>
          </a:xfrm>
        </p:grpSpPr>
        <p:sp>
          <p:nvSpPr>
            <p:cNvPr id="7111" name="Google Shape;7111;p55"/>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55"/>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55"/>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55"/>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55"/>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16" name="Google Shape;7116;p55"/>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117" name="Google Shape;7117;p55"/>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118" name="Google Shape;7118;p55"/>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119" name="Google Shape;7119;p55"/>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7120" name="Google Shape;7120;p55"/>
          <p:cNvGrpSpPr/>
          <p:nvPr/>
        </p:nvGrpSpPr>
        <p:grpSpPr>
          <a:xfrm>
            <a:off x="706391" y="2533734"/>
            <a:ext cx="1452710" cy="651923"/>
            <a:chOff x="803162" y="2667727"/>
            <a:chExt cx="1411906" cy="633611"/>
          </a:xfrm>
        </p:grpSpPr>
        <p:cxnSp>
          <p:nvCxnSpPr>
            <p:cNvPr id="7121" name="Google Shape;7121;p55"/>
            <p:cNvCxnSpPr>
              <a:stCxn id="7122" idx="2"/>
              <a:endCxn id="7123"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124" name="Google Shape;7124;p55"/>
            <p:cNvCxnSpPr>
              <a:stCxn id="7125" idx="0"/>
              <a:endCxn id="7122"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126" name="Google Shape;7126;p55"/>
            <p:cNvCxnSpPr>
              <a:stCxn id="7125" idx="2"/>
              <a:endCxn id="7127"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128" name="Google Shape;7128;p55"/>
            <p:cNvCxnSpPr>
              <a:stCxn id="7129" idx="0"/>
              <a:endCxn id="7125"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130" name="Google Shape;7130;p55"/>
            <p:cNvCxnSpPr>
              <a:stCxn id="7123" idx="2"/>
              <a:endCxn id="7131"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132" name="Google Shape;7132;p55"/>
            <p:cNvCxnSpPr>
              <a:stCxn id="7133" idx="0"/>
              <a:endCxn id="7123"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7129" name="Google Shape;7129;p55"/>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127" name="Google Shape;7127;p55"/>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133" name="Google Shape;7133;p55"/>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131" name="Google Shape;7131;p55"/>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123" name="Google Shape;7123;p55"/>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125" name="Google Shape;7125;p55"/>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122" name="Google Shape;7122;p55"/>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7134" name="Google Shape;7134;p55"/>
          <p:cNvGrpSpPr/>
          <p:nvPr/>
        </p:nvGrpSpPr>
        <p:grpSpPr>
          <a:xfrm>
            <a:off x="706393" y="969273"/>
            <a:ext cx="2518541" cy="209309"/>
            <a:chOff x="803163" y="1111966"/>
            <a:chExt cx="2447800" cy="203430"/>
          </a:xfrm>
        </p:grpSpPr>
        <p:grpSp>
          <p:nvGrpSpPr>
            <p:cNvPr id="7135" name="Google Shape;7135;p55"/>
            <p:cNvGrpSpPr/>
            <p:nvPr/>
          </p:nvGrpSpPr>
          <p:grpSpPr>
            <a:xfrm>
              <a:off x="1958180" y="1111966"/>
              <a:ext cx="588019" cy="121396"/>
              <a:chOff x="4808316" y="2800065"/>
              <a:chExt cx="1999386" cy="412910"/>
            </a:xfrm>
          </p:grpSpPr>
          <p:sp>
            <p:nvSpPr>
              <p:cNvPr id="7136" name="Google Shape;7136;p55"/>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37" name="Google Shape;7137;p55"/>
              <p:cNvGrpSpPr/>
              <p:nvPr/>
            </p:nvGrpSpPr>
            <p:grpSpPr>
              <a:xfrm>
                <a:off x="4808316" y="2800065"/>
                <a:ext cx="92400" cy="411825"/>
                <a:chOff x="845575" y="2563700"/>
                <a:chExt cx="92400" cy="411825"/>
              </a:xfrm>
            </p:grpSpPr>
            <p:cxnSp>
              <p:nvCxnSpPr>
                <p:cNvPr id="7138" name="Google Shape;7138;p5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139" name="Google Shape;7139;p5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7140" name="Google Shape;7140;p55"/>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7141" name="Google Shape;7141;p55"/>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42" name="Google Shape;7142;p55"/>
            <p:cNvGrpSpPr/>
            <p:nvPr/>
          </p:nvGrpSpPr>
          <p:grpSpPr>
            <a:xfrm>
              <a:off x="803163" y="1111974"/>
              <a:ext cx="591158" cy="121545"/>
              <a:chOff x="803163" y="1111974"/>
              <a:chExt cx="591158" cy="121545"/>
            </a:xfrm>
          </p:grpSpPr>
          <p:grpSp>
            <p:nvGrpSpPr>
              <p:cNvPr id="7143" name="Google Shape;7143;p55"/>
              <p:cNvGrpSpPr/>
              <p:nvPr/>
            </p:nvGrpSpPr>
            <p:grpSpPr>
              <a:xfrm>
                <a:off x="803163" y="1111974"/>
                <a:ext cx="27175" cy="121077"/>
                <a:chOff x="845575" y="2563700"/>
                <a:chExt cx="92400" cy="411825"/>
              </a:xfrm>
            </p:grpSpPr>
            <p:cxnSp>
              <p:nvCxnSpPr>
                <p:cNvPr id="7144" name="Google Shape;7144;p5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145" name="Google Shape;7145;p5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46" name="Google Shape;7146;p55"/>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7" name="Google Shape;7147;p55"/>
            <p:cNvGrpSpPr/>
            <p:nvPr/>
          </p:nvGrpSpPr>
          <p:grpSpPr>
            <a:xfrm>
              <a:off x="1381910" y="1194219"/>
              <a:ext cx="588341" cy="121177"/>
              <a:chOff x="1381910" y="1194219"/>
              <a:chExt cx="588341" cy="121177"/>
            </a:xfrm>
          </p:grpSpPr>
          <p:grpSp>
            <p:nvGrpSpPr>
              <p:cNvPr id="7148" name="Google Shape;7148;p55"/>
              <p:cNvGrpSpPr/>
              <p:nvPr/>
            </p:nvGrpSpPr>
            <p:grpSpPr>
              <a:xfrm rot="10800000">
                <a:off x="1381910" y="1194319"/>
                <a:ext cx="27175" cy="121077"/>
                <a:chOff x="2070100" y="2563700"/>
                <a:chExt cx="92400" cy="411825"/>
              </a:xfrm>
            </p:grpSpPr>
            <p:cxnSp>
              <p:nvCxnSpPr>
                <p:cNvPr id="7149" name="Google Shape;7149;p5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150" name="Google Shape;7150;p5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51" name="Google Shape;7151;p55"/>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2" name="Google Shape;7152;p55"/>
            <p:cNvGrpSpPr/>
            <p:nvPr/>
          </p:nvGrpSpPr>
          <p:grpSpPr>
            <a:xfrm>
              <a:off x="2532079" y="1194219"/>
              <a:ext cx="704927" cy="121177"/>
              <a:chOff x="2532079" y="1194219"/>
              <a:chExt cx="704927" cy="121177"/>
            </a:xfrm>
          </p:grpSpPr>
          <p:grpSp>
            <p:nvGrpSpPr>
              <p:cNvPr id="7153" name="Google Shape;7153;p55"/>
              <p:cNvGrpSpPr/>
              <p:nvPr/>
            </p:nvGrpSpPr>
            <p:grpSpPr>
              <a:xfrm rot="10800000">
                <a:off x="2532079" y="1194319"/>
                <a:ext cx="27175" cy="121077"/>
                <a:chOff x="2070100" y="2563700"/>
                <a:chExt cx="92400" cy="411825"/>
              </a:xfrm>
            </p:grpSpPr>
            <p:cxnSp>
              <p:nvCxnSpPr>
                <p:cNvPr id="7154" name="Google Shape;7154;p5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155" name="Google Shape;7155;p5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56" name="Google Shape;7156;p55"/>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57" name="Google Shape;7157;p55"/>
          <p:cNvGrpSpPr/>
          <p:nvPr/>
        </p:nvGrpSpPr>
        <p:grpSpPr>
          <a:xfrm>
            <a:off x="3499403" y="3665904"/>
            <a:ext cx="1567778" cy="491677"/>
            <a:chOff x="5194708" y="3484366"/>
            <a:chExt cx="3148148" cy="987304"/>
          </a:xfrm>
        </p:grpSpPr>
        <p:grpSp>
          <p:nvGrpSpPr>
            <p:cNvPr id="7158" name="Google Shape;7158;p55"/>
            <p:cNvGrpSpPr/>
            <p:nvPr/>
          </p:nvGrpSpPr>
          <p:grpSpPr>
            <a:xfrm>
              <a:off x="7531521" y="3484366"/>
              <a:ext cx="811335" cy="987304"/>
              <a:chOff x="3379425" y="1617275"/>
              <a:chExt cx="1090650" cy="1327200"/>
            </a:xfrm>
          </p:grpSpPr>
          <p:sp>
            <p:nvSpPr>
              <p:cNvPr id="7159" name="Google Shape;7159;p55"/>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55"/>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55"/>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2" name="Google Shape;7162;p55"/>
            <p:cNvGrpSpPr/>
            <p:nvPr/>
          </p:nvGrpSpPr>
          <p:grpSpPr>
            <a:xfrm>
              <a:off x="6752546" y="3484366"/>
              <a:ext cx="811428" cy="987304"/>
              <a:chOff x="2332275" y="1617275"/>
              <a:chExt cx="1090775" cy="1327200"/>
            </a:xfrm>
          </p:grpSpPr>
          <p:sp>
            <p:nvSpPr>
              <p:cNvPr id="7163" name="Google Shape;7163;p55"/>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55"/>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55"/>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6" name="Google Shape;7166;p55"/>
            <p:cNvGrpSpPr/>
            <p:nvPr/>
          </p:nvGrpSpPr>
          <p:grpSpPr>
            <a:xfrm>
              <a:off x="5973664" y="3484366"/>
              <a:ext cx="811335" cy="987304"/>
              <a:chOff x="1285250" y="1617275"/>
              <a:chExt cx="1090650" cy="1327200"/>
            </a:xfrm>
          </p:grpSpPr>
          <p:sp>
            <p:nvSpPr>
              <p:cNvPr id="7167" name="Google Shape;7167;p55"/>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55"/>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55"/>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0" name="Google Shape;7170;p55"/>
            <p:cNvGrpSpPr/>
            <p:nvPr/>
          </p:nvGrpSpPr>
          <p:grpSpPr>
            <a:xfrm>
              <a:off x="5194708" y="3484366"/>
              <a:ext cx="811409" cy="987304"/>
              <a:chOff x="238125" y="1617275"/>
              <a:chExt cx="1090750" cy="1327200"/>
            </a:xfrm>
          </p:grpSpPr>
          <p:sp>
            <p:nvSpPr>
              <p:cNvPr id="7171" name="Google Shape;7171;p55"/>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55"/>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55"/>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74" name="Google Shape;7174;p55"/>
          <p:cNvGrpSpPr/>
          <p:nvPr/>
        </p:nvGrpSpPr>
        <p:grpSpPr>
          <a:xfrm>
            <a:off x="3460012" y="3146315"/>
            <a:ext cx="1616964" cy="346256"/>
            <a:chOff x="1808063" y="4294338"/>
            <a:chExt cx="3370782" cy="721817"/>
          </a:xfrm>
        </p:grpSpPr>
        <p:sp>
          <p:nvSpPr>
            <p:cNvPr id="7175" name="Google Shape;7175;p55"/>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55"/>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55"/>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55"/>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55"/>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55"/>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55"/>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55"/>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55"/>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55"/>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5" name="Google Shape;7185;p55"/>
          <p:cNvGrpSpPr/>
          <p:nvPr/>
        </p:nvGrpSpPr>
        <p:grpSpPr>
          <a:xfrm>
            <a:off x="738224" y="3432344"/>
            <a:ext cx="1295882" cy="646587"/>
            <a:chOff x="834100" y="3642869"/>
            <a:chExt cx="1259483" cy="628426"/>
          </a:xfrm>
        </p:grpSpPr>
        <p:sp>
          <p:nvSpPr>
            <p:cNvPr id="7186" name="Google Shape;7186;p55"/>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55"/>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55"/>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55"/>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55"/>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55"/>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55"/>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55"/>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55"/>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55"/>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55"/>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55"/>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55"/>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55"/>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55"/>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55"/>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55"/>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55"/>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55"/>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55"/>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55"/>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55"/>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55"/>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55"/>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55"/>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11" name="Google Shape;7211;p55"/>
            <p:cNvGrpSpPr/>
            <p:nvPr/>
          </p:nvGrpSpPr>
          <p:grpSpPr>
            <a:xfrm>
              <a:off x="1360364" y="3847835"/>
              <a:ext cx="208119" cy="224359"/>
              <a:chOff x="1360769" y="3847100"/>
              <a:chExt cx="208119" cy="224359"/>
            </a:xfrm>
          </p:grpSpPr>
          <p:sp>
            <p:nvSpPr>
              <p:cNvPr id="7212" name="Google Shape;7212;p55"/>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55"/>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55"/>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55"/>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55"/>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55"/>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55"/>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55"/>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55"/>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55"/>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55"/>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55"/>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55"/>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55"/>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55"/>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55"/>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55"/>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55"/>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55"/>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55"/>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32" name="Google Shape;7232;p55"/>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55"/>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55"/>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55"/>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55"/>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55"/>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55"/>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55"/>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55"/>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55"/>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55"/>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55"/>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55"/>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55"/>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6" name="Google Shape;7246;p55"/>
          <p:cNvGrpSpPr/>
          <p:nvPr/>
        </p:nvGrpSpPr>
        <p:grpSpPr>
          <a:xfrm rot="5400000">
            <a:off x="5951337" y="3228841"/>
            <a:ext cx="164064" cy="1414916"/>
            <a:chOff x="4428249" y="1369375"/>
            <a:chExt cx="36905" cy="429569"/>
          </a:xfrm>
        </p:grpSpPr>
        <p:sp>
          <p:nvSpPr>
            <p:cNvPr id="7247" name="Google Shape;7247;p55"/>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55"/>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55"/>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55"/>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55"/>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55"/>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55"/>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55"/>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55"/>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55"/>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55"/>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55"/>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55"/>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55"/>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55"/>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55"/>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55"/>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55"/>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55"/>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55"/>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55"/>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55"/>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55"/>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55"/>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55"/>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55"/>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55"/>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55"/>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55"/>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55"/>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55"/>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55"/>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9" name="Google Shape;7279;p55"/>
          <p:cNvGrpSpPr/>
          <p:nvPr/>
        </p:nvGrpSpPr>
        <p:grpSpPr>
          <a:xfrm flipH="1" rot="10800000">
            <a:off x="5323766" y="2817385"/>
            <a:ext cx="1419207" cy="24808"/>
            <a:chOff x="219558" y="4738465"/>
            <a:chExt cx="5852400" cy="102300"/>
          </a:xfrm>
        </p:grpSpPr>
        <p:cxnSp>
          <p:nvCxnSpPr>
            <p:cNvPr id="7280" name="Google Shape;7280;p55"/>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7281" name="Google Shape;7281;p55"/>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55"/>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55"/>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55"/>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55"/>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6" name="Google Shape;7286;p55"/>
          <p:cNvGrpSpPr/>
          <p:nvPr/>
        </p:nvGrpSpPr>
        <p:grpSpPr>
          <a:xfrm>
            <a:off x="5335084" y="3190448"/>
            <a:ext cx="1396570" cy="385016"/>
            <a:chOff x="5286284" y="2966544"/>
            <a:chExt cx="1396570" cy="385016"/>
          </a:xfrm>
        </p:grpSpPr>
        <p:cxnSp>
          <p:nvCxnSpPr>
            <p:cNvPr id="7287" name="Google Shape;7287;p55"/>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7288" name="Google Shape;7288;p55"/>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7289" name="Google Shape;7289;p55"/>
            <p:cNvGrpSpPr/>
            <p:nvPr/>
          </p:nvGrpSpPr>
          <p:grpSpPr>
            <a:xfrm>
              <a:off x="5287688" y="3173364"/>
              <a:ext cx="1395166" cy="74100"/>
              <a:chOff x="5287688" y="3173364"/>
              <a:chExt cx="1395166" cy="74100"/>
            </a:xfrm>
          </p:grpSpPr>
          <p:cxnSp>
            <p:nvCxnSpPr>
              <p:cNvPr id="7290" name="Google Shape;7290;p55"/>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7291" name="Google Shape;7291;p55"/>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7292" name="Google Shape;7292;p55"/>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293" name="Google Shape;7293;p55"/>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294" name="Google Shape;7294;p55"/>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295" name="Google Shape;7295;p55"/>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296" name="Google Shape;7296;p55"/>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297" name="Google Shape;7297;p55"/>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7298" name="Google Shape;7298;p55"/>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7299" name="Google Shape;7299;p55"/>
          <p:cNvGrpSpPr/>
          <p:nvPr/>
        </p:nvGrpSpPr>
        <p:grpSpPr>
          <a:xfrm>
            <a:off x="2021150" y="1609224"/>
            <a:ext cx="1182276" cy="662027"/>
            <a:chOff x="2029517" y="1732295"/>
            <a:chExt cx="1149068" cy="643432"/>
          </a:xfrm>
        </p:grpSpPr>
        <p:grpSp>
          <p:nvGrpSpPr>
            <p:cNvPr id="7300" name="Google Shape;7300;p55"/>
            <p:cNvGrpSpPr/>
            <p:nvPr/>
          </p:nvGrpSpPr>
          <p:grpSpPr>
            <a:xfrm>
              <a:off x="2708660" y="1746937"/>
              <a:ext cx="455427" cy="244429"/>
              <a:chOff x="2700693" y="1746937"/>
              <a:chExt cx="455427" cy="244429"/>
            </a:xfrm>
          </p:grpSpPr>
          <p:grpSp>
            <p:nvGrpSpPr>
              <p:cNvPr id="7301" name="Google Shape;7301;p55"/>
              <p:cNvGrpSpPr/>
              <p:nvPr/>
            </p:nvGrpSpPr>
            <p:grpSpPr>
              <a:xfrm>
                <a:off x="2905682" y="1782817"/>
                <a:ext cx="250438" cy="208549"/>
                <a:chOff x="2905682" y="1782817"/>
                <a:chExt cx="250438" cy="208549"/>
              </a:xfrm>
            </p:grpSpPr>
            <p:cxnSp>
              <p:nvCxnSpPr>
                <p:cNvPr id="7302" name="Google Shape;7302;p55"/>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303" name="Google Shape;7303;p55"/>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4" name="Google Shape;7304;p55"/>
              <p:cNvGrpSpPr/>
              <p:nvPr/>
            </p:nvGrpSpPr>
            <p:grpSpPr>
              <a:xfrm>
                <a:off x="2700693" y="1746937"/>
                <a:ext cx="449967" cy="72374"/>
                <a:chOff x="2700693" y="1746937"/>
                <a:chExt cx="449967" cy="72374"/>
              </a:xfrm>
            </p:grpSpPr>
            <p:cxnSp>
              <p:nvCxnSpPr>
                <p:cNvPr id="7305" name="Google Shape;7305;p55"/>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306" name="Google Shape;7306;p55"/>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07" name="Google Shape;7307;p55"/>
            <p:cNvGrpSpPr/>
            <p:nvPr/>
          </p:nvGrpSpPr>
          <p:grpSpPr>
            <a:xfrm>
              <a:off x="2029517" y="1732295"/>
              <a:ext cx="1149068" cy="643432"/>
              <a:chOff x="2029517" y="1732295"/>
              <a:chExt cx="1149068" cy="643432"/>
            </a:xfrm>
          </p:grpSpPr>
          <p:grpSp>
            <p:nvGrpSpPr>
              <p:cNvPr id="7308" name="Google Shape;7308;p55"/>
              <p:cNvGrpSpPr/>
              <p:nvPr/>
            </p:nvGrpSpPr>
            <p:grpSpPr>
              <a:xfrm>
                <a:off x="2703618" y="2103152"/>
                <a:ext cx="474966" cy="260017"/>
                <a:chOff x="2703618" y="2103152"/>
                <a:chExt cx="474966" cy="260017"/>
              </a:xfrm>
            </p:grpSpPr>
            <p:grpSp>
              <p:nvGrpSpPr>
                <p:cNvPr id="7309" name="Google Shape;7309;p55"/>
                <p:cNvGrpSpPr/>
                <p:nvPr/>
              </p:nvGrpSpPr>
              <p:grpSpPr>
                <a:xfrm>
                  <a:off x="2703618" y="2290640"/>
                  <a:ext cx="450291" cy="72529"/>
                  <a:chOff x="2703618" y="2290640"/>
                  <a:chExt cx="450291" cy="72529"/>
                </a:xfrm>
              </p:grpSpPr>
              <p:cxnSp>
                <p:nvCxnSpPr>
                  <p:cNvPr id="7310" name="Google Shape;7310;p55"/>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311" name="Google Shape;7311;p55"/>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2" name="Google Shape;7312;p55"/>
                <p:cNvGrpSpPr/>
                <p:nvPr/>
              </p:nvGrpSpPr>
              <p:grpSpPr>
                <a:xfrm>
                  <a:off x="2908607" y="2103152"/>
                  <a:ext cx="269977" cy="223538"/>
                  <a:chOff x="2908607" y="2103152"/>
                  <a:chExt cx="269977" cy="223538"/>
                </a:xfrm>
              </p:grpSpPr>
              <p:cxnSp>
                <p:nvCxnSpPr>
                  <p:cNvPr id="7313" name="Google Shape;7313;p55"/>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314" name="Google Shape;7314;p55"/>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15" name="Google Shape;7315;p55"/>
              <p:cNvGrpSpPr/>
              <p:nvPr/>
            </p:nvGrpSpPr>
            <p:grpSpPr>
              <a:xfrm>
                <a:off x="2029517" y="1732295"/>
                <a:ext cx="685827" cy="643432"/>
                <a:chOff x="2029517" y="1732295"/>
                <a:chExt cx="685827" cy="643432"/>
              </a:xfrm>
            </p:grpSpPr>
            <p:sp>
              <p:nvSpPr>
                <p:cNvPr id="7316" name="Google Shape;7316;p55"/>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17" name="Google Shape;7317;p55"/>
                <p:cNvGrpSpPr/>
                <p:nvPr/>
              </p:nvGrpSpPr>
              <p:grpSpPr>
                <a:xfrm>
                  <a:off x="2158948" y="1732295"/>
                  <a:ext cx="556396" cy="333108"/>
                  <a:chOff x="2158948" y="1732295"/>
                  <a:chExt cx="556396" cy="333108"/>
                </a:xfrm>
              </p:grpSpPr>
              <p:cxnSp>
                <p:nvCxnSpPr>
                  <p:cNvPr id="7318" name="Google Shape;7318;p55"/>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319" name="Google Shape;7319;p55"/>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0" name="Google Shape;7320;p55"/>
                <p:cNvGrpSpPr/>
                <p:nvPr/>
              </p:nvGrpSpPr>
              <p:grpSpPr>
                <a:xfrm>
                  <a:off x="2159908" y="2065057"/>
                  <a:ext cx="550884" cy="310670"/>
                  <a:chOff x="2159908" y="2065057"/>
                  <a:chExt cx="550884" cy="310670"/>
                </a:xfrm>
              </p:grpSpPr>
              <p:cxnSp>
                <p:nvCxnSpPr>
                  <p:cNvPr id="7321" name="Google Shape;7321;p55"/>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322" name="Google Shape;7322;p55"/>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323" name="Google Shape;7323;p55"/>
          <p:cNvGrpSpPr/>
          <p:nvPr/>
        </p:nvGrpSpPr>
        <p:grpSpPr>
          <a:xfrm>
            <a:off x="706399" y="1556837"/>
            <a:ext cx="962651" cy="810058"/>
            <a:chOff x="844912" y="1681380"/>
            <a:chExt cx="935611" cy="787305"/>
          </a:xfrm>
        </p:grpSpPr>
        <p:grpSp>
          <p:nvGrpSpPr>
            <p:cNvPr id="7324" name="Google Shape;7324;p55"/>
            <p:cNvGrpSpPr/>
            <p:nvPr/>
          </p:nvGrpSpPr>
          <p:grpSpPr>
            <a:xfrm>
              <a:off x="844912" y="1819635"/>
              <a:ext cx="329836" cy="510016"/>
              <a:chOff x="844912" y="1819635"/>
              <a:chExt cx="329836" cy="510016"/>
            </a:xfrm>
          </p:grpSpPr>
          <p:sp>
            <p:nvSpPr>
              <p:cNvPr id="7325" name="Google Shape;7325;p55"/>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55"/>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55"/>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55"/>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55"/>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55"/>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1" name="Google Shape;7331;p55"/>
            <p:cNvGrpSpPr/>
            <p:nvPr/>
          </p:nvGrpSpPr>
          <p:grpSpPr>
            <a:xfrm>
              <a:off x="1284601" y="2158168"/>
              <a:ext cx="495923" cy="310517"/>
              <a:chOff x="1284601" y="2158168"/>
              <a:chExt cx="495923" cy="310517"/>
            </a:xfrm>
          </p:grpSpPr>
          <p:sp>
            <p:nvSpPr>
              <p:cNvPr id="7332" name="Google Shape;7332;p55"/>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33" name="Google Shape;7333;p55"/>
              <p:cNvGrpSpPr/>
              <p:nvPr/>
            </p:nvGrpSpPr>
            <p:grpSpPr>
              <a:xfrm>
                <a:off x="1507666" y="2158168"/>
                <a:ext cx="272858" cy="310517"/>
                <a:chOff x="1507666" y="2158168"/>
                <a:chExt cx="272858" cy="310517"/>
              </a:xfrm>
            </p:grpSpPr>
            <p:grpSp>
              <p:nvGrpSpPr>
                <p:cNvPr id="7334" name="Google Shape;7334;p55"/>
                <p:cNvGrpSpPr/>
                <p:nvPr/>
              </p:nvGrpSpPr>
              <p:grpSpPr>
                <a:xfrm>
                  <a:off x="1507666" y="2176104"/>
                  <a:ext cx="166395" cy="273149"/>
                  <a:chOff x="1507666" y="2176104"/>
                  <a:chExt cx="166395" cy="273149"/>
                </a:xfrm>
              </p:grpSpPr>
              <p:sp>
                <p:nvSpPr>
                  <p:cNvPr id="7335" name="Google Shape;7335;p55"/>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55"/>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55"/>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55"/>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55"/>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55"/>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55"/>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42" name="Google Shape;7342;p55"/>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55"/>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44" name="Google Shape;7344;p55"/>
            <p:cNvGrpSpPr/>
            <p:nvPr/>
          </p:nvGrpSpPr>
          <p:grpSpPr>
            <a:xfrm>
              <a:off x="1284601" y="1681380"/>
              <a:ext cx="495923" cy="310517"/>
              <a:chOff x="1284601" y="1681380"/>
              <a:chExt cx="495923" cy="310517"/>
            </a:xfrm>
          </p:grpSpPr>
          <p:sp>
            <p:nvSpPr>
              <p:cNvPr id="7345" name="Google Shape;7345;p55"/>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46" name="Google Shape;7346;p55"/>
              <p:cNvGrpSpPr/>
              <p:nvPr/>
            </p:nvGrpSpPr>
            <p:grpSpPr>
              <a:xfrm>
                <a:off x="1507666" y="1681380"/>
                <a:ext cx="272858" cy="310517"/>
                <a:chOff x="1507666" y="1681380"/>
                <a:chExt cx="272858" cy="310517"/>
              </a:xfrm>
            </p:grpSpPr>
            <p:grpSp>
              <p:nvGrpSpPr>
                <p:cNvPr id="7347" name="Google Shape;7347;p55"/>
                <p:cNvGrpSpPr/>
                <p:nvPr/>
              </p:nvGrpSpPr>
              <p:grpSpPr>
                <a:xfrm>
                  <a:off x="1507666" y="1700120"/>
                  <a:ext cx="166395" cy="272984"/>
                  <a:chOff x="1507666" y="1700120"/>
                  <a:chExt cx="166395" cy="272984"/>
                </a:xfrm>
              </p:grpSpPr>
              <p:sp>
                <p:nvSpPr>
                  <p:cNvPr id="7348" name="Google Shape;7348;p55"/>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55"/>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55"/>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55"/>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55"/>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55"/>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55"/>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55" name="Google Shape;7355;p55"/>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55"/>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357" name="Google Shape;7357;p55"/>
          <p:cNvGrpSpPr/>
          <p:nvPr/>
        </p:nvGrpSpPr>
        <p:grpSpPr>
          <a:xfrm>
            <a:off x="6815339" y="2324267"/>
            <a:ext cx="1622269" cy="552443"/>
            <a:chOff x="6894650" y="2574740"/>
            <a:chExt cx="1445100" cy="492111"/>
          </a:xfrm>
        </p:grpSpPr>
        <p:sp>
          <p:nvSpPr>
            <p:cNvPr id="7358" name="Google Shape;7358;p55"/>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55"/>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55"/>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55"/>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55"/>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363" name="Google Shape;7363;p55"/>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7364" name="Google Shape;7364;p55"/>
          <p:cNvGrpSpPr/>
          <p:nvPr/>
        </p:nvGrpSpPr>
        <p:grpSpPr>
          <a:xfrm>
            <a:off x="6834882" y="3698522"/>
            <a:ext cx="1583206" cy="475705"/>
            <a:chOff x="6953919" y="3907920"/>
            <a:chExt cx="1377300" cy="475705"/>
          </a:xfrm>
        </p:grpSpPr>
        <p:cxnSp>
          <p:nvCxnSpPr>
            <p:cNvPr id="7365" name="Google Shape;7365;p55"/>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366" name="Google Shape;7366;p55"/>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7367" name="Google Shape;7367;p55"/>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368" name="Google Shape;7368;p55"/>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7369" name="Google Shape;7369;p55"/>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7370" name="Google Shape;7370;p55"/>
          <p:cNvGrpSpPr/>
          <p:nvPr/>
        </p:nvGrpSpPr>
        <p:grpSpPr>
          <a:xfrm>
            <a:off x="2338470" y="2459668"/>
            <a:ext cx="836286" cy="824529"/>
            <a:chOff x="2389399" y="2595741"/>
            <a:chExt cx="812796" cy="801369"/>
          </a:xfrm>
        </p:grpSpPr>
        <p:grpSp>
          <p:nvGrpSpPr>
            <p:cNvPr id="7371" name="Google Shape;7371;p55"/>
            <p:cNvGrpSpPr/>
            <p:nvPr/>
          </p:nvGrpSpPr>
          <p:grpSpPr>
            <a:xfrm>
              <a:off x="2492145" y="2881565"/>
              <a:ext cx="607300" cy="229751"/>
              <a:chOff x="2492145" y="2881565"/>
              <a:chExt cx="607300" cy="229751"/>
            </a:xfrm>
          </p:grpSpPr>
          <p:sp>
            <p:nvSpPr>
              <p:cNvPr id="7372" name="Google Shape;7372;p55"/>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55"/>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55"/>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5" name="Google Shape;7375;p55"/>
            <p:cNvGrpSpPr/>
            <p:nvPr/>
          </p:nvGrpSpPr>
          <p:grpSpPr>
            <a:xfrm>
              <a:off x="2389399" y="2595741"/>
              <a:ext cx="812796" cy="296825"/>
              <a:chOff x="2389399" y="2595741"/>
              <a:chExt cx="812796" cy="296825"/>
            </a:xfrm>
          </p:grpSpPr>
          <p:grpSp>
            <p:nvGrpSpPr>
              <p:cNvPr id="7376" name="Google Shape;7376;p55"/>
              <p:cNvGrpSpPr/>
              <p:nvPr/>
            </p:nvGrpSpPr>
            <p:grpSpPr>
              <a:xfrm>
                <a:off x="2389399" y="2595741"/>
                <a:ext cx="363638" cy="296825"/>
                <a:chOff x="2389399" y="2595741"/>
                <a:chExt cx="363638" cy="296825"/>
              </a:xfrm>
            </p:grpSpPr>
            <p:grpSp>
              <p:nvGrpSpPr>
                <p:cNvPr id="7377" name="Google Shape;7377;p55"/>
                <p:cNvGrpSpPr/>
                <p:nvPr/>
              </p:nvGrpSpPr>
              <p:grpSpPr>
                <a:xfrm>
                  <a:off x="2493852" y="2794333"/>
                  <a:ext cx="259185" cy="98232"/>
                  <a:chOff x="2493852" y="2794333"/>
                  <a:chExt cx="259185" cy="98232"/>
                </a:xfrm>
              </p:grpSpPr>
              <p:sp>
                <p:nvSpPr>
                  <p:cNvPr id="7378" name="Google Shape;7378;p55"/>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55"/>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55"/>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1" name="Google Shape;7381;p55"/>
                <p:cNvGrpSpPr/>
                <p:nvPr/>
              </p:nvGrpSpPr>
              <p:grpSpPr>
                <a:xfrm>
                  <a:off x="2389399" y="2595741"/>
                  <a:ext cx="224343" cy="182054"/>
                  <a:chOff x="2389399" y="2595741"/>
                  <a:chExt cx="224343" cy="182054"/>
                </a:xfrm>
              </p:grpSpPr>
              <p:sp>
                <p:nvSpPr>
                  <p:cNvPr id="7382" name="Google Shape;7382;p55"/>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55"/>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84" name="Google Shape;7384;p55"/>
              <p:cNvGrpSpPr/>
              <p:nvPr/>
            </p:nvGrpSpPr>
            <p:grpSpPr>
              <a:xfrm>
                <a:off x="2683630" y="2595741"/>
                <a:ext cx="224334" cy="296825"/>
                <a:chOff x="2683630" y="2595741"/>
                <a:chExt cx="224334" cy="296825"/>
              </a:xfrm>
            </p:grpSpPr>
            <p:grpSp>
              <p:nvGrpSpPr>
                <p:cNvPr id="7385" name="Google Shape;7385;p55"/>
                <p:cNvGrpSpPr/>
                <p:nvPr/>
              </p:nvGrpSpPr>
              <p:grpSpPr>
                <a:xfrm>
                  <a:off x="2788083" y="2794333"/>
                  <a:ext cx="15356" cy="98232"/>
                  <a:chOff x="2788083" y="2794333"/>
                  <a:chExt cx="15356" cy="98232"/>
                </a:xfrm>
              </p:grpSpPr>
              <p:sp>
                <p:nvSpPr>
                  <p:cNvPr id="7386" name="Google Shape;7386;p55"/>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55"/>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55"/>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9" name="Google Shape;7389;p55"/>
                <p:cNvGrpSpPr/>
                <p:nvPr/>
              </p:nvGrpSpPr>
              <p:grpSpPr>
                <a:xfrm>
                  <a:off x="2683630" y="2595741"/>
                  <a:ext cx="224334" cy="182054"/>
                  <a:chOff x="2683630" y="2595741"/>
                  <a:chExt cx="224334" cy="182054"/>
                </a:xfrm>
              </p:grpSpPr>
              <p:sp>
                <p:nvSpPr>
                  <p:cNvPr id="7390" name="Google Shape;7390;p55"/>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55"/>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92" name="Google Shape;7392;p55"/>
              <p:cNvGrpSpPr/>
              <p:nvPr/>
            </p:nvGrpSpPr>
            <p:grpSpPr>
              <a:xfrm>
                <a:off x="2838475" y="2595741"/>
                <a:ext cx="363719" cy="296825"/>
                <a:chOff x="2838475" y="2595741"/>
                <a:chExt cx="363719" cy="296825"/>
              </a:xfrm>
            </p:grpSpPr>
            <p:grpSp>
              <p:nvGrpSpPr>
                <p:cNvPr id="7393" name="Google Shape;7393;p55"/>
                <p:cNvGrpSpPr/>
                <p:nvPr/>
              </p:nvGrpSpPr>
              <p:grpSpPr>
                <a:xfrm>
                  <a:off x="2838475" y="2794333"/>
                  <a:ext cx="259185" cy="98232"/>
                  <a:chOff x="2838475" y="2794333"/>
                  <a:chExt cx="259185" cy="98232"/>
                </a:xfrm>
              </p:grpSpPr>
              <p:sp>
                <p:nvSpPr>
                  <p:cNvPr id="7394" name="Google Shape;7394;p55"/>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55"/>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55"/>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7" name="Google Shape;7397;p55"/>
                <p:cNvGrpSpPr/>
                <p:nvPr/>
              </p:nvGrpSpPr>
              <p:grpSpPr>
                <a:xfrm>
                  <a:off x="2977852" y="2595741"/>
                  <a:ext cx="224343" cy="182054"/>
                  <a:chOff x="2977852" y="2595741"/>
                  <a:chExt cx="224343" cy="182054"/>
                </a:xfrm>
              </p:grpSpPr>
              <p:sp>
                <p:nvSpPr>
                  <p:cNvPr id="7398" name="Google Shape;7398;p55"/>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55"/>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400" name="Google Shape;7400;p55"/>
            <p:cNvGrpSpPr/>
            <p:nvPr/>
          </p:nvGrpSpPr>
          <p:grpSpPr>
            <a:xfrm>
              <a:off x="2389399" y="3100241"/>
              <a:ext cx="812796" cy="296869"/>
              <a:chOff x="2389399" y="3100241"/>
              <a:chExt cx="812796" cy="296869"/>
            </a:xfrm>
          </p:grpSpPr>
          <p:grpSp>
            <p:nvGrpSpPr>
              <p:cNvPr id="7401" name="Google Shape;7401;p55"/>
              <p:cNvGrpSpPr/>
              <p:nvPr/>
            </p:nvGrpSpPr>
            <p:grpSpPr>
              <a:xfrm>
                <a:off x="2683630" y="3100241"/>
                <a:ext cx="224334" cy="296869"/>
                <a:chOff x="2683630" y="3100241"/>
                <a:chExt cx="224334" cy="296869"/>
              </a:xfrm>
            </p:grpSpPr>
            <p:grpSp>
              <p:nvGrpSpPr>
                <p:cNvPr id="7402" name="Google Shape;7402;p55"/>
                <p:cNvGrpSpPr/>
                <p:nvPr/>
              </p:nvGrpSpPr>
              <p:grpSpPr>
                <a:xfrm>
                  <a:off x="2788083" y="3100241"/>
                  <a:ext cx="15356" cy="98237"/>
                  <a:chOff x="2788083" y="3100241"/>
                  <a:chExt cx="15356" cy="98237"/>
                </a:xfrm>
              </p:grpSpPr>
              <p:sp>
                <p:nvSpPr>
                  <p:cNvPr id="7403" name="Google Shape;7403;p55"/>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55"/>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55"/>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6" name="Google Shape;7406;p55"/>
                <p:cNvGrpSpPr/>
                <p:nvPr/>
              </p:nvGrpSpPr>
              <p:grpSpPr>
                <a:xfrm>
                  <a:off x="2683630" y="3215065"/>
                  <a:ext cx="224334" cy="182045"/>
                  <a:chOff x="2683630" y="3215065"/>
                  <a:chExt cx="224334" cy="182045"/>
                </a:xfrm>
              </p:grpSpPr>
              <p:sp>
                <p:nvSpPr>
                  <p:cNvPr id="7407" name="Google Shape;7407;p55"/>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55"/>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09" name="Google Shape;7409;p55"/>
              <p:cNvGrpSpPr/>
              <p:nvPr/>
            </p:nvGrpSpPr>
            <p:grpSpPr>
              <a:xfrm>
                <a:off x="2389399" y="3100241"/>
                <a:ext cx="363638" cy="296869"/>
                <a:chOff x="2389399" y="3100241"/>
                <a:chExt cx="363638" cy="296869"/>
              </a:xfrm>
            </p:grpSpPr>
            <p:grpSp>
              <p:nvGrpSpPr>
                <p:cNvPr id="7410" name="Google Shape;7410;p55"/>
                <p:cNvGrpSpPr/>
                <p:nvPr/>
              </p:nvGrpSpPr>
              <p:grpSpPr>
                <a:xfrm>
                  <a:off x="2493852" y="3100241"/>
                  <a:ext cx="259185" cy="98237"/>
                  <a:chOff x="2493852" y="3100241"/>
                  <a:chExt cx="259185" cy="98237"/>
                </a:xfrm>
              </p:grpSpPr>
              <p:sp>
                <p:nvSpPr>
                  <p:cNvPr id="7411" name="Google Shape;7411;p55"/>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55"/>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55"/>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4" name="Google Shape;7414;p55"/>
                <p:cNvGrpSpPr/>
                <p:nvPr/>
              </p:nvGrpSpPr>
              <p:grpSpPr>
                <a:xfrm>
                  <a:off x="2389399" y="3215065"/>
                  <a:ext cx="224343" cy="182045"/>
                  <a:chOff x="2389399" y="3215065"/>
                  <a:chExt cx="224343" cy="182045"/>
                </a:xfrm>
              </p:grpSpPr>
              <p:sp>
                <p:nvSpPr>
                  <p:cNvPr id="7415" name="Google Shape;7415;p55"/>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55"/>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17" name="Google Shape;7417;p55"/>
              <p:cNvGrpSpPr/>
              <p:nvPr/>
            </p:nvGrpSpPr>
            <p:grpSpPr>
              <a:xfrm>
                <a:off x="2838475" y="3100241"/>
                <a:ext cx="363719" cy="296869"/>
                <a:chOff x="2838475" y="3100241"/>
                <a:chExt cx="363719" cy="296869"/>
              </a:xfrm>
            </p:grpSpPr>
            <p:grpSp>
              <p:nvGrpSpPr>
                <p:cNvPr id="7418" name="Google Shape;7418;p55"/>
                <p:cNvGrpSpPr/>
                <p:nvPr/>
              </p:nvGrpSpPr>
              <p:grpSpPr>
                <a:xfrm>
                  <a:off x="2838475" y="3100241"/>
                  <a:ext cx="259185" cy="98237"/>
                  <a:chOff x="2838475" y="3100241"/>
                  <a:chExt cx="259185" cy="98237"/>
                </a:xfrm>
              </p:grpSpPr>
              <p:sp>
                <p:nvSpPr>
                  <p:cNvPr id="7419" name="Google Shape;7419;p55"/>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55"/>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55"/>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2" name="Google Shape;7422;p55"/>
                <p:cNvGrpSpPr/>
                <p:nvPr/>
              </p:nvGrpSpPr>
              <p:grpSpPr>
                <a:xfrm>
                  <a:off x="2977852" y="3215065"/>
                  <a:ext cx="224343" cy="182045"/>
                  <a:chOff x="2977852" y="3215065"/>
                  <a:chExt cx="224343" cy="182045"/>
                </a:xfrm>
              </p:grpSpPr>
              <p:sp>
                <p:nvSpPr>
                  <p:cNvPr id="7423" name="Google Shape;7423;p55"/>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55"/>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28" name="Shape 7428"/>
        <p:cNvGrpSpPr/>
        <p:nvPr/>
      </p:nvGrpSpPr>
      <p:grpSpPr>
        <a:xfrm>
          <a:off x="0" y="0"/>
          <a:ext cx="0" cy="0"/>
          <a:chOff x="0" y="0"/>
          <a:chExt cx="0" cy="0"/>
        </a:xfrm>
      </p:grpSpPr>
      <p:grpSp>
        <p:nvGrpSpPr>
          <p:cNvPr id="7429" name="Google Shape;7429;p56"/>
          <p:cNvGrpSpPr/>
          <p:nvPr/>
        </p:nvGrpSpPr>
        <p:grpSpPr>
          <a:xfrm>
            <a:off x="702088" y="3155922"/>
            <a:ext cx="2390414" cy="1024800"/>
            <a:chOff x="728925" y="3296613"/>
            <a:chExt cx="2390414" cy="1024800"/>
          </a:xfrm>
        </p:grpSpPr>
        <p:grpSp>
          <p:nvGrpSpPr>
            <p:cNvPr id="7430" name="Google Shape;7430;p56"/>
            <p:cNvGrpSpPr/>
            <p:nvPr/>
          </p:nvGrpSpPr>
          <p:grpSpPr>
            <a:xfrm>
              <a:off x="728925" y="3619800"/>
              <a:ext cx="2390414" cy="500893"/>
              <a:chOff x="728925" y="3619800"/>
              <a:chExt cx="2390414" cy="500893"/>
            </a:xfrm>
          </p:grpSpPr>
          <p:sp>
            <p:nvSpPr>
              <p:cNvPr id="7431" name="Google Shape;7431;p56"/>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432" name="Google Shape;7432;p56"/>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433" name="Google Shape;7433;p56"/>
            <p:cNvGrpSpPr/>
            <p:nvPr/>
          </p:nvGrpSpPr>
          <p:grpSpPr>
            <a:xfrm>
              <a:off x="1348050" y="3296613"/>
              <a:ext cx="1706152" cy="1024800"/>
              <a:chOff x="1348050" y="3296613"/>
              <a:chExt cx="1706152" cy="1024800"/>
            </a:xfrm>
          </p:grpSpPr>
          <p:sp>
            <p:nvSpPr>
              <p:cNvPr id="7434" name="Google Shape;7434;p56"/>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435" name="Google Shape;7435;p56"/>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436" name="Google Shape;7436;p56"/>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437" name="Google Shape;7437;p56"/>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438" name="Google Shape;7438;p56"/>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439" name="Google Shape;7439;p56"/>
            <p:cNvGrpSpPr/>
            <p:nvPr/>
          </p:nvGrpSpPr>
          <p:grpSpPr>
            <a:xfrm>
              <a:off x="1455707" y="3654858"/>
              <a:ext cx="1491150" cy="417657"/>
              <a:chOff x="1455707" y="3654858"/>
              <a:chExt cx="1491150" cy="417657"/>
            </a:xfrm>
          </p:grpSpPr>
          <p:sp>
            <p:nvSpPr>
              <p:cNvPr id="7440" name="Google Shape;7440;p56"/>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56"/>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56"/>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56"/>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56"/>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56"/>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56"/>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56"/>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56"/>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56"/>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56"/>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56"/>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56"/>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56"/>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56"/>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56"/>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56"/>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56"/>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56"/>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56"/>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460" name="Google Shape;7460;p56"/>
          <p:cNvGraphicFramePr/>
          <p:nvPr/>
        </p:nvGraphicFramePr>
        <p:xfrm>
          <a:off x="5937787" y="2153834"/>
          <a:ext cx="3000000" cy="3000000"/>
        </p:xfrm>
        <a:graphic>
          <a:graphicData uri="http://schemas.openxmlformats.org/drawingml/2006/table">
            <a:tbl>
              <a:tblPr>
                <a:noFill/>
                <a:tableStyleId>{8E8FDCE8-B9AE-4A85-9227-33255774178E}</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7461" name="Google Shape;7461;p56"/>
          <p:cNvGrpSpPr/>
          <p:nvPr/>
        </p:nvGrpSpPr>
        <p:grpSpPr>
          <a:xfrm>
            <a:off x="710464" y="981599"/>
            <a:ext cx="2396505" cy="976502"/>
            <a:chOff x="749309" y="1112739"/>
            <a:chExt cx="2371603" cy="976502"/>
          </a:xfrm>
        </p:grpSpPr>
        <p:grpSp>
          <p:nvGrpSpPr>
            <p:cNvPr id="7462" name="Google Shape;7462;p56"/>
            <p:cNvGrpSpPr/>
            <p:nvPr/>
          </p:nvGrpSpPr>
          <p:grpSpPr>
            <a:xfrm>
              <a:off x="1092126" y="1112739"/>
              <a:ext cx="2028786" cy="975464"/>
              <a:chOff x="1092126" y="1112739"/>
              <a:chExt cx="2028786" cy="975464"/>
            </a:xfrm>
          </p:grpSpPr>
          <p:sp>
            <p:nvSpPr>
              <p:cNvPr id="7463" name="Google Shape;7463;p56"/>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56"/>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56"/>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56"/>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56"/>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56"/>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56"/>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56"/>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56"/>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56"/>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56"/>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56"/>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56"/>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56"/>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56"/>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56"/>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56"/>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56"/>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56"/>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56"/>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56"/>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56"/>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56"/>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56"/>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7" name="Google Shape;7487;p56"/>
            <p:cNvGrpSpPr/>
            <p:nvPr/>
          </p:nvGrpSpPr>
          <p:grpSpPr>
            <a:xfrm>
              <a:off x="749309" y="1112739"/>
              <a:ext cx="314700" cy="975464"/>
              <a:chOff x="749309" y="1112739"/>
              <a:chExt cx="314700" cy="975464"/>
            </a:xfrm>
          </p:grpSpPr>
          <p:sp>
            <p:nvSpPr>
              <p:cNvPr id="7488" name="Google Shape;7488;p56"/>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56"/>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56"/>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56"/>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92" name="Google Shape;7492;p56"/>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56"/>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56"/>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56"/>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7496" name="Google Shape;7496;p56"/>
          <p:cNvGraphicFramePr/>
          <p:nvPr/>
        </p:nvGraphicFramePr>
        <p:xfrm>
          <a:off x="5937812" y="981584"/>
          <a:ext cx="3000000" cy="3000000"/>
        </p:xfrm>
        <a:graphic>
          <a:graphicData uri="http://schemas.openxmlformats.org/drawingml/2006/table">
            <a:tbl>
              <a:tblPr>
                <a:noFill/>
                <a:tableStyleId>{8E8FDCE8-B9AE-4A85-9227-33255774178E}</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7497" name="Google Shape;7497;p56"/>
          <p:cNvGraphicFramePr/>
          <p:nvPr/>
        </p:nvGraphicFramePr>
        <p:xfrm>
          <a:off x="3358675" y="2153834"/>
          <a:ext cx="3000000" cy="3000000"/>
        </p:xfrm>
        <a:graphic>
          <a:graphicData uri="http://schemas.openxmlformats.org/drawingml/2006/table">
            <a:tbl>
              <a:tblPr>
                <a:noFill/>
                <a:tableStyleId>{8E8FDCE8-B9AE-4A85-9227-33255774178E}</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7498" name="Google Shape;7498;p56"/>
          <p:cNvGrpSpPr/>
          <p:nvPr/>
        </p:nvGrpSpPr>
        <p:grpSpPr>
          <a:xfrm>
            <a:off x="3360661" y="3144795"/>
            <a:ext cx="2363377" cy="1047062"/>
            <a:chOff x="3358399" y="3285485"/>
            <a:chExt cx="2363377" cy="1047062"/>
          </a:xfrm>
        </p:grpSpPr>
        <p:grpSp>
          <p:nvGrpSpPr>
            <p:cNvPr id="7499" name="Google Shape;7499;p56"/>
            <p:cNvGrpSpPr/>
            <p:nvPr/>
          </p:nvGrpSpPr>
          <p:grpSpPr>
            <a:xfrm>
              <a:off x="3358412" y="3285485"/>
              <a:ext cx="2363244" cy="139500"/>
              <a:chOff x="3358412" y="3285485"/>
              <a:chExt cx="2363244" cy="139500"/>
            </a:xfrm>
          </p:grpSpPr>
          <p:sp>
            <p:nvSpPr>
              <p:cNvPr id="7500" name="Google Shape;7500;p56"/>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56"/>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56"/>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56"/>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56"/>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5" name="Google Shape;7505;p56"/>
            <p:cNvGrpSpPr/>
            <p:nvPr/>
          </p:nvGrpSpPr>
          <p:grpSpPr>
            <a:xfrm>
              <a:off x="3358412" y="3466996"/>
              <a:ext cx="2363244" cy="139500"/>
              <a:chOff x="3358412" y="3466996"/>
              <a:chExt cx="2363244" cy="139500"/>
            </a:xfrm>
          </p:grpSpPr>
          <p:sp>
            <p:nvSpPr>
              <p:cNvPr id="7506" name="Google Shape;7506;p56"/>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56"/>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56"/>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56"/>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56"/>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1" name="Google Shape;7511;p56"/>
            <p:cNvGrpSpPr/>
            <p:nvPr/>
          </p:nvGrpSpPr>
          <p:grpSpPr>
            <a:xfrm>
              <a:off x="3358412" y="3648507"/>
              <a:ext cx="2363244" cy="139500"/>
              <a:chOff x="3358412" y="3648507"/>
              <a:chExt cx="2363244" cy="139500"/>
            </a:xfrm>
          </p:grpSpPr>
          <p:sp>
            <p:nvSpPr>
              <p:cNvPr id="7512" name="Google Shape;7512;p56"/>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56"/>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56"/>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56"/>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56"/>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7" name="Google Shape;7517;p56"/>
            <p:cNvGrpSpPr/>
            <p:nvPr/>
          </p:nvGrpSpPr>
          <p:grpSpPr>
            <a:xfrm>
              <a:off x="3358412" y="3830018"/>
              <a:ext cx="2363244" cy="139500"/>
              <a:chOff x="3358412" y="3830018"/>
              <a:chExt cx="2363244" cy="139500"/>
            </a:xfrm>
          </p:grpSpPr>
          <p:sp>
            <p:nvSpPr>
              <p:cNvPr id="7518" name="Google Shape;7518;p56"/>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56"/>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56"/>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56"/>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56"/>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3" name="Google Shape;7523;p56"/>
            <p:cNvGrpSpPr/>
            <p:nvPr/>
          </p:nvGrpSpPr>
          <p:grpSpPr>
            <a:xfrm>
              <a:off x="3358399" y="4011514"/>
              <a:ext cx="2363377" cy="139537"/>
              <a:chOff x="3294800" y="4134603"/>
              <a:chExt cx="2638876" cy="152400"/>
            </a:xfrm>
          </p:grpSpPr>
          <p:sp>
            <p:nvSpPr>
              <p:cNvPr id="7524" name="Google Shape;7524;p56"/>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56"/>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56"/>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56"/>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56"/>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9" name="Google Shape;7529;p56"/>
            <p:cNvGrpSpPr/>
            <p:nvPr/>
          </p:nvGrpSpPr>
          <p:grpSpPr>
            <a:xfrm>
              <a:off x="3358399" y="4193010"/>
              <a:ext cx="2363377" cy="139537"/>
              <a:chOff x="3294800" y="4134603"/>
              <a:chExt cx="2638876" cy="152400"/>
            </a:xfrm>
          </p:grpSpPr>
          <p:sp>
            <p:nvSpPr>
              <p:cNvPr id="7530" name="Google Shape;7530;p56"/>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56"/>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56"/>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56"/>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56"/>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535" name="Google Shape;7535;p56"/>
          <p:cNvGraphicFramePr/>
          <p:nvPr/>
        </p:nvGraphicFramePr>
        <p:xfrm>
          <a:off x="711463" y="2153834"/>
          <a:ext cx="3000000" cy="3000000"/>
        </p:xfrm>
        <a:graphic>
          <a:graphicData uri="http://schemas.openxmlformats.org/drawingml/2006/table">
            <a:tbl>
              <a:tblPr>
                <a:noFill/>
                <a:tableStyleId>{8E8FDCE8-B9AE-4A85-9227-33255774178E}</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7536" name="Google Shape;7536;p56"/>
          <p:cNvGrpSpPr/>
          <p:nvPr/>
        </p:nvGrpSpPr>
        <p:grpSpPr>
          <a:xfrm>
            <a:off x="4161132" y="2557649"/>
            <a:ext cx="1302095" cy="60959"/>
            <a:chOff x="3558802" y="4011427"/>
            <a:chExt cx="1866000" cy="111300"/>
          </a:xfrm>
        </p:grpSpPr>
        <p:sp>
          <p:nvSpPr>
            <p:cNvPr id="7537" name="Google Shape;7537;p5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56"/>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9" name="Google Shape;7539;p56"/>
          <p:cNvGrpSpPr/>
          <p:nvPr/>
        </p:nvGrpSpPr>
        <p:grpSpPr>
          <a:xfrm>
            <a:off x="4706620" y="2839808"/>
            <a:ext cx="914340" cy="60959"/>
            <a:chOff x="3558802" y="4011427"/>
            <a:chExt cx="1866000" cy="111300"/>
          </a:xfrm>
        </p:grpSpPr>
        <p:sp>
          <p:nvSpPr>
            <p:cNvPr id="7540" name="Google Shape;7540;p5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56"/>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2" name="Google Shape;7542;p56"/>
          <p:cNvGrpSpPr/>
          <p:nvPr/>
        </p:nvGrpSpPr>
        <p:grpSpPr>
          <a:xfrm>
            <a:off x="5871419" y="3167606"/>
            <a:ext cx="2522867" cy="1001454"/>
            <a:chOff x="1904318" y="789980"/>
            <a:chExt cx="1489472" cy="606868"/>
          </a:xfrm>
        </p:grpSpPr>
        <p:cxnSp>
          <p:nvCxnSpPr>
            <p:cNvPr id="7543" name="Google Shape;7543;p56"/>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544" name="Google Shape;7544;p56"/>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545" name="Google Shape;7545;p56"/>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7546" name="Google Shape;7546;p56"/>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7547" name="Google Shape;7547;p56"/>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7548" name="Google Shape;7548;p56"/>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7549" name="Google Shape;7549;p56"/>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7550" name="Google Shape;7550;p56"/>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56"/>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56"/>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56"/>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56"/>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56"/>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56"/>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7557" name="Google Shape;7557;p56"/>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7558" name="Google Shape;7558;p56"/>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7559" name="Google Shape;7559;p56"/>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0" name="Google Shape;7560;p56"/>
          <p:cNvGrpSpPr/>
          <p:nvPr/>
        </p:nvGrpSpPr>
        <p:grpSpPr>
          <a:xfrm>
            <a:off x="3355824" y="951642"/>
            <a:ext cx="2363393" cy="1005865"/>
            <a:chOff x="3292400" y="1193188"/>
            <a:chExt cx="2615240" cy="1131075"/>
          </a:xfrm>
        </p:grpSpPr>
        <p:sp>
          <p:nvSpPr>
            <p:cNvPr id="7561" name="Google Shape;7561;p56"/>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562" name="Google Shape;7562;p56"/>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563" name="Google Shape;7563;p56"/>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7564" name="Google Shape;7564;p56"/>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7565" name="Google Shape;7565;p56"/>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7566" name="Google Shape;7566;p56"/>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7567" name="Google Shape;7567;p56"/>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7568" name="Google Shape;7568;p56"/>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7569" name="Google Shape;7569;p56"/>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7570" name="Google Shape;7570;p56"/>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7571" name="Google Shape;7571;p56"/>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572" name="Google Shape;7572;p56"/>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7573" name="Google Shape;7573;p56"/>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574" name="Google Shape;7574;p56"/>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7575" name="Google Shape;7575;p56"/>
            <p:cNvGrpSpPr/>
            <p:nvPr/>
          </p:nvGrpSpPr>
          <p:grpSpPr>
            <a:xfrm>
              <a:off x="3748438" y="1378608"/>
              <a:ext cx="2159202" cy="903971"/>
              <a:chOff x="1683525" y="2179850"/>
              <a:chExt cx="4519050" cy="2134525"/>
            </a:xfrm>
          </p:grpSpPr>
          <p:sp>
            <p:nvSpPr>
              <p:cNvPr id="7576" name="Google Shape;7576;p56"/>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577" name="Google Shape;7577;p56"/>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578" name="Google Shape;7578;p56"/>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579" name="Google Shape;7579;p56"/>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580" name="Google Shape;7580;p56"/>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581" name="Google Shape;7581;p56"/>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582" name="Google Shape;7582;p56"/>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583" name="Google Shape;7583;p56"/>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584" name="Google Shape;7584;p56"/>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585" name="Google Shape;7585;p56"/>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586" name="Google Shape;7586;p56"/>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587" name="Google Shape;7587;p56"/>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91" name="Shape 7591"/>
        <p:cNvGrpSpPr/>
        <p:nvPr/>
      </p:nvGrpSpPr>
      <p:grpSpPr>
        <a:xfrm>
          <a:off x="0" y="0"/>
          <a:ext cx="0" cy="0"/>
          <a:chOff x="0" y="0"/>
          <a:chExt cx="0" cy="0"/>
        </a:xfrm>
      </p:grpSpPr>
      <p:grpSp>
        <p:nvGrpSpPr>
          <p:cNvPr id="7592" name="Google Shape;7592;p57"/>
          <p:cNvGrpSpPr/>
          <p:nvPr/>
        </p:nvGrpSpPr>
        <p:grpSpPr>
          <a:xfrm>
            <a:off x="4796690" y="970936"/>
            <a:ext cx="745431" cy="718863"/>
            <a:chOff x="4249973" y="1201875"/>
            <a:chExt cx="1958568" cy="1888762"/>
          </a:xfrm>
        </p:grpSpPr>
        <p:sp>
          <p:nvSpPr>
            <p:cNvPr id="7593" name="Google Shape;7593;p57"/>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94" name="Google Shape;7594;p57"/>
            <p:cNvGrpSpPr/>
            <p:nvPr/>
          </p:nvGrpSpPr>
          <p:grpSpPr>
            <a:xfrm>
              <a:off x="5853086" y="1789142"/>
              <a:ext cx="355454" cy="1048099"/>
              <a:chOff x="5576108" y="2016725"/>
              <a:chExt cx="565200" cy="1666560"/>
            </a:xfrm>
          </p:grpSpPr>
          <p:sp>
            <p:nvSpPr>
              <p:cNvPr id="7595" name="Google Shape;7595;p57"/>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596" name="Google Shape;7596;p57"/>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7" name="Google Shape;7597;p57"/>
            <p:cNvGrpSpPr/>
            <p:nvPr/>
          </p:nvGrpSpPr>
          <p:grpSpPr>
            <a:xfrm>
              <a:off x="4869455" y="2691676"/>
              <a:ext cx="1013897" cy="398961"/>
              <a:chOff x="4012057" y="3451825"/>
              <a:chExt cx="1612175" cy="634379"/>
            </a:xfrm>
          </p:grpSpPr>
          <p:sp>
            <p:nvSpPr>
              <p:cNvPr id="7598" name="Google Shape;7598;p57"/>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599" name="Google Shape;7599;p57"/>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0" name="Google Shape;7600;p57"/>
            <p:cNvGrpSpPr/>
            <p:nvPr/>
          </p:nvGrpSpPr>
          <p:grpSpPr>
            <a:xfrm>
              <a:off x="4276937" y="2155961"/>
              <a:ext cx="651965" cy="891358"/>
              <a:chOff x="3069908" y="2599997"/>
              <a:chExt cx="1036675" cy="1417328"/>
            </a:xfrm>
          </p:grpSpPr>
          <p:sp>
            <p:nvSpPr>
              <p:cNvPr id="7601" name="Google Shape;7601;p57"/>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602" name="Google Shape;7602;p57"/>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3" name="Google Shape;7603;p57"/>
            <p:cNvGrpSpPr/>
            <p:nvPr/>
          </p:nvGrpSpPr>
          <p:grpSpPr>
            <a:xfrm>
              <a:off x="5054918" y="1201875"/>
              <a:ext cx="999548" cy="602711"/>
              <a:chOff x="4306958" y="1082925"/>
              <a:chExt cx="1589359" cy="958358"/>
            </a:xfrm>
          </p:grpSpPr>
          <p:sp>
            <p:nvSpPr>
              <p:cNvPr id="7604" name="Google Shape;7604;p57"/>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605" name="Google Shape;7605;p57"/>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6" name="Google Shape;7606;p57"/>
            <p:cNvGrpSpPr/>
            <p:nvPr/>
          </p:nvGrpSpPr>
          <p:grpSpPr>
            <a:xfrm>
              <a:off x="4249973" y="1303451"/>
              <a:ext cx="799317" cy="841334"/>
              <a:chOff x="3027033" y="1244439"/>
              <a:chExt cx="1270977" cy="1337786"/>
            </a:xfrm>
          </p:grpSpPr>
          <p:sp>
            <p:nvSpPr>
              <p:cNvPr id="7607" name="Google Shape;7607;p57"/>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608" name="Google Shape;7608;p57"/>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09" name="Google Shape;7609;p57"/>
          <p:cNvGrpSpPr/>
          <p:nvPr/>
        </p:nvGrpSpPr>
        <p:grpSpPr>
          <a:xfrm>
            <a:off x="713063" y="1849386"/>
            <a:ext cx="761767" cy="729896"/>
            <a:chOff x="2657744" y="2337745"/>
            <a:chExt cx="832987" cy="798137"/>
          </a:xfrm>
        </p:grpSpPr>
        <p:sp>
          <p:nvSpPr>
            <p:cNvPr id="7610" name="Google Shape;7610;p57"/>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57"/>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57"/>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57"/>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57"/>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57"/>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6" name="Google Shape;7616;p57"/>
          <p:cNvGrpSpPr/>
          <p:nvPr/>
        </p:nvGrpSpPr>
        <p:grpSpPr>
          <a:xfrm>
            <a:off x="3224027" y="1852592"/>
            <a:ext cx="685569" cy="723586"/>
            <a:chOff x="3398134" y="2057755"/>
            <a:chExt cx="704087" cy="743130"/>
          </a:xfrm>
        </p:grpSpPr>
        <p:grpSp>
          <p:nvGrpSpPr>
            <p:cNvPr id="7617" name="Google Shape;7617;p57"/>
            <p:cNvGrpSpPr/>
            <p:nvPr/>
          </p:nvGrpSpPr>
          <p:grpSpPr>
            <a:xfrm>
              <a:off x="3398134" y="2290183"/>
              <a:ext cx="315300" cy="219900"/>
              <a:chOff x="3398134" y="2290183"/>
              <a:chExt cx="315300" cy="219900"/>
            </a:xfrm>
          </p:grpSpPr>
          <p:sp>
            <p:nvSpPr>
              <p:cNvPr id="7618" name="Google Shape;7618;p57"/>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619" name="Google Shape;7619;p57"/>
              <p:cNvCxnSpPr>
                <a:stCxn id="7618"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7620" name="Google Shape;7620;p57"/>
            <p:cNvGrpSpPr/>
            <p:nvPr/>
          </p:nvGrpSpPr>
          <p:grpSpPr>
            <a:xfrm>
              <a:off x="3547823" y="2467358"/>
              <a:ext cx="219900" cy="333527"/>
              <a:chOff x="3547823" y="2467358"/>
              <a:chExt cx="219900" cy="333527"/>
            </a:xfrm>
          </p:grpSpPr>
          <p:sp>
            <p:nvSpPr>
              <p:cNvPr id="7621" name="Google Shape;7621;p57"/>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622" name="Google Shape;7622;p57"/>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7623" name="Google Shape;7623;p57"/>
            <p:cNvGrpSpPr/>
            <p:nvPr/>
          </p:nvGrpSpPr>
          <p:grpSpPr>
            <a:xfrm>
              <a:off x="3734138" y="2467358"/>
              <a:ext cx="219900" cy="333527"/>
              <a:chOff x="3734138" y="2467358"/>
              <a:chExt cx="219900" cy="333527"/>
            </a:xfrm>
          </p:grpSpPr>
          <p:sp>
            <p:nvSpPr>
              <p:cNvPr id="7624" name="Google Shape;7624;p57"/>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625" name="Google Shape;7625;p57"/>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7626" name="Google Shape;7626;p57"/>
            <p:cNvGrpSpPr/>
            <p:nvPr/>
          </p:nvGrpSpPr>
          <p:grpSpPr>
            <a:xfrm>
              <a:off x="3787560" y="2288011"/>
              <a:ext cx="314661" cy="219900"/>
              <a:chOff x="3787560" y="2288011"/>
              <a:chExt cx="314661" cy="219900"/>
            </a:xfrm>
          </p:grpSpPr>
          <p:sp>
            <p:nvSpPr>
              <p:cNvPr id="7627" name="Google Shape;7627;p57"/>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628" name="Google Shape;7628;p57"/>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7629" name="Google Shape;7629;p57"/>
            <p:cNvGrpSpPr/>
            <p:nvPr/>
          </p:nvGrpSpPr>
          <p:grpSpPr>
            <a:xfrm>
              <a:off x="3637290" y="2057755"/>
              <a:ext cx="219900" cy="335499"/>
              <a:chOff x="3637290" y="2057755"/>
              <a:chExt cx="219900" cy="335499"/>
            </a:xfrm>
          </p:grpSpPr>
          <p:sp>
            <p:nvSpPr>
              <p:cNvPr id="7630" name="Google Shape;7630;p57"/>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7631" name="Google Shape;7631;p57"/>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7632" name="Google Shape;7632;p57"/>
          <p:cNvGrpSpPr/>
          <p:nvPr/>
        </p:nvGrpSpPr>
        <p:grpSpPr>
          <a:xfrm>
            <a:off x="4899249" y="1859288"/>
            <a:ext cx="710153" cy="710153"/>
            <a:chOff x="5007123" y="2079403"/>
            <a:chExt cx="687600" cy="687600"/>
          </a:xfrm>
        </p:grpSpPr>
        <p:sp>
          <p:nvSpPr>
            <p:cNvPr id="7633" name="Google Shape;7633;p57"/>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57"/>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57"/>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57"/>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7" name="Google Shape;7637;p57"/>
          <p:cNvGrpSpPr/>
          <p:nvPr/>
        </p:nvGrpSpPr>
        <p:grpSpPr>
          <a:xfrm>
            <a:off x="5708687" y="1853794"/>
            <a:ext cx="720998" cy="721183"/>
            <a:chOff x="5797446" y="2063053"/>
            <a:chExt cx="698100" cy="698280"/>
          </a:xfrm>
        </p:grpSpPr>
        <p:sp>
          <p:nvSpPr>
            <p:cNvPr id="7638" name="Google Shape;7638;p57"/>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57"/>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57"/>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57"/>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2" name="Google Shape;7642;p57"/>
          <p:cNvGrpSpPr/>
          <p:nvPr/>
        </p:nvGrpSpPr>
        <p:grpSpPr>
          <a:xfrm>
            <a:off x="8153834" y="3499399"/>
            <a:ext cx="280585" cy="673164"/>
            <a:chOff x="8075075" y="3754290"/>
            <a:chExt cx="255612" cy="613194"/>
          </a:xfrm>
        </p:grpSpPr>
        <p:grpSp>
          <p:nvGrpSpPr>
            <p:cNvPr id="7643" name="Google Shape;7643;p57"/>
            <p:cNvGrpSpPr/>
            <p:nvPr/>
          </p:nvGrpSpPr>
          <p:grpSpPr>
            <a:xfrm>
              <a:off x="8075075" y="3754290"/>
              <a:ext cx="255612" cy="613194"/>
              <a:chOff x="8075075" y="3754290"/>
              <a:chExt cx="255612" cy="613194"/>
            </a:xfrm>
          </p:grpSpPr>
          <p:sp>
            <p:nvSpPr>
              <p:cNvPr id="7644" name="Google Shape;7644;p57"/>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57"/>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46" name="Google Shape;7646;p57"/>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7" name="Google Shape;7647;p57"/>
          <p:cNvGrpSpPr/>
          <p:nvPr/>
        </p:nvGrpSpPr>
        <p:grpSpPr>
          <a:xfrm>
            <a:off x="5270892" y="3488196"/>
            <a:ext cx="470352" cy="683745"/>
            <a:chOff x="1697726" y="3244179"/>
            <a:chExt cx="788124" cy="1146069"/>
          </a:xfrm>
        </p:grpSpPr>
        <p:sp>
          <p:nvSpPr>
            <p:cNvPr id="7648" name="Google Shape;7648;p57"/>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57"/>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50" name="Google Shape;7650;p57"/>
          <p:cNvSpPr/>
          <p:nvPr/>
        </p:nvSpPr>
        <p:spPr>
          <a:xfrm>
            <a:off x="8128357" y="3402198"/>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51" name="Google Shape;7651;p57"/>
          <p:cNvGrpSpPr/>
          <p:nvPr/>
        </p:nvGrpSpPr>
        <p:grpSpPr>
          <a:xfrm>
            <a:off x="5892043" y="3499398"/>
            <a:ext cx="293891" cy="293845"/>
            <a:chOff x="6134814" y="3754290"/>
            <a:chExt cx="293891" cy="293845"/>
          </a:xfrm>
        </p:grpSpPr>
        <p:sp>
          <p:nvSpPr>
            <p:cNvPr id="7652" name="Google Shape;7652;p57"/>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57"/>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4" name="Google Shape;7654;p57"/>
          <p:cNvGrpSpPr/>
          <p:nvPr/>
        </p:nvGrpSpPr>
        <p:grpSpPr>
          <a:xfrm>
            <a:off x="5892043" y="3878069"/>
            <a:ext cx="293891" cy="293891"/>
            <a:chOff x="6134814" y="4086186"/>
            <a:chExt cx="293891" cy="293891"/>
          </a:xfrm>
        </p:grpSpPr>
        <p:sp>
          <p:nvSpPr>
            <p:cNvPr id="7655" name="Google Shape;7655;p57"/>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57"/>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57" name="Google Shape;7657;p57"/>
          <p:cNvSpPr/>
          <p:nvPr/>
        </p:nvSpPr>
        <p:spPr>
          <a:xfrm>
            <a:off x="6930470" y="3498595"/>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57"/>
          <p:cNvSpPr/>
          <p:nvPr/>
        </p:nvSpPr>
        <p:spPr>
          <a:xfrm rot="10800000">
            <a:off x="6336732" y="3496333"/>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59" name="Google Shape;7659;p57"/>
          <p:cNvGrpSpPr/>
          <p:nvPr/>
        </p:nvGrpSpPr>
        <p:grpSpPr>
          <a:xfrm>
            <a:off x="7817018" y="2706762"/>
            <a:ext cx="622883" cy="621944"/>
            <a:chOff x="1187048" y="238125"/>
            <a:chExt cx="5256397" cy="5248476"/>
          </a:xfrm>
        </p:grpSpPr>
        <p:sp>
          <p:nvSpPr>
            <p:cNvPr id="7660" name="Google Shape;7660;p57"/>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57"/>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57"/>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57"/>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4" name="Google Shape;7664;p57"/>
          <p:cNvGrpSpPr/>
          <p:nvPr/>
        </p:nvGrpSpPr>
        <p:grpSpPr>
          <a:xfrm>
            <a:off x="2274123" y="2716370"/>
            <a:ext cx="1310987" cy="612407"/>
            <a:chOff x="238125" y="1188750"/>
            <a:chExt cx="7140450" cy="3335550"/>
          </a:xfrm>
        </p:grpSpPr>
        <p:sp>
          <p:nvSpPr>
            <p:cNvPr id="7665" name="Google Shape;7665;p57"/>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57"/>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57"/>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57"/>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57"/>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0" name="Google Shape;7670;p57"/>
          <p:cNvGrpSpPr/>
          <p:nvPr/>
        </p:nvGrpSpPr>
        <p:grpSpPr>
          <a:xfrm>
            <a:off x="6599995" y="2706925"/>
            <a:ext cx="1110299" cy="621702"/>
            <a:chOff x="238125" y="1335475"/>
            <a:chExt cx="5418735" cy="3034175"/>
          </a:xfrm>
        </p:grpSpPr>
        <p:sp>
          <p:nvSpPr>
            <p:cNvPr id="7671" name="Google Shape;7671;p57"/>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57"/>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57"/>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4" name="Google Shape;7674;p57"/>
          <p:cNvGrpSpPr/>
          <p:nvPr/>
        </p:nvGrpSpPr>
        <p:grpSpPr>
          <a:xfrm>
            <a:off x="5417655" y="2703822"/>
            <a:ext cx="1074451" cy="627181"/>
            <a:chOff x="5359127" y="2910889"/>
            <a:chExt cx="1097723" cy="640831"/>
          </a:xfrm>
        </p:grpSpPr>
        <p:grpSp>
          <p:nvGrpSpPr>
            <p:cNvPr id="7675" name="Google Shape;7675;p57"/>
            <p:cNvGrpSpPr/>
            <p:nvPr/>
          </p:nvGrpSpPr>
          <p:grpSpPr>
            <a:xfrm>
              <a:off x="5929791" y="3263088"/>
              <a:ext cx="527060" cy="287097"/>
              <a:chOff x="5929791" y="3263088"/>
              <a:chExt cx="527060" cy="287097"/>
            </a:xfrm>
          </p:grpSpPr>
          <p:sp>
            <p:nvSpPr>
              <p:cNvPr id="7676" name="Google Shape;7676;p57"/>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677" name="Google Shape;7677;p57"/>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678" name="Google Shape;7678;p57"/>
            <p:cNvGrpSpPr/>
            <p:nvPr/>
          </p:nvGrpSpPr>
          <p:grpSpPr>
            <a:xfrm>
              <a:off x="5359127" y="3263089"/>
              <a:ext cx="526428" cy="288631"/>
              <a:chOff x="5359127" y="3263089"/>
              <a:chExt cx="526428" cy="288631"/>
            </a:xfrm>
          </p:grpSpPr>
          <p:sp>
            <p:nvSpPr>
              <p:cNvPr id="7679" name="Google Shape;7679;p57"/>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680" name="Google Shape;7680;p57"/>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681" name="Google Shape;7681;p57"/>
            <p:cNvGrpSpPr/>
            <p:nvPr/>
          </p:nvGrpSpPr>
          <p:grpSpPr>
            <a:xfrm>
              <a:off x="5551525" y="2910889"/>
              <a:ext cx="520901" cy="610283"/>
              <a:chOff x="5551525" y="2910889"/>
              <a:chExt cx="520901" cy="610283"/>
            </a:xfrm>
          </p:grpSpPr>
          <p:sp>
            <p:nvSpPr>
              <p:cNvPr id="7682" name="Google Shape;7682;p57"/>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683" name="Google Shape;7683;p57"/>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684" name="Google Shape;7684;p57"/>
            <p:cNvGrpSpPr/>
            <p:nvPr/>
          </p:nvGrpSpPr>
          <p:grpSpPr>
            <a:xfrm>
              <a:off x="5743962" y="2919100"/>
              <a:ext cx="623674" cy="284502"/>
              <a:chOff x="5743962" y="2919100"/>
              <a:chExt cx="623674" cy="284502"/>
            </a:xfrm>
          </p:grpSpPr>
          <p:sp>
            <p:nvSpPr>
              <p:cNvPr id="7685" name="Google Shape;7685;p57"/>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686" name="Google Shape;7686;p57"/>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7687" name="Google Shape;7687;p57"/>
          <p:cNvGrpSpPr/>
          <p:nvPr/>
        </p:nvGrpSpPr>
        <p:grpSpPr>
          <a:xfrm>
            <a:off x="7568868" y="1854534"/>
            <a:ext cx="874976" cy="719600"/>
            <a:chOff x="7608988" y="2093194"/>
            <a:chExt cx="817276" cy="672147"/>
          </a:xfrm>
        </p:grpSpPr>
        <p:cxnSp>
          <p:nvCxnSpPr>
            <p:cNvPr id="7688" name="Google Shape;7688;p57"/>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689" name="Google Shape;7689;p57"/>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690" name="Google Shape;7690;p57"/>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691" name="Google Shape;7691;p57"/>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692" name="Google Shape;7692;p57"/>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7693" name="Google Shape;7693;p57"/>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7694" name="Google Shape;7694;p57"/>
            <p:cNvGrpSpPr/>
            <p:nvPr/>
          </p:nvGrpSpPr>
          <p:grpSpPr>
            <a:xfrm>
              <a:off x="7721175" y="2093194"/>
              <a:ext cx="599587" cy="623846"/>
              <a:chOff x="7721175" y="2093194"/>
              <a:chExt cx="599587" cy="623846"/>
            </a:xfrm>
          </p:grpSpPr>
          <p:grpSp>
            <p:nvGrpSpPr>
              <p:cNvPr id="7695" name="Google Shape;7695;p57"/>
              <p:cNvGrpSpPr/>
              <p:nvPr/>
            </p:nvGrpSpPr>
            <p:grpSpPr>
              <a:xfrm>
                <a:off x="7721175" y="2093194"/>
                <a:ext cx="291605" cy="623846"/>
                <a:chOff x="9405575" y="2061418"/>
                <a:chExt cx="291605" cy="623846"/>
              </a:xfrm>
            </p:grpSpPr>
            <p:sp>
              <p:nvSpPr>
                <p:cNvPr id="7696" name="Google Shape;7696;p57"/>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57"/>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57"/>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57"/>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57"/>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57"/>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57"/>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3" name="Google Shape;7703;p57"/>
              <p:cNvGrpSpPr/>
              <p:nvPr/>
            </p:nvGrpSpPr>
            <p:grpSpPr>
              <a:xfrm flipH="1">
                <a:off x="8029157" y="2093194"/>
                <a:ext cx="291605" cy="623846"/>
                <a:chOff x="9405575" y="2061418"/>
                <a:chExt cx="291605" cy="623846"/>
              </a:xfrm>
            </p:grpSpPr>
            <p:sp>
              <p:nvSpPr>
                <p:cNvPr id="7704" name="Google Shape;7704;p57"/>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57"/>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57"/>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57"/>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57"/>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57"/>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57"/>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711" name="Google Shape;7711;p57"/>
          <p:cNvGrpSpPr/>
          <p:nvPr/>
        </p:nvGrpSpPr>
        <p:grpSpPr>
          <a:xfrm>
            <a:off x="4013304" y="970936"/>
            <a:ext cx="712557" cy="785901"/>
            <a:chOff x="4206459" y="1191441"/>
            <a:chExt cx="712557" cy="785901"/>
          </a:xfrm>
        </p:grpSpPr>
        <p:sp>
          <p:nvSpPr>
            <p:cNvPr id="7712" name="Google Shape;7712;p57"/>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57"/>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57"/>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57"/>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16" name="Google Shape;7716;p57"/>
            <p:cNvGrpSpPr/>
            <p:nvPr/>
          </p:nvGrpSpPr>
          <p:grpSpPr>
            <a:xfrm>
              <a:off x="4644280" y="1290523"/>
              <a:ext cx="143716" cy="29463"/>
              <a:chOff x="4644280" y="1290523"/>
              <a:chExt cx="143716" cy="29463"/>
            </a:xfrm>
          </p:grpSpPr>
          <p:sp>
            <p:nvSpPr>
              <p:cNvPr id="7717" name="Google Shape;7717;p57"/>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57"/>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57"/>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57"/>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1" name="Google Shape;7721;p57"/>
            <p:cNvGrpSpPr/>
            <p:nvPr/>
          </p:nvGrpSpPr>
          <p:grpSpPr>
            <a:xfrm>
              <a:off x="4356567" y="1191441"/>
              <a:ext cx="143690" cy="29488"/>
              <a:chOff x="4356567" y="1191441"/>
              <a:chExt cx="143690" cy="29488"/>
            </a:xfrm>
          </p:grpSpPr>
          <p:sp>
            <p:nvSpPr>
              <p:cNvPr id="7722" name="Google Shape;7722;p57"/>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57"/>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57"/>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57"/>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6" name="Google Shape;7726;p57"/>
            <p:cNvGrpSpPr/>
            <p:nvPr/>
          </p:nvGrpSpPr>
          <p:grpSpPr>
            <a:xfrm>
              <a:off x="4339009" y="1863727"/>
              <a:ext cx="143703" cy="29476"/>
              <a:chOff x="4339009" y="1863727"/>
              <a:chExt cx="143703" cy="29476"/>
            </a:xfrm>
          </p:grpSpPr>
          <p:sp>
            <p:nvSpPr>
              <p:cNvPr id="7727" name="Google Shape;7727;p57"/>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57"/>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57"/>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57"/>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1" name="Google Shape;7731;p57"/>
            <p:cNvGrpSpPr/>
            <p:nvPr/>
          </p:nvGrpSpPr>
          <p:grpSpPr>
            <a:xfrm>
              <a:off x="4206459" y="1607315"/>
              <a:ext cx="29539" cy="142899"/>
              <a:chOff x="4206459" y="1607315"/>
              <a:chExt cx="29539" cy="142899"/>
            </a:xfrm>
          </p:grpSpPr>
          <p:sp>
            <p:nvSpPr>
              <p:cNvPr id="7732" name="Google Shape;7732;p57"/>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57"/>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57"/>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57"/>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36" name="Google Shape;7736;p57"/>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57"/>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57"/>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57"/>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40" name="Google Shape;7740;p57"/>
            <p:cNvGrpSpPr/>
            <p:nvPr/>
          </p:nvGrpSpPr>
          <p:grpSpPr>
            <a:xfrm>
              <a:off x="4889463" y="1423737"/>
              <a:ext cx="29552" cy="142899"/>
              <a:chOff x="4889463" y="1423737"/>
              <a:chExt cx="29552" cy="142899"/>
            </a:xfrm>
          </p:grpSpPr>
          <p:sp>
            <p:nvSpPr>
              <p:cNvPr id="7741" name="Google Shape;7741;p57"/>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57"/>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57"/>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57"/>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5" name="Google Shape;7745;p57"/>
            <p:cNvGrpSpPr/>
            <p:nvPr/>
          </p:nvGrpSpPr>
          <p:grpSpPr>
            <a:xfrm>
              <a:off x="4771663" y="1876896"/>
              <a:ext cx="108651" cy="100447"/>
              <a:chOff x="4771663" y="1876896"/>
              <a:chExt cx="108651" cy="100447"/>
            </a:xfrm>
          </p:grpSpPr>
          <p:sp>
            <p:nvSpPr>
              <p:cNvPr id="7746" name="Google Shape;7746;p57"/>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57"/>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57"/>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57"/>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50" name="Google Shape;7750;p57"/>
          <p:cNvGrpSpPr/>
          <p:nvPr/>
        </p:nvGrpSpPr>
        <p:grpSpPr>
          <a:xfrm>
            <a:off x="4008780" y="1854159"/>
            <a:ext cx="791287" cy="720350"/>
            <a:chOff x="267375" y="1071875"/>
            <a:chExt cx="470500" cy="428550"/>
          </a:xfrm>
        </p:grpSpPr>
        <p:sp>
          <p:nvSpPr>
            <p:cNvPr id="7751" name="Google Shape;7751;p57"/>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57"/>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57"/>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57"/>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57"/>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57"/>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57"/>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57"/>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9" name="Google Shape;7759;p57"/>
          <p:cNvGrpSpPr/>
          <p:nvPr/>
        </p:nvGrpSpPr>
        <p:grpSpPr>
          <a:xfrm>
            <a:off x="709275" y="3498789"/>
            <a:ext cx="1408444" cy="673166"/>
            <a:chOff x="712664" y="3693287"/>
            <a:chExt cx="1460738" cy="698160"/>
          </a:xfrm>
        </p:grpSpPr>
        <p:grpSp>
          <p:nvGrpSpPr>
            <p:cNvPr id="7760" name="Google Shape;7760;p57"/>
            <p:cNvGrpSpPr/>
            <p:nvPr/>
          </p:nvGrpSpPr>
          <p:grpSpPr>
            <a:xfrm>
              <a:off x="1380079" y="4133090"/>
              <a:ext cx="234048" cy="258099"/>
              <a:chOff x="1380079" y="4133090"/>
              <a:chExt cx="234048" cy="258099"/>
            </a:xfrm>
          </p:grpSpPr>
          <p:sp>
            <p:nvSpPr>
              <p:cNvPr id="7761" name="Google Shape;7761;p57"/>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57"/>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57"/>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4" name="Google Shape;7764;p57"/>
            <p:cNvGrpSpPr/>
            <p:nvPr/>
          </p:nvGrpSpPr>
          <p:grpSpPr>
            <a:xfrm>
              <a:off x="884610" y="3864082"/>
              <a:ext cx="1118566" cy="527275"/>
              <a:chOff x="890961" y="3865463"/>
              <a:chExt cx="1115221" cy="525698"/>
            </a:xfrm>
          </p:grpSpPr>
          <p:sp>
            <p:nvSpPr>
              <p:cNvPr id="7765" name="Google Shape;7765;p57"/>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57"/>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57"/>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8" name="Google Shape;7768;p57"/>
            <p:cNvGrpSpPr/>
            <p:nvPr/>
          </p:nvGrpSpPr>
          <p:grpSpPr>
            <a:xfrm>
              <a:off x="712664" y="3693287"/>
              <a:ext cx="1460738" cy="698160"/>
              <a:chOff x="712664" y="3693025"/>
              <a:chExt cx="1460738" cy="698160"/>
            </a:xfrm>
          </p:grpSpPr>
          <p:sp>
            <p:nvSpPr>
              <p:cNvPr id="7769" name="Google Shape;7769;p57"/>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57"/>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57"/>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57"/>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57"/>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57"/>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75" name="Google Shape;7775;p57"/>
          <p:cNvGrpSpPr/>
          <p:nvPr/>
        </p:nvGrpSpPr>
        <p:grpSpPr>
          <a:xfrm>
            <a:off x="3146990" y="970936"/>
            <a:ext cx="795485" cy="738831"/>
            <a:chOff x="3348603" y="1236445"/>
            <a:chExt cx="749256" cy="695894"/>
          </a:xfrm>
        </p:grpSpPr>
        <p:grpSp>
          <p:nvGrpSpPr>
            <p:cNvPr id="7776" name="Google Shape;7776;p57"/>
            <p:cNvGrpSpPr/>
            <p:nvPr/>
          </p:nvGrpSpPr>
          <p:grpSpPr>
            <a:xfrm>
              <a:off x="3583779" y="1236445"/>
              <a:ext cx="293795" cy="285811"/>
              <a:chOff x="3750225" y="1774000"/>
              <a:chExt cx="149575" cy="145525"/>
            </a:xfrm>
          </p:grpSpPr>
          <p:sp>
            <p:nvSpPr>
              <p:cNvPr id="7777" name="Google Shape;7777;p57"/>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57"/>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9" name="Google Shape;7779;p57"/>
            <p:cNvGrpSpPr/>
            <p:nvPr/>
          </p:nvGrpSpPr>
          <p:grpSpPr>
            <a:xfrm>
              <a:off x="3775534" y="1462599"/>
              <a:ext cx="322325" cy="285958"/>
              <a:chOff x="3847850" y="1889150"/>
              <a:chExt cx="164100" cy="145600"/>
            </a:xfrm>
          </p:grpSpPr>
          <p:sp>
            <p:nvSpPr>
              <p:cNvPr id="7780" name="Google Shape;7780;p57"/>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57"/>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2" name="Google Shape;7782;p57"/>
            <p:cNvGrpSpPr/>
            <p:nvPr/>
          </p:nvGrpSpPr>
          <p:grpSpPr>
            <a:xfrm>
              <a:off x="3545329" y="1646528"/>
              <a:ext cx="293746" cy="285811"/>
              <a:chOff x="3730650" y="1982800"/>
              <a:chExt cx="149550" cy="145525"/>
            </a:xfrm>
          </p:grpSpPr>
          <p:sp>
            <p:nvSpPr>
              <p:cNvPr id="7783" name="Google Shape;7783;p57"/>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57"/>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5" name="Google Shape;7785;p57"/>
            <p:cNvGrpSpPr/>
            <p:nvPr/>
          </p:nvGrpSpPr>
          <p:grpSpPr>
            <a:xfrm>
              <a:off x="3348603" y="1415046"/>
              <a:ext cx="294384" cy="284387"/>
              <a:chOff x="3630494" y="1864938"/>
              <a:chExt cx="149875" cy="144800"/>
            </a:xfrm>
          </p:grpSpPr>
          <p:sp>
            <p:nvSpPr>
              <p:cNvPr id="7786" name="Google Shape;7786;p57"/>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57"/>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88" name="Google Shape;7788;p57"/>
          <p:cNvGrpSpPr/>
          <p:nvPr/>
        </p:nvGrpSpPr>
        <p:grpSpPr>
          <a:xfrm>
            <a:off x="2268517" y="3493832"/>
            <a:ext cx="1324924" cy="678083"/>
            <a:chOff x="2413923" y="3711366"/>
            <a:chExt cx="1374117" cy="703260"/>
          </a:xfrm>
        </p:grpSpPr>
        <p:grpSp>
          <p:nvGrpSpPr>
            <p:cNvPr id="7789" name="Google Shape;7789;p57"/>
            <p:cNvGrpSpPr/>
            <p:nvPr/>
          </p:nvGrpSpPr>
          <p:grpSpPr>
            <a:xfrm>
              <a:off x="2413923" y="3711366"/>
              <a:ext cx="1374117" cy="703260"/>
              <a:chOff x="2413923" y="3711366"/>
              <a:chExt cx="1374117" cy="703260"/>
            </a:xfrm>
          </p:grpSpPr>
          <p:sp>
            <p:nvSpPr>
              <p:cNvPr id="7790" name="Google Shape;7790;p57"/>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91" name="Google Shape;7791;p57"/>
              <p:cNvGrpSpPr/>
              <p:nvPr/>
            </p:nvGrpSpPr>
            <p:grpSpPr>
              <a:xfrm>
                <a:off x="2600284" y="3808654"/>
                <a:ext cx="234506" cy="138009"/>
                <a:chOff x="2600284" y="3808654"/>
                <a:chExt cx="234506" cy="138009"/>
              </a:xfrm>
            </p:grpSpPr>
            <p:sp>
              <p:nvSpPr>
                <p:cNvPr id="7792" name="Google Shape;7792;p57"/>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793" name="Google Shape;7793;p57"/>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794" name="Google Shape;7794;p57"/>
              <p:cNvGrpSpPr/>
              <p:nvPr/>
            </p:nvGrpSpPr>
            <p:grpSpPr>
              <a:xfrm>
                <a:off x="3359659" y="3805664"/>
                <a:ext cx="232294" cy="141000"/>
                <a:chOff x="3359659" y="3805664"/>
                <a:chExt cx="232294" cy="141000"/>
              </a:xfrm>
            </p:grpSpPr>
            <p:sp>
              <p:nvSpPr>
                <p:cNvPr id="7795" name="Google Shape;7795;p57"/>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796" name="Google Shape;7796;p57"/>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797" name="Google Shape;7797;p57"/>
              <p:cNvGrpSpPr/>
              <p:nvPr/>
            </p:nvGrpSpPr>
            <p:grpSpPr>
              <a:xfrm>
                <a:off x="3067316" y="3711366"/>
                <a:ext cx="66900" cy="166809"/>
                <a:chOff x="3067316" y="3711366"/>
                <a:chExt cx="66900" cy="166809"/>
              </a:xfrm>
            </p:grpSpPr>
            <p:sp>
              <p:nvSpPr>
                <p:cNvPr id="7798" name="Google Shape;7798;p57"/>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799" name="Google Shape;7799;p57"/>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800" name="Google Shape;7800;p57"/>
              <p:cNvGrpSpPr/>
              <p:nvPr/>
            </p:nvGrpSpPr>
            <p:grpSpPr>
              <a:xfrm>
                <a:off x="2413923" y="4058666"/>
                <a:ext cx="224119" cy="66900"/>
                <a:chOff x="2413923" y="4058666"/>
                <a:chExt cx="224119" cy="66900"/>
              </a:xfrm>
            </p:grpSpPr>
            <p:sp>
              <p:nvSpPr>
                <p:cNvPr id="7801" name="Google Shape;7801;p57"/>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02" name="Google Shape;7802;p57"/>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803" name="Google Shape;7803;p57"/>
              <p:cNvGrpSpPr/>
              <p:nvPr/>
            </p:nvGrpSpPr>
            <p:grpSpPr>
              <a:xfrm>
                <a:off x="3564643" y="4058666"/>
                <a:ext cx="223397" cy="66900"/>
                <a:chOff x="3564643" y="4058666"/>
                <a:chExt cx="223397" cy="66900"/>
              </a:xfrm>
            </p:grpSpPr>
            <p:sp>
              <p:nvSpPr>
                <p:cNvPr id="7804" name="Google Shape;7804;p57"/>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05" name="Google Shape;7805;p57"/>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7806" name="Google Shape;7806;p57"/>
            <p:cNvGrpSpPr/>
            <p:nvPr/>
          </p:nvGrpSpPr>
          <p:grpSpPr>
            <a:xfrm>
              <a:off x="2633353" y="3965763"/>
              <a:ext cx="933975" cy="445687"/>
              <a:chOff x="2633353" y="3965763"/>
              <a:chExt cx="933975" cy="445687"/>
            </a:xfrm>
          </p:grpSpPr>
          <p:sp>
            <p:nvSpPr>
              <p:cNvPr id="7807" name="Google Shape;7807;p57"/>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57"/>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09" name="Google Shape;7809;p57"/>
          <p:cNvGrpSpPr/>
          <p:nvPr/>
        </p:nvGrpSpPr>
        <p:grpSpPr>
          <a:xfrm>
            <a:off x="6392789" y="1044380"/>
            <a:ext cx="1131087" cy="587383"/>
            <a:chOff x="238125" y="999450"/>
            <a:chExt cx="7140700" cy="3708225"/>
          </a:xfrm>
        </p:grpSpPr>
        <p:sp>
          <p:nvSpPr>
            <p:cNvPr id="7810" name="Google Shape;7810;p57"/>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57"/>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57"/>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57"/>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57"/>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57"/>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57"/>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57"/>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57"/>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9" name="Google Shape;7819;p57"/>
          <p:cNvGrpSpPr/>
          <p:nvPr/>
        </p:nvGrpSpPr>
        <p:grpSpPr>
          <a:xfrm>
            <a:off x="3744240" y="3493874"/>
            <a:ext cx="1375854" cy="678131"/>
            <a:chOff x="3913765" y="3641905"/>
            <a:chExt cx="1522805" cy="750560"/>
          </a:xfrm>
        </p:grpSpPr>
        <p:grpSp>
          <p:nvGrpSpPr>
            <p:cNvPr id="7820" name="Google Shape;7820;p57"/>
            <p:cNvGrpSpPr/>
            <p:nvPr/>
          </p:nvGrpSpPr>
          <p:grpSpPr>
            <a:xfrm>
              <a:off x="3913765" y="3997002"/>
              <a:ext cx="1522805" cy="395463"/>
              <a:chOff x="3913765" y="3997002"/>
              <a:chExt cx="1522805" cy="395463"/>
            </a:xfrm>
          </p:grpSpPr>
          <p:grpSp>
            <p:nvGrpSpPr>
              <p:cNvPr id="7821" name="Google Shape;7821;p57"/>
              <p:cNvGrpSpPr/>
              <p:nvPr/>
            </p:nvGrpSpPr>
            <p:grpSpPr>
              <a:xfrm>
                <a:off x="3913765" y="4138659"/>
                <a:ext cx="507602" cy="253806"/>
                <a:chOff x="3913765" y="4138659"/>
                <a:chExt cx="507602" cy="253806"/>
              </a:xfrm>
            </p:grpSpPr>
            <p:sp>
              <p:nvSpPr>
                <p:cNvPr id="7822" name="Google Shape;7822;p57"/>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57"/>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7824" name="Google Shape;7824;p57"/>
              <p:cNvGrpSpPr/>
              <p:nvPr/>
            </p:nvGrpSpPr>
            <p:grpSpPr>
              <a:xfrm>
                <a:off x="4421361" y="3997002"/>
                <a:ext cx="507618" cy="395463"/>
                <a:chOff x="4421361" y="3997002"/>
                <a:chExt cx="507618" cy="395463"/>
              </a:xfrm>
            </p:grpSpPr>
            <p:sp>
              <p:nvSpPr>
                <p:cNvPr id="7825" name="Google Shape;7825;p57"/>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57"/>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7" name="Google Shape;7827;p57"/>
              <p:cNvGrpSpPr/>
              <p:nvPr/>
            </p:nvGrpSpPr>
            <p:grpSpPr>
              <a:xfrm>
                <a:off x="4928973" y="4189418"/>
                <a:ext cx="507596" cy="203047"/>
                <a:chOff x="4928973" y="4189418"/>
                <a:chExt cx="507596" cy="203047"/>
              </a:xfrm>
            </p:grpSpPr>
            <p:sp>
              <p:nvSpPr>
                <p:cNvPr id="7828" name="Google Shape;7828;p57"/>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57"/>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30" name="Google Shape;7830;p57"/>
            <p:cNvGrpSpPr/>
            <p:nvPr/>
          </p:nvGrpSpPr>
          <p:grpSpPr>
            <a:xfrm>
              <a:off x="4482186" y="3641905"/>
              <a:ext cx="397605" cy="349784"/>
              <a:chOff x="2906375" y="1159725"/>
              <a:chExt cx="1860575" cy="1636800"/>
            </a:xfrm>
          </p:grpSpPr>
          <p:sp>
            <p:nvSpPr>
              <p:cNvPr id="7831" name="Google Shape;7831;p57"/>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57"/>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57"/>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57"/>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35" name="Google Shape;7835;p57"/>
          <p:cNvGrpSpPr/>
          <p:nvPr/>
        </p:nvGrpSpPr>
        <p:grpSpPr>
          <a:xfrm>
            <a:off x="6528949" y="1853801"/>
            <a:ext cx="940737" cy="721067"/>
            <a:chOff x="6599718" y="2068734"/>
            <a:chExt cx="940737" cy="721067"/>
          </a:xfrm>
        </p:grpSpPr>
        <p:sp>
          <p:nvSpPr>
            <p:cNvPr id="7836" name="Google Shape;7836;p57"/>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57"/>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57"/>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57"/>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57"/>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57"/>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42" name="Google Shape;7842;p57"/>
            <p:cNvGrpSpPr/>
            <p:nvPr/>
          </p:nvGrpSpPr>
          <p:grpSpPr>
            <a:xfrm>
              <a:off x="6836957" y="2068734"/>
              <a:ext cx="461892" cy="721067"/>
              <a:chOff x="6836957" y="2068734"/>
              <a:chExt cx="461892" cy="721067"/>
            </a:xfrm>
          </p:grpSpPr>
          <p:sp>
            <p:nvSpPr>
              <p:cNvPr id="7843" name="Google Shape;7843;p57"/>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57"/>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57"/>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57"/>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57"/>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57"/>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49" name="Google Shape;7849;p57"/>
              <p:cNvGrpSpPr/>
              <p:nvPr/>
            </p:nvGrpSpPr>
            <p:grpSpPr>
              <a:xfrm>
                <a:off x="6836957" y="2068734"/>
                <a:ext cx="461892" cy="721067"/>
                <a:chOff x="6836957" y="2068734"/>
                <a:chExt cx="461892" cy="721067"/>
              </a:xfrm>
            </p:grpSpPr>
            <p:sp>
              <p:nvSpPr>
                <p:cNvPr id="7850" name="Google Shape;7850;p57"/>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57"/>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57"/>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57"/>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57"/>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57"/>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57"/>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857" name="Google Shape;7857;p57"/>
          <p:cNvGrpSpPr/>
          <p:nvPr/>
        </p:nvGrpSpPr>
        <p:grpSpPr>
          <a:xfrm>
            <a:off x="2412267" y="1858147"/>
            <a:ext cx="712577" cy="712374"/>
            <a:chOff x="2559249" y="2069323"/>
            <a:chExt cx="685566" cy="685634"/>
          </a:xfrm>
        </p:grpSpPr>
        <p:sp>
          <p:nvSpPr>
            <p:cNvPr id="7858" name="Google Shape;7858;p57"/>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57"/>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57"/>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57"/>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57"/>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57"/>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57"/>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57"/>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57"/>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57"/>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57"/>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57"/>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57"/>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1" name="Google Shape;7871;p57"/>
          <p:cNvGrpSpPr/>
          <p:nvPr/>
        </p:nvGrpSpPr>
        <p:grpSpPr>
          <a:xfrm>
            <a:off x="7594705" y="970936"/>
            <a:ext cx="845645" cy="711911"/>
            <a:chOff x="951975" y="315800"/>
            <a:chExt cx="5860325" cy="4933550"/>
          </a:xfrm>
        </p:grpSpPr>
        <p:sp>
          <p:nvSpPr>
            <p:cNvPr id="7872" name="Google Shape;7872;p57"/>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57"/>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57"/>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57"/>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57"/>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57"/>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57"/>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57"/>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0" name="Google Shape;7880;p57"/>
          <p:cNvGrpSpPr/>
          <p:nvPr/>
        </p:nvGrpSpPr>
        <p:grpSpPr>
          <a:xfrm>
            <a:off x="3691834" y="2707045"/>
            <a:ext cx="1617932" cy="621724"/>
            <a:chOff x="3862800" y="3038525"/>
            <a:chExt cx="1329006" cy="510698"/>
          </a:xfrm>
        </p:grpSpPr>
        <p:sp>
          <p:nvSpPr>
            <p:cNvPr id="7881" name="Google Shape;7881;p57"/>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57"/>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83" name="Google Shape;7883;p57"/>
            <p:cNvGrpSpPr/>
            <p:nvPr/>
          </p:nvGrpSpPr>
          <p:grpSpPr>
            <a:xfrm>
              <a:off x="3967075" y="3040337"/>
              <a:ext cx="1019927" cy="402126"/>
              <a:chOff x="3967075" y="3040337"/>
              <a:chExt cx="1019927" cy="402126"/>
            </a:xfrm>
          </p:grpSpPr>
          <p:sp>
            <p:nvSpPr>
              <p:cNvPr id="7884" name="Google Shape;7884;p57"/>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57"/>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6" name="Google Shape;7886;p57"/>
            <p:cNvGrpSpPr/>
            <p:nvPr/>
          </p:nvGrpSpPr>
          <p:grpSpPr>
            <a:xfrm>
              <a:off x="4186700" y="3040337"/>
              <a:ext cx="390475" cy="183289"/>
              <a:chOff x="4186700" y="3040337"/>
              <a:chExt cx="390475" cy="183289"/>
            </a:xfrm>
          </p:grpSpPr>
          <p:sp>
            <p:nvSpPr>
              <p:cNvPr id="7887" name="Google Shape;7887;p57"/>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57"/>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9" name="Google Shape;7889;p57"/>
            <p:cNvGrpSpPr/>
            <p:nvPr/>
          </p:nvGrpSpPr>
          <p:grpSpPr>
            <a:xfrm>
              <a:off x="4073727" y="3040337"/>
              <a:ext cx="697794" cy="296263"/>
              <a:chOff x="4073727" y="3040337"/>
              <a:chExt cx="697794" cy="296263"/>
            </a:xfrm>
          </p:grpSpPr>
          <p:sp>
            <p:nvSpPr>
              <p:cNvPr id="7890" name="Google Shape;7890;p57"/>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57"/>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2" name="Google Shape;7892;p57"/>
            <p:cNvGrpSpPr/>
            <p:nvPr/>
          </p:nvGrpSpPr>
          <p:grpSpPr>
            <a:xfrm>
              <a:off x="3862800" y="3038525"/>
              <a:ext cx="1329006" cy="510698"/>
              <a:chOff x="3862800" y="3038525"/>
              <a:chExt cx="1329006" cy="510698"/>
            </a:xfrm>
          </p:grpSpPr>
          <p:sp>
            <p:nvSpPr>
              <p:cNvPr id="7893" name="Google Shape;7893;p57"/>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57"/>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95" name="Google Shape;7895;p57"/>
          <p:cNvGrpSpPr/>
          <p:nvPr/>
        </p:nvGrpSpPr>
        <p:grpSpPr>
          <a:xfrm>
            <a:off x="700156" y="970936"/>
            <a:ext cx="883205" cy="775176"/>
            <a:chOff x="649648" y="271400"/>
            <a:chExt cx="6215377" cy="5455143"/>
          </a:xfrm>
        </p:grpSpPr>
        <p:sp>
          <p:nvSpPr>
            <p:cNvPr id="7896" name="Google Shape;7896;p57"/>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57"/>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57"/>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57"/>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57"/>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57"/>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57"/>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57"/>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57"/>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57"/>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57"/>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57"/>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8" name="Google Shape;7908;p57"/>
          <p:cNvGrpSpPr/>
          <p:nvPr/>
        </p:nvGrpSpPr>
        <p:grpSpPr>
          <a:xfrm>
            <a:off x="2308457" y="970936"/>
            <a:ext cx="767704" cy="815489"/>
            <a:chOff x="2499700" y="1135950"/>
            <a:chExt cx="732402" cy="777990"/>
          </a:xfrm>
        </p:grpSpPr>
        <p:grpSp>
          <p:nvGrpSpPr>
            <p:cNvPr id="7909" name="Google Shape;7909;p57"/>
            <p:cNvGrpSpPr/>
            <p:nvPr/>
          </p:nvGrpSpPr>
          <p:grpSpPr>
            <a:xfrm>
              <a:off x="2499700" y="1135950"/>
              <a:ext cx="732402" cy="694705"/>
              <a:chOff x="2499700" y="1135950"/>
              <a:chExt cx="732402" cy="694705"/>
            </a:xfrm>
          </p:grpSpPr>
          <p:sp>
            <p:nvSpPr>
              <p:cNvPr id="7910" name="Google Shape;7910;p57"/>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57"/>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57"/>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57"/>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57"/>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57"/>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57"/>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57"/>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57"/>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57"/>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57"/>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57"/>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57"/>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57"/>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57"/>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57"/>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57"/>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57"/>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57"/>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57"/>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57"/>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57"/>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57"/>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57"/>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57"/>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57"/>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57"/>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7" name="Google Shape;7937;p57"/>
            <p:cNvGrpSpPr/>
            <p:nvPr/>
          </p:nvGrpSpPr>
          <p:grpSpPr>
            <a:xfrm>
              <a:off x="2517909" y="1188726"/>
              <a:ext cx="702702" cy="725214"/>
              <a:chOff x="2517909" y="1188726"/>
              <a:chExt cx="702702" cy="725214"/>
            </a:xfrm>
          </p:grpSpPr>
          <p:sp>
            <p:nvSpPr>
              <p:cNvPr id="7938" name="Google Shape;7938;p57"/>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57"/>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57"/>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57"/>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57"/>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43" name="Google Shape;7943;p57"/>
          <p:cNvGrpSpPr/>
          <p:nvPr/>
        </p:nvGrpSpPr>
        <p:grpSpPr>
          <a:xfrm>
            <a:off x="1654189" y="970936"/>
            <a:ext cx="583439" cy="870229"/>
            <a:chOff x="1716825" y="1121550"/>
            <a:chExt cx="622800" cy="928938"/>
          </a:xfrm>
        </p:grpSpPr>
        <p:grpSp>
          <p:nvGrpSpPr>
            <p:cNvPr id="7944" name="Google Shape;7944;p57"/>
            <p:cNvGrpSpPr/>
            <p:nvPr/>
          </p:nvGrpSpPr>
          <p:grpSpPr>
            <a:xfrm>
              <a:off x="1716825" y="1121550"/>
              <a:ext cx="622800" cy="928938"/>
              <a:chOff x="1716825" y="1121550"/>
              <a:chExt cx="622800" cy="928938"/>
            </a:xfrm>
          </p:grpSpPr>
          <p:cxnSp>
            <p:nvCxnSpPr>
              <p:cNvPr id="7945" name="Google Shape;7945;p57"/>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7946" name="Google Shape;7946;p57"/>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7" name="Google Shape;7947;p57"/>
            <p:cNvGrpSpPr/>
            <p:nvPr/>
          </p:nvGrpSpPr>
          <p:grpSpPr>
            <a:xfrm>
              <a:off x="1768050" y="1172775"/>
              <a:ext cx="520200" cy="832000"/>
              <a:chOff x="1768050" y="1172775"/>
              <a:chExt cx="520200" cy="832000"/>
            </a:xfrm>
          </p:grpSpPr>
          <p:cxnSp>
            <p:nvCxnSpPr>
              <p:cNvPr id="7948" name="Google Shape;7948;p57"/>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7949" name="Google Shape;7949;p57"/>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0" name="Google Shape;7950;p57"/>
            <p:cNvGrpSpPr/>
            <p:nvPr/>
          </p:nvGrpSpPr>
          <p:grpSpPr>
            <a:xfrm>
              <a:off x="1820100" y="1225475"/>
              <a:ext cx="416400" cy="729575"/>
              <a:chOff x="1820100" y="1225475"/>
              <a:chExt cx="416400" cy="729575"/>
            </a:xfrm>
          </p:grpSpPr>
          <p:cxnSp>
            <p:nvCxnSpPr>
              <p:cNvPr id="7951" name="Google Shape;7951;p57"/>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7952" name="Google Shape;7952;p57"/>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3" name="Google Shape;7953;p57"/>
            <p:cNvGrpSpPr/>
            <p:nvPr/>
          </p:nvGrpSpPr>
          <p:grpSpPr>
            <a:xfrm>
              <a:off x="1874250" y="1278825"/>
              <a:ext cx="308100" cy="605275"/>
              <a:chOff x="1874250" y="1278825"/>
              <a:chExt cx="308100" cy="605275"/>
            </a:xfrm>
          </p:grpSpPr>
          <p:cxnSp>
            <p:nvCxnSpPr>
              <p:cNvPr id="7954" name="Google Shape;7954;p57"/>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7955" name="Google Shape;7955;p57"/>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56" name="Google Shape;7956;p57"/>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7" name="Google Shape;7957;p57"/>
          <p:cNvGrpSpPr/>
          <p:nvPr/>
        </p:nvGrpSpPr>
        <p:grpSpPr>
          <a:xfrm>
            <a:off x="1574012" y="1857258"/>
            <a:ext cx="739072" cy="714152"/>
            <a:chOff x="4334725" y="1355875"/>
            <a:chExt cx="3106650" cy="3001900"/>
          </a:xfrm>
        </p:grpSpPr>
        <p:grpSp>
          <p:nvGrpSpPr>
            <p:cNvPr id="7958" name="Google Shape;7958;p57"/>
            <p:cNvGrpSpPr/>
            <p:nvPr/>
          </p:nvGrpSpPr>
          <p:grpSpPr>
            <a:xfrm>
              <a:off x="4516050" y="1724875"/>
              <a:ext cx="2693725" cy="2632900"/>
              <a:chOff x="4516050" y="1724875"/>
              <a:chExt cx="2693725" cy="2632900"/>
            </a:xfrm>
          </p:grpSpPr>
          <p:sp>
            <p:nvSpPr>
              <p:cNvPr id="7959" name="Google Shape;7959;p57"/>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57"/>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57"/>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2" name="Google Shape;7962;p57"/>
            <p:cNvGrpSpPr/>
            <p:nvPr/>
          </p:nvGrpSpPr>
          <p:grpSpPr>
            <a:xfrm>
              <a:off x="4334725" y="1355875"/>
              <a:ext cx="3106650" cy="2709650"/>
              <a:chOff x="4334725" y="1355875"/>
              <a:chExt cx="3106650" cy="2709650"/>
            </a:xfrm>
          </p:grpSpPr>
          <p:sp>
            <p:nvSpPr>
              <p:cNvPr id="7963" name="Google Shape;7963;p57"/>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57"/>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57"/>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66" name="Google Shape;7966;p57"/>
          <p:cNvGrpSpPr/>
          <p:nvPr/>
        </p:nvGrpSpPr>
        <p:grpSpPr>
          <a:xfrm>
            <a:off x="7690961" y="3488029"/>
            <a:ext cx="312074" cy="684173"/>
            <a:chOff x="7645573" y="3754300"/>
            <a:chExt cx="293855" cy="644170"/>
          </a:xfrm>
        </p:grpSpPr>
        <p:sp>
          <p:nvSpPr>
            <p:cNvPr id="7967" name="Google Shape;7967;p57"/>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57"/>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9" name="Google Shape;7969;p57"/>
          <p:cNvGrpSpPr/>
          <p:nvPr/>
        </p:nvGrpSpPr>
        <p:grpSpPr>
          <a:xfrm>
            <a:off x="5612949" y="970936"/>
            <a:ext cx="709011" cy="739359"/>
            <a:chOff x="5830645" y="1256617"/>
            <a:chExt cx="530340" cy="553040"/>
          </a:xfrm>
        </p:grpSpPr>
        <p:grpSp>
          <p:nvGrpSpPr>
            <p:cNvPr id="7970" name="Google Shape;7970;p57"/>
            <p:cNvGrpSpPr/>
            <p:nvPr/>
          </p:nvGrpSpPr>
          <p:grpSpPr>
            <a:xfrm>
              <a:off x="5830645" y="1256617"/>
              <a:ext cx="259743" cy="269909"/>
              <a:chOff x="5830645" y="1256617"/>
              <a:chExt cx="259743" cy="269909"/>
            </a:xfrm>
          </p:grpSpPr>
          <p:sp>
            <p:nvSpPr>
              <p:cNvPr id="7971" name="Google Shape;7971;p57"/>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57"/>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3" name="Google Shape;7973;p57"/>
            <p:cNvGrpSpPr/>
            <p:nvPr/>
          </p:nvGrpSpPr>
          <p:grpSpPr>
            <a:xfrm>
              <a:off x="6101293" y="1256617"/>
              <a:ext cx="259692" cy="269909"/>
              <a:chOff x="6101293" y="1256617"/>
              <a:chExt cx="259692" cy="269909"/>
            </a:xfrm>
          </p:grpSpPr>
          <p:sp>
            <p:nvSpPr>
              <p:cNvPr id="7974" name="Google Shape;7974;p57"/>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57"/>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6" name="Google Shape;7976;p57"/>
            <p:cNvGrpSpPr/>
            <p:nvPr/>
          </p:nvGrpSpPr>
          <p:grpSpPr>
            <a:xfrm>
              <a:off x="5830645" y="1539749"/>
              <a:ext cx="259692" cy="269909"/>
              <a:chOff x="5830645" y="1539749"/>
              <a:chExt cx="259692" cy="269909"/>
            </a:xfrm>
          </p:grpSpPr>
          <p:sp>
            <p:nvSpPr>
              <p:cNvPr id="7977" name="Google Shape;7977;p57"/>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57"/>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9" name="Google Shape;7979;p57"/>
            <p:cNvGrpSpPr/>
            <p:nvPr/>
          </p:nvGrpSpPr>
          <p:grpSpPr>
            <a:xfrm>
              <a:off x="6101293" y="1539749"/>
              <a:ext cx="259692" cy="269909"/>
              <a:chOff x="6101293" y="1539749"/>
              <a:chExt cx="259692" cy="269909"/>
            </a:xfrm>
          </p:grpSpPr>
          <p:sp>
            <p:nvSpPr>
              <p:cNvPr id="7980" name="Google Shape;7980;p57"/>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57"/>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82" name="Google Shape;7982;p57"/>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3" name="Google Shape;7983;p57"/>
          <p:cNvGrpSpPr/>
          <p:nvPr/>
        </p:nvGrpSpPr>
        <p:grpSpPr>
          <a:xfrm>
            <a:off x="714444" y="2707052"/>
            <a:ext cx="1452955" cy="621360"/>
            <a:chOff x="732422" y="2990152"/>
            <a:chExt cx="1337773" cy="572102"/>
          </a:xfrm>
        </p:grpSpPr>
        <p:sp>
          <p:nvSpPr>
            <p:cNvPr id="7984" name="Google Shape;7984;p57"/>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57"/>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57"/>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57"/>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57"/>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57"/>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93" name="Shape 7993"/>
        <p:cNvGrpSpPr/>
        <p:nvPr/>
      </p:nvGrpSpPr>
      <p:grpSpPr>
        <a:xfrm>
          <a:off x="0" y="0"/>
          <a:ext cx="0" cy="0"/>
          <a:chOff x="0" y="0"/>
          <a:chExt cx="0" cy="0"/>
        </a:xfrm>
      </p:grpSpPr>
      <p:grpSp>
        <p:nvGrpSpPr>
          <p:cNvPr id="7994" name="Google Shape;7994;p58"/>
          <p:cNvGrpSpPr/>
          <p:nvPr/>
        </p:nvGrpSpPr>
        <p:grpSpPr>
          <a:xfrm>
            <a:off x="708579" y="965872"/>
            <a:ext cx="1636117" cy="1526144"/>
            <a:chOff x="729238" y="1179665"/>
            <a:chExt cx="1636117" cy="1526144"/>
          </a:xfrm>
        </p:grpSpPr>
        <p:grpSp>
          <p:nvGrpSpPr>
            <p:cNvPr id="7995" name="Google Shape;7995;p58"/>
            <p:cNvGrpSpPr/>
            <p:nvPr/>
          </p:nvGrpSpPr>
          <p:grpSpPr>
            <a:xfrm>
              <a:off x="729238" y="1179665"/>
              <a:ext cx="80700" cy="1526144"/>
              <a:chOff x="729238" y="1179665"/>
              <a:chExt cx="80700" cy="1526144"/>
            </a:xfrm>
          </p:grpSpPr>
          <p:sp>
            <p:nvSpPr>
              <p:cNvPr id="7996" name="Google Shape;7996;p58"/>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58"/>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58"/>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58"/>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58"/>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58"/>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58"/>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58"/>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58"/>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58"/>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6" name="Google Shape;8006;p58"/>
            <p:cNvGrpSpPr/>
            <p:nvPr/>
          </p:nvGrpSpPr>
          <p:grpSpPr>
            <a:xfrm>
              <a:off x="903098" y="1179665"/>
              <a:ext cx="80700" cy="1526144"/>
              <a:chOff x="903098" y="1179665"/>
              <a:chExt cx="80700" cy="1526144"/>
            </a:xfrm>
          </p:grpSpPr>
          <p:sp>
            <p:nvSpPr>
              <p:cNvPr id="8007" name="Google Shape;8007;p58"/>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58"/>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58"/>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58"/>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58"/>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58"/>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58"/>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58"/>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58"/>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58"/>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7" name="Google Shape;8017;p58"/>
            <p:cNvGrpSpPr/>
            <p:nvPr/>
          </p:nvGrpSpPr>
          <p:grpSpPr>
            <a:xfrm>
              <a:off x="1076958" y="1179665"/>
              <a:ext cx="80700" cy="1526144"/>
              <a:chOff x="1076958" y="1179665"/>
              <a:chExt cx="80700" cy="1526144"/>
            </a:xfrm>
          </p:grpSpPr>
          <p:sp>
            <p:nvSpPr>
              <p:cNvPr id="8018" name="Google Shape;8018;p58"/>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58"/>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58"/>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58"/>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58"/>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58"/>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58"/>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58"/>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58"/>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58"/>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8" name="Google Shape;8028;p58"/>
            <p:cNvGrpSpPr/>
            <p:nvPr/>
          </p:nvGrpSpPr>
          <p:grpSpPr>
            <a:xfrm>
              <a:off x="1247707" y="1179665"/>
              <a:ext cx="80700" cy="1526144"/>
              <a:chOff x="1247707" y="1179665"/>
              <a:chExt cx="80700" cy="1526144"/>
            </a:xfrm>
          </p:grpSpPr>
          <p:sp>
            <p:nvSpPr>
              <p:cNvPr id="8029" name="Google Shape;8029;p58"/>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58"/>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58"/>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58"/>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58"/>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58"/>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58"/>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58"/>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58"/>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58"/>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9" name="Google Shape;8039;p58"/>
            <p:cNvGrpSpPr/>
            <p:nvPr/>
          </p:nvGrpSpPr>
          <p:grpSpPr>
            <a:xfrm>
              <a:off x="1421567" y="1179665"/>
              <a:ext cx="80700" cy="1526144"/>
              <a:chOff x="1421567" y="1179665"/>
              <a:chExt cx="80700" cy="1526144"/>
            </a:xfrm>
          </p:grpSpPr>
          <p:sp>
            <p:nvSpPr>
              <p:cNvPr id="8040" name="Google Shape;8040;p58"/>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58"/>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58"/>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58"/>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58"/>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58"/>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58"/>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58"/>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58"/>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58"/>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0" name="Google Shape;8050;p58"/>
            <p:cNvGrpSpPr/>
            <p:nvPr/>
          </p:nvGrpSpPr>
          <p:grpSpPr>
            <a:xfrm>
              <a:off x="1592327" y="1179665"/>
              <a:ext cx="80700" cy="1526144"/>
              <a:chOff x="1592327" y="1179665"/>
              <a:chExt cx="80700" cy="1526144"/>
            </a:xfrm>
          </p:grpSpPr>
          <p:sp>
            <p:nvSpPr>
              <p:cNvPr id="8051" name="Google Shape;8051;p58"/>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58"/>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58"/>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58"/>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58"/>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58"/>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58"/>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58"/>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58"/>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58"/>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1" name="Google Shape;8061;p58"/>
            <p:cNvGrpSpPr/>
            <p:nvPr/>
          </p:nvGrpSpPr>
          <p:grpSpPr>
            <a:xfrm>
              <a:off x="1766187" y="1179665"/>
              <a:ext cx="80700" cy="1526144"/>
              <a:chOff x="1766187" y="1179665"/>
              <a:chExt cx="80700" cy="1526144"/>
            </a:xfrm>
          </p:grpSpPr>
          <p:sp>
            <p:nvSpPr>
              <p:cNvPr id="8062" name="Google Shape;8062;p58"/>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58"/>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58"/>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58"/>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58"/>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58"/>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58"/>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58"/>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58"/>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58"/>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2" name="Google Shape;8072;p58"/>
            <p:cNvGrpSpPr/>
            <p:nvPr/>
          </p:nvGrpSpPr>
          <p:grpSpPr>
            <a:xfrm>
              <a:off x="1936935" y="1179665"/>
              <a:ext cx="80700" cy="1526144"/>
              <a:chOff x="1936935" y="1179665"/>
              <a:chExt cx="80700" cy="1526144"/>
            </a:xfrm>
          </p:grpSpPr>
          <p:sp>
            <p:nvSpPr>
              <p:cNvPr id="8073" name="Google Shape;8073;p58"/>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58"/>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58"/>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58"/>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58"/>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58"/>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58"/>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58"/>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58"/>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58"/>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3" name="Google Shape;8083;p58"/>
            <p:cNvGrpSpPr/>
            <p:nvPr/>
          </p:nvGrpSpPr>
          <p:grpSpPr>
            <a:xfrm>
              <a:off x="2110795" y="1179665"/>
              <a:ext cx="80700" cy="1526144"/>
              <a:chOff x="2110795" y="1179665"/>
              <a:chExt cx="80700" cy="1526144"/>
            </a:xfrm>
          </p:grpSpPr>
          <p:sp>
            <p:nvSpPr>
              <p:cNvPr id="8084" name="Google Shape;8084;p58"/>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58"/>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58"/>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58"/>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58"/>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58"/>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58"/>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58"/>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58"/>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58"/>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4" name="Google Shape;8094;p58"/>
            <p:cNvGrpSpPr/>
            <p:nvPr/>
          </p:nvGrpSpPr>
          <p:grpSpPr>
            <a:xfrm>
              <a:off x="2284655" y="1179665"/>
              <a:ext cx="80700" cy="1526144"/>
              <a:chOff x="2284655" y="1179665"/>
              <a:chExt cx="80700" cy="1526144"/>
            </a:xfrm>
          </p:grpSpPr>
          <p:sp>
            <p:nvSpPr>
              <p:cNvPr id="8095" name="Google Shape;8095;p58"/>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58"/>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58"/>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58"/>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58"/>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58"/>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58"/>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58"/>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58"/>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58"/>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05" name="Google Shape;8105;p58"/>
          <p:cNvGrpSpPr/>
          <p:nvPr/>
        </p:nvGrpSpPr>
        <p:grpSpPr>
          <a:xfrm>
            <a:off x="2603245" y="985011"/>
            <a:ext cx="1364248" cy="1102133"/>
            <a:chOff x="2623904" y="1198803"/>
            <a:chExt cx="1364248" cy="1102133"/>
          </a:xfrm>
        </p:grpSpPr>
        <p:grpSp>
          <p:nvGrpSpPr>
            <p:cNvPr id="8106" name="Google Shape;8106;p58"/>
            <p:cNvGrpSpPr/>
            <p:nvPr/>
          </p:nvGrpSpPr>
          <p:grpSpPr>
            <a:xfrm>
              <a:off x="2623907" y="1198803"/>
              <a:ext cx="1364245" cy="273000"/>
              <a:chOff x="2623907" y="1198803"/>
              <a:chExt cx="1364245" cy="273000"/>
            </a:xfrm>
          </p:grpSpPr>
          <p:sp>
            <p:nvSpPr>
              <p:cNvPr id="8107" name="Google Shape;8107;p58"/>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58"/>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58"/>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58"/>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58"/>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2" name="Google Shape;8112;p58"/>
            <p:cNvGrpSpPr/>
            <p:nvPr/>
          </p:nvGrpSpPr>
          <p:grpSpPr>
            <a:xfrm>
              <a:off x="2623904" y="1476964"/>
              <a:ext cx="1364245" cy="273000"/>
              <a:chOff x="2623904" y="1476964"/>
              <a:chExt cx="1364245" cy="273000"/>
            </a:xfrm>
          </p:grpSpPr>
          <p:sp>
            <p:nvSpPr>
              <p:cNvPr id="8113" name="Google Shape;8113;p58"/>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58"/>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58"/>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58"/>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58"/>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8" name="Google Shape;8118;p58"/>
            <p:cNvGrpSpPr/>
            <p:nvPr/>
          </p:nvGrpSpPr>
          <p:grpSpPr>
            <a:xfrm>
              <a:off x="2623907" y="1749775"/>
              <a:ext cx="1364245" cy="273000"/>
              <a:chOff x="2623907" y="1749775"/>
              <a:chExt cx="1364245" cy="273000"/>
            </a:xfrm>
          </p:grpSpPr>
          <p:sp>
            <p:nvSpPr>
              <p:cNvPr id="8119" name="Google Shape;8119;p58"/>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58"/>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58"/>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58"/>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58"/>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4" name="Google Shape;8124;p58"/>
            <p:cNvGrpSpPr/>
            <p:nvPr/>
          </p:nvGrpSpPr>
          <p:grpSpPr>
            <a:xfrm>
              <a:off x="2623904" y="2027936"/>
              <a:ext cx="1364245" cy="273000"/>
              <a:chOff x="2623904" y="2027936"/>
              <a:chExt cx="1364245" cy="273000"/>
            </a:xfrm>
          </p:grpSpPr>
          <p:sp>
            <p:nvSpPr>
              <p:cNvPr id="8125" name="Google Shape;8125;p58"/>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58"/>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58"/>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58"/>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58"/>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30" name="Google Shape;8130;p58"/>
          <p:cNvGrpSpPr/>
          <p:nvPr/>
        </p:nvGrpSpPr>
        <p:grpSpPr>
          <a:xfrm>
            <a:off x="2592706" y="2444193"/>
            <a:ext cx="1387541" cy="159124"/>
            <a:chOff x="3200660" y="2180272"/>
            <a:chExt cx="2563824" cy="378237"/>
          </a:xfrm>
        </p:grpSpPr>
        <p:sp>
          <p:nvSpPr>
            <p:cNvPr id="8131" name="Google Shape;8131;p58"/>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58"/>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58"/>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58"/>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58"/>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58"/>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58"/>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58"/>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58"/>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58"/>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58"/>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58"/>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58"/>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58"/>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58"/>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58"/>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58"/>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58"/>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9" name="Google Shape;8149;p58"/>
          <p:cNvGrpSpPr/>
          <p:nvPr/>
        </p:nvGrpSpPr>
        <p:grpSpPr>
          <a:xfrm>
            <a:off x="2589231" y="2722018"/>
            <a:ext cx="1390502" cy="159625"/>
            <a:chOff x="3530150" y="2790075"/>
            <a:chExt cx="1962600" cy="225300"/>
          </a:xfrm>
        </p:grpSpPr>
        <p:sp>
          <p:nvSpPr>
            <p:cNvPr id="8150" name="Google Shape;8150;p58"/>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58"/>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2" name="Google Shape;8152;p58"/>
          <p:cNvGrpSpPr/>
          <p:nvPr/>
        </p:nvGrpSpPr>
        <p:grpSpPr>
          <a:xfrm>
            <a:off x="2589884" y="3000344"/>
            <a:ext cx="1411629" cy="153761"/>
            <a:chOff x="3558802" y="4011427"/>
            <a:chExt cx="1866000" cy="111300"/>
          </a:xfrm>
        </p:grpSpPr>
        <p:sp>
          <p:nvSpPr>
            <p:cNvPr id="8153" name="Google Shape;8153;p58"/>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58"/>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5" name="Google Shape;8155;p58"/>
          <p:cNvGrpSpPr/>
          <p:nvPr/>
        </p:nvGrpSpPr>
        <p:grpSpPr>
          <a:xfrm>
            <a:off x="2589576" y="2205744"/>
            <a:ext cx="1383503" cy="119749"/>
            <a:chOff x="3465975" y="2270276"/>
            <a:chExt cx="1986364" cy="171929"/>
          </a:xfrm>
        </p:grpSpPr>
        <p:sp>
          <p:nvSpPr>
            <p:cNvPr id="8156" name="Google Shape;8156;p58"/>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58"/>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58"/>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58"/>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58"/>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58"/>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58"/>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58"/>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4" name="Google Shape;8164;p58"/>
          <p:cNvGrpSpPr/>
          <p:nvPr/>
        </p:nvGrpSpPr>
        <p:grpSpPr>
          <a:xfrm>
            <a:off x="2600584" y="3569394"/>
            <a:ext cx="1369531" cy="195460"/>
            <a:chOff x="723300" y="4253549"/>
            <a:chExt cx="2276482" cy="324900"/>
          </a:xfrm>
        </p:grpSpPr>
        <p:sp>
          <p:nvSpPr>
            <p:cNvPr id="8165" name="Google Shape;8165;p58"/>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58"/>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58"/>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58"/>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58"/>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0" name="Google Shape;8170;p58"/>
          <p:cNvGrpSpPr/>
          <p:nvPr/>
        </p:nvGrpSpPr>
        <p:grpSpPr>
          <a:xfrm>
            <a:off x="2590145" y="3270574"/>
            <a:ext cx="1389066" cy="180119"/>
            <a:chOff x="705948" y="3788465"/>
            <a:chExt cx="2308953" cy="299400"/>
          </a:xfrm>
        </p:grpSpPr>
        <p:sp>
          <p:nvSpPr>
            <p:cNvPr id="8171" name="Google Shape;8171;p58"/>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58"/>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58"/>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58"/>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58"/>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6" name="Google Shape;8176;p58"/>
          <p:cNvGrpSpPr/>
          <p:nvPr/>
        </p:nvGrpSpPr>
        <p:grpSpPr>
          <a:xfrm>
            <a:off x="2638082" y="3883554"/>
            <a:ext cx="1304609" cy="294074"/>
            <a:chOff x="2658741" y="4097347"/>
            <a:chExt cx="1304609" cy="294074"/>
          </a:xfrm>
        </p:grpSpPr>
        <p:grpSp>
          <p:nvGrpSpPr>
            <p:cNvPr id="8177" name="Google Shape;8177;p58"/>
            <p:cNvGrpSpPr/>
            <p:nvPr/>
          </p:nvGrpSpPr>
          <p:grpSpPr>
            <a:xfrm>
              <a:off x="2658741" y="4097347"/>
              <a:ext cx="118572" cy="294074"/>
              <a:chOff x="3343310" y="4475555"/>
              <a:chExt cx="127717" cy="316753"/>
            </a:xfrm>
          </p:grpSpPr>
          <p:sp>
            <p:nvSpPr>
              <p:cNvPr id="8178" name="Google Shape;8178;p5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5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0" name="Google Shape;8180;p58"/>
            <p:cNvGrpSpPr/>
            <p:nvPr/>
          </p:nvGrpSpPr>
          <p:grpSpPr>
            <a:xfrm>
              <a:off x="3815519" y="4098388"/>
              <a:ext cx="147831" cy="291991"/>
              <a:chOff x="3527539" y="4476677"/>
              <a:chExt cx="159232" cy="314510"/>
            </a:xfrm>
          </p:grpSpPr>
          <p:sp>
            <p:nvSpPr>
              <p:cNvPr id="8181" name="Google Shape;8181;p5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5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3" name="Google Shape;8183;p58"/>
            <p:cNvGrpSpPr/>
            <p:nvPr/>
          </p:nvGrpSpPr>
          <p:grpSpPr>
            <a:xfrm>
              <a:off x="3511696" y="4098388"/>
              <a:ext cx="147831" cy="291991"/>
              <a:chOff x="3527539" y="4476677"/>
              <a:chExt cx="159232" cy="314510"/>
            </a:xfrm>
          </p:grpSpPr>
          <p:sp>
            <p:nvSpPr>
              <p:cNvPr id="8184" name="Google Shape;8184;p5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5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6" name="Google Shape;8186;p58"/>
            <p:cNvGrpSpPr/>
            <p:nvPr/>
          </p:nvGrpSpPr>
          <p:grpSpPr>
            <a:xfrm>
              <a:off x="3207874" y="4098388"/>
              <a:ext cx="147831" cy="291991"/>
              <a:chOff x="3527539" y="4476677"/>
              <a:chExt cx="159232" cy="314510"/>
            </a:xfrm>
          </p:grpSpPr>
          <p:sp>
            <p:nvSpPr>
              <p:cNvPr id="8187" name="Google Shape;8187;p5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5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9" name="Google Shape;8189;p58"/>
            <p:cNvGrpSpPr/>
            <p:nvPr/>
          </p:nvGrpSpPr>
          <p:grpSpPr>
            <a:xfrm>
              <a:off x="2933305" y="4097347"/>
              <a:ext cx="118572" cy="294074"/>
              <a:chOff x="3343310" y="4475555"/>
              <a:chExt cx="127717" cy="316753"/>
            </a:xfrm>
          </p:grpSpPr>
          <p:sp>
            <p:nvSpPr>
              <p:cNvPr id="8190" name="Google Shape;8190;p5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5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92" name="Google Shape;8192;p58"/>
          <p:cNvGrpSpPr/>
          <p:nvPr/>
        </p:nvGrpSpPr>
        <p:grpSpPr>
          <a:xfrm>
            <a:off x="4256912" y="1866676"/>
            <a:ext cx="1433821" cy="191501"/>
            <a:chOff x="4273350" y="2080469"/>
            <a:chExt cx="1433821" cy="191501"/>
          </a:xfrm>
        </p:grpSpPr>
        <p:grpSp>
          <p:nvGrpSpPr>
            <p:cNvPr id="8193" name="Google Shape;8193;p58"/>
            <p:cNvGrpSpPr/>
            <p:nvPr/>
          </p:nvGrpSpPr>
          <p:grpSpPr>
            <a:xfrm>
              <a:off x="4273350" y="2080469"/>
              <a:ext cx="1433821" cy="0"/>
              <a:chOff x="5224975" y="2962250"/>
              <a:chExt cx="1544400" cy="0"/>
            </a:xfrm>
          </p:grpSpPr>
          <p:cxnSp>
            <p:nvCxnSpPr>
              <p:cNvPr id="8194" name="Google Shape;8194;p58"/>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195" name="Google Shape;8195;p58"/>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8196" name="Google Shape;8196;p58"/>
            <p:cNvGrpSpPr/>
            <p:nvPr/>
          </p:nvGrpSpPr>
          <p:grpSpPr>
            <a:xfrm>
              <a:off x="4273350" y="2271969"/>
              <a:ext cx="1433821" cy="0"/>
              <a:chOff x="5224975" y="2962250"/>
              <a:chExt cx="1544400" cy="0"/>
            </a:xfrm>
          </p:grpSpPr>
          <p:cxnSp>
            <p:nvCxnSpPr>
              <p:cNvPr id="8197" name="Google Shape;8197;p58"/>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198" name="Google Shape;8198;p58"/>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8199" name="Google Shape;8199;p58"/>
          <p:cNvGrpSpPr/>
          <p:nvPr/>
        </p:nvGrpSpPr>
        <p:grpSpPr>
          <a:xfrm>
            <a:off x="4258467" y="969244"/>
            <a:ext cx="1430711" cy="743389"/>
            <a:chOff x="5159450" y="1919950"/>
            <a:chExt cx="1541050" cy="862500"/>
          </a:xfrm>
        </p:grpSpPr>
        <p:sp>
          <p:nvSpPr>
            <p:cNvPr id="8200" name="Google Shape;8200;p58"/>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201" name="Google Shape;8201;p58"/>
            <p:cNvGrpSpPr/>
            <p:nvPr/>
          </p:nvGrpSpPr>
          <p:grpSpPr>
            <a:xfrm>
              <a:off x="5159450" y="1919950"/>
              <a:ext cx="1541050" cy="862500"/>
              <a:chOff x="5159450" y="1919950"/>
              <a:chExt cx="1541050" cy="862500"/>
            </a:xfrm>
          </p:grpSpPr>
          <p:cxnSp>
            <p:nvCxnSpPr>
              <p:cNvPr id="8202" name="Google Shape;8202;p58"/>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203" name="Google Shape;8203;p58"/>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204" name="Google Shape;8204;p58"/>
          <p:cNvGrpSpPr/>
          <p:nvPr/>
        </p:nvGrpSpPr>
        <p:grpSpPr>
          <a:xfrm>
            <a:off x="4248581" y="2192571"/>
            <a:ext cx="1450484" cy="1052087"/>
            <a:chOff x="5230575" y="1554475"/>
            <a:chExt cx="2137150" cy="1550150"/>
          </a:xfrm>
        </p:grpSpPr>
        <p:sp>
          <p:nvSpPr>
            <p:cNvPr id="8205" name="Google Shape;8205;p58"/>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58"/>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58"/>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58"/>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58"/>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58"/>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58"/>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58"/>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58"/>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58"/>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58"/>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58"/>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58"/>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8" name="Google Shape;8218;p58"/>
          <p:cNvGrpSpPr/>
          <p:nvPr/>
        </p:nvGrpSpPr>
        <p:grpSpPr>
          <a:xfrm rot="10800000">
            <a:off x="4265131" y="3284761"/>
            <a:ext cx="1417383" cy="887946"/>
            <a:chOff x="5645403" y="2920021"/>
            <a:chExt cx="2650800" cy="2180614"/>
          </a:xfrm>
        </p:grpSpPr>
        <p:sp>
          <p:nvSpPr>
            <p:cNvPr id="8219" name="Google Shape;8219;p58"/>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20" name="Google Shape;8220;p58"/>
            <p:cNvCxnSpPr>
              <a:stCxn id="8219"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8221" name="Google Shape;8221;p58"/>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22" name="Google Shape;8222;p58"/>
            <p:cNvCxnSpPr>
              <a:endCxn id="8221"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8223" name="Google Shape;8223;p58"/>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24" name="Google Shape;8224;p58"/>
            <p:cNvCxnSpPr>
              <a:stCxn id="8223"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8225" name="Google Shape;8225;p58"/>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26" name="Google Shape;8226;p58"/>
            <p:cNvCxnSpPr>
              <a:endCxn id="8225"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8227" name="Google Shape;8227;p58"/>
          <p:cNvGrpSpPr/>
          <p:nvPr/>
        </p:nvGrpSpPr>
        <p:grpSpPr>
          <a:xfrm>
            <a:off x="7365491" y="2188116"/>
            <a:ext cx="1071743" cy="1021579"/>
            <a:chOff x="7189833" y="2022667"/>
            <a:chExt cx="1251159" cy="1192597"/>
          </a:xfrm>
        </p:grpSpPr>
        <p:sp>
          <p:nvSpPr>
            <p:cNvPr id="8228" name="Google Shape;8228;p58"/>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58"/>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58"/>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58"/>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2" name="Google Shape;8232;p58"/>
          <p:cNvGrpSpPr/>
          <p:nvPr/>
        </p:nvGrpSpPr>
        <p:grpSpPr>
          <a:xfrm>
            <a:off x="706762" y="2614523"/>
            <a:ext cx="1695374" cy="1560837"/>
            <a:chOff x="727421" y="2828315"/>
            <a:chExt cx="1695374" cy="1560837"/>
          </a:xfrm>
        </p:grpSpPr>
        <p:grpSp>
          <p:nvGrpSpPr>
            <p:cNvPr id="8233" name="Google Shape;8233;p58"/>
            <p:cNvGrpSpPr/>
            <p:nvPr/>
          </p:nvGrpSpPr>
          <p:grpSpPr>
            <a:xfrm>
              <a:off x="819108" y="2882501"/>
              <a:ext cx="103104" cy="1426186"/>
              <a:chOff x="4674013" y="3100904"/>
              <a:chExt cx="122758" cy="1698043"/>
            </a:xfrm>
          </p:grpSpPr>
          <p:sp>
            <p:nvSpPr>
              <p:cNvPr id="8234" name="Google Shape;8234;p58"/>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58"/>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58"/>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58"/>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58"/>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58"/>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58"/>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1" name="Google Shape;8241;p58"/>
            <p:cNvGrpSpPr/>
            <p:nvPr/>
          </p:nvGrpSpPr>
          <p:grpSpPr>
            <a:xfrm>
              <a:off x="1062475" y="2882501"/>
              <a:ext cx="103104" cy="1426186"/>
              <a:chOff x="4940438" y="3100904"/>
              <a:chExt cx="122758" cy="1698043"/>
            </a:xfrm>
          </p:grpSpPr>
          <p:sp>
            <p:nvSpPr>
              <p:cNvPr id="8242" name="Google Shape;8242;p58"/>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58"/>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58"/>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58"/>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58"/>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58"/>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58"/>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9" name="Google Shape;8249;p58"/>
            <p:cNvGrpSpPr/>
            <p:nvPr/>
          </p:nvGrpSpPr>
          <p:grpSpPr>
            <a:xfrm>
              <a:off x="1299324" y="2882501"/>
              <a:ext cx="103104" cy="1426186"/>
              <a:chOff x="5206863" y="3100904"/>
              <a:chExt cx="122758" cy="1698043"/>
            </a:xfrm>
          </p:grpSpPr>
          <p:sp>
            <p:nvSpPr>
              <p:cNvPr id="8250" name="Google Shape;8250;p5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5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5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5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5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5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5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7" name="Google Shape;8257;p58"/>
            <p:cNvGrpSpPr/>
            <p:nvPr/>
          </p:nvGrpSpPr>
          <p:grpSpPr>
            <a:xfrm>
              <a:off x="1786057" y="2882501"/>
              <a:ext cx="103104" cy="1426186"/>
              <a:chOff x="6006138" y="3143629"/>
              <a:chExt cx="122758" cy="1698043"/>
            </a:xfrm>
          </p:grpSpPr>
          <p:sp>
            <p:nvSpPr>
              <p:cNvPr id="8258" name="Google Shape;8258;p5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5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5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5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5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5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5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5" name="Google Shape;8265;p58"/>
            <p:cNvGrpSpPr/>
            <p:nvPr/>
          </p:nvGrpSpPr>
          <p:grpSpPr>
            <a:xfrm>
              <a:off x="2029422" y="2882501"/>
              <a:ext cx="103104" cy="1426186"/>
              <a:chOff x="6805413" y="3100904"/>
              <a:chExt cx="122758" cy="1698043"/>
            </a:xfrm>
          </p:grpSpPr>
          <p:sp>
            <p:nvSpPr>
              <p:cNvPr id="8266" name="Google Shape;8266;p58"/>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58"/>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58"/>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58"/>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58"/>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58"/>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58"/>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3" name="Google Shape;8273;p58"/>
            <p:cNvGrpSpPr/>
            <p:nvPr/>
          </p:nvGrpSpPr>
          <p:grpSpPr>
            <a:xfrm>
              <a:off x="727421" y="2828315"/>
              <a:ext cx="1695374" cy="1560837"/>
              <a:chOff x="734799" y="2782450"/>
              <a:chExt cx="1571100" cy="1577400"/>
            </a:xfrm>
          </p:grpSpPr>
          <p:cxnSp>
            <p:nvCxnSpPr>
              <p:cNvPr id="8274" name="Google Shape;8274;p58"/>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275" name="Google Shape;8275;p58"/>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276" name="Google Shape;8276;p58"/>
            <p:cNvGrpSpPr/>
            <p:nvPr/>
          </p:nvGrpSpPr>
          <p:grpSpPr>
            <a:xfrm>
              <a:off x="2272795" y="2882501"/>
              <a:ext cx="103104" cy="1426186"/>
              <a:chOff x="5206863" y="3100904"/>
              <a:chExt cx="122758" cy="1698043"/>
            </a:xfrm>
          </p:grpSpPr>
          <p:sp>
            <p:nvSpPr>
              <p:cNvPr id="8277" name="Google Shape;8277;p5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5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5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5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5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5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5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4" name="Google Shape;8284;p58"/>
            <p:cNvGrpSpPr/>
            <p:nvPr/>
          </p:nvGrpSpPr>
          <p:grpSpPr>
            <a:xfrm>
              <a:off x="1542694" y="2882501"/>
              <a:ext cx="103104" cy="1426186"/>
              <a:chOff x="6006138" y="3143629"/>
              <a:chExt cx="122758" cy="1698043"/>
            </a:xfrm>
          </p:grpSpPr>
          <p:sp>
            <p:nvSpPr>
              <p:cNvPr id="8285" name="Google Shape;8285;p5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5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5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5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5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5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5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92" name="Google Shape;8292;p58"/>
          <p:cNvGrpSpPr/>
          <p:nvPr/>
        </p:nvGrpSpPr>
        <p:grpSpPr>
          <a:xfrm>
            <a:off x="5915341" y="2192094"/>
            <a:ext cx="1248543" cy="1025319"/>
            <a:chOff x="5183758" y="1210600"/>
            <a:chExt cx="3605380" cy="2960783"/>
          </a:xfrm>
        </p:grpSpPr>
        <p:sp>
          <p:nvSpPr>
            <p:cNvPr id="8293" name="Google Shape;8293;p58"/>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58"/>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58"/>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58"/>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97" name="Google Shape;8297;p58"/>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8298" name="Google Shape;8298;p58"/>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8299" name="Google Shape;8299;p58"/>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8300" name="Google Shape;8300;p58"/>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8301" name="Google Shape;8301;p58"/>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2" name="Google Shape;8302;p58"/>
          <p:cNvGrpSpPr/>
          <p:nvPr/>
        </p:nvGrpSpPr>
        <p:grpSpPr>
          <a:xfrm>
            <a:off x="5772403" y="3330411"/>
            <a:ext cx="2664831" cy="843440"/>
            <a:chOff x="5916567" y="1099697"/>
            <a:chExt cx="2556683" cy="809211"/>
          </a:xfrm>
        </p:grpSpPr>
        <p:sp>
          <p:nvSpPr>
            <p:cNvPr id="8303" name="Google Shape;8303;p58"/>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58"/>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58"/>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58"/>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58"/>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58"/>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58"/>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58"/>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1" name="Google Shape;8311;p58"/>
          <p:cNvGrpSpPr/>
          <p:nvPr/>
        </p:nvGrpSpPr>
        <p:grpSpPr>
          <a:xfrm>
            <a:off x="5879943" y="979270"/>
            <a:ext cx="1299851" cy="1023338"/>
            <a:chOff x="5900602" y="1193063"/>
            <a:chExt cx="1299851" cy="1023338"/>
          </a:xfrm>
        </p:grpSpPr>
        <p:grpSp>
          <p:nvGrpSpPr>
            <p:cNvPr id="8312" name="Google Shape;8312;p58"/>
            <p:cNvGrpSpPr/>
            <p:nvPr/>
          </p:nvGrpSpPr>
          <p:grpSpPr>
            <a:xfrm>
              <a:off x="6743564" y="1193063"/>
              <a:ext cx="456889" cy="700379"/>
              <a:chOff x="6743564" y="1193063"/>
              <a:chExt cx="456889" cy="700379"/>
            </a:xfrm>
          </p:grpSpPr>
          <p:grpSp>
            <p:nvGrpSpPr>
              <p:cNvPr id="8313" name="Google Shape;8313;p58"/>
              <p:cNvGrpSpPr/>
              <p:nvPr/>
            </p:nvGrpSpPr>
            <p:grpSpPr>
              <a:xfrm>
                <a:off x="6743564" y="1690731"/>
                <a:ext cx="214402" cy="202710"/>
                <a:chOff x="6743564" y="1690731"/>
                <a:chExt cx="214402" cy="202710"/>
              </a:xfrm>
            </p:grpSpPr>
            <p:sp>
              <p:nvSpPr>
                <p:cNvPr id="8314" name="Google Shape;8314;p58"/>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58"/>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6" name="Google Shape;8316;p58"/>
              <p:cNvGrpSpPr/>
              <p:nvPr/>
            </p:nvGrpSpPr>
            <p:grpSpPr>
              <a:xfrm>
                <a:off x="6915505" y="1193063"/>
                <a:ext cx="284947" cy="589637"/>
                <a:chOff x="6915505" y="1193063"/>
                <a:chExt cx="284947" cy="589637"/>
              </a:xfrm>
            </p:grpSpPr>
            <p:sp>
              <p:nvSpPr>
                <p:cNvPr id="8317" name="Google Shape;8317;p58"/>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18" name="Google Shape;8318;p58"/>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8319" name="Google Shape;8319;p58"/>
            <p:cNvGrpSpPr/>
            <p:nvPr/>
          </p:nvGrpSpPr>
          <p:grpSpPr>
            <a:xfrm>
              <a:off x="6520337" y="1193063"/>
              <a:ext cx="341815" cy="801589"/>
              <a:chOff x="6520337" y="1193063"/>
              <a:chExt cx="341815" cy="801589"/>
            </a:xfrm>
          </p:grpSpPr>
          <p:grpSp>
            <p:nvGrpSpPr>
              <p:cNvPr id="8320" name="Google Shape;8320;p58"/>
              <p:cNvGrpSpPr/>
              <p:nvPr/>
            </p:nvGrpSpPr>
            <p:grpSpPr>
              <a:xfrm>
                <a:off x="6520337" y="1589527"/>
                <a:ext cx="213950" cy="405125"/>
                <a:chOff x="6520337" y="1589527"/>
                <a:chExt cx="213950" cy="405125"/>
              </a:xfrm>
            </p:grpSpPr>
            <p:sp>
              <p:nvSpPr>
                <p:cNvPr id="8321" name="Google Shape;8321;p58"/>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58"/>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3" name="Google Shape;8323;p58"/>
              <p:cNvGrpSpPr/>
              <p:nvPr/>
            </p:nvGrpSpPr>
            <p:grpSpPr>
              <a:xfrm>
                <a:off x="6577204" y="1193063"/>
                <a:ext cx="284947" cy="453562"/>
                <a:chOff x="6577204" y="1193063"/>
                <a:chExt cx="284947" cy="453562"/>
              </a:xfrm>
            </p:grpSpPr>
            <p:sp>
              <p:nvSpPr>
                <p:cNvPr id="8324" name="Google Shape;8324;p58"/>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25" name="Google Shape;8325;p58"/>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8326" name="Google Shape;8326;p58"/>
            <p:cNvGrpSpPr/>
            <p:nvPr/>
          </p:nvGrpSpPr>
          <p:grpSpPr>
            <a:xfrm>
              <a:off x="6238903" y="1193063"/>
              <a:ext cx="300475" cy="901782"/>
              <a:chOff x="6238903" y="1193063"/>
              <a:chExt cx="300475" cy="901782"/>
            </a:xfrm>
          </p:grpSpPr>
          <p:grpSp>
            <p:nvGrpSpPr>
              <p:cNvPr id="8327" name="Google Shape;8327;p58"/>
              <p:cNvGrpSpPr/>
              <p:nvPr/>
            </p:nvGrpSpPr>
            <p:grpSpPr>
              <a:xfrm>
                <a:off x="6290865" y="1489315"/>
                <a:ext cx="248514" cy="605530"/>
                <a:chOff x="6290865" y="1489315"/>
                <a:chExt cx="248514" cy="605530"/>
              </a:xfrm>
            </p:grpSpPr>
            <p:sp>
              <p:nvSpPr>
                <p:cNvPr id="8328" name="Google Shape;8328;p58"/>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58"/>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0" name="Google Shape;8330;p58"/>
              <p:cNvGrpSpPr/>
              <p:nvPr/>
            </p:nvGrpSpPr>
            <p:grpSpPr>
              <a:xfrm>
                <a:off x="6238903" y="1193063"/>
                <a:ext cx="284947" cy="327512"/>
                <a:chOff x="6238903" y="1193063"/>
                <a:chExt cx="284947" cy="327512"/>
              </a:xfrm>
            </p:grpSpPr>
            <p:sp>
              <p:nvSpPr>
                <p:cNvPr id="8331" name="Google Shape;8331;p58"/>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32" name="Google Shape;8332;p58"/>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8333" name="Google Shape;8333;p58"/>
            <p:cNvGrpSpPr/>
            <p:nvPr/>
          </p:nvGrpSpPr>
          <p:grpSpPr>
            <a:xfrm>
              <a:off x="5900602" y="1193063"/>
              <a:ext cx="444345" cy="1023338"/>
              <a:chOff x="5900602" y="1193063"/>
              <a:chExt cx="444345" cy="1023338"/>
            </a:xfrm>
          </p:grpSpPr>
          <p:grpSp>
            <p:nvGrpSpPr>
              <p:cNvPr id="8334" name="Google Shape;8334;p58"/>
              <p:cNvGrpSpPr/>
              <p:nvPr/>
            </p:nvGrpSpPr>
            <p:grpSpPr>
              <a:xfrm>
                <a:off x="6046501" y="1367785"/>
                <a:ext cx="298446" cy="848616"/>
                <a:chOff x="6046501" y="1367785"/>
                <a:chExt cx="298446" cy="848616"/>
              </a:xfrm>
            </p:grpSpPr>
            <p:sp>
              <p:nvSpPr>
                <p:cNvPr id="8335" name="Google Shape;8335;p58"/>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58"/>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7" name="Google Shape;8337;p58"/>
              <p:cNvGrpSpPr/>
              <p:nvPr/>
            </p:nvGrpSpPr>
            <p:grpSpPr>
              <a:xfrm>
                <a:off x="5900602" y="1193063"/>
                <a:ext cx="284947" cy="182312"/>
                <a:chOff x="5900602" y="1193063"/>
                <a:chExt cx="284947" cy="182312"/>
              </a:xfrm>
            </p:grpSpPr>
            <p:sp>
              <p:nvSpPr>
                <p:cNvPr id="8338" name="Google Shape;8338;p58"/>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39" name="Google Shape;8339;p58"/>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8340" name="Google Shape;8340;p58"/>
          <p:cNvGrpSpPr/>
          <p:nvPr/>
        </p:nvGrpSpPr>
        <p:grpSpPr>
          <a:xfrm>
            <a:off x="7217825" y="979415"/>
            <a:ext cx="1219413" cy="1051365"/>
            <a:chOff x="7287122" y="1165658"/>
            <a:chExt cx="1219413" cy="1051365"/>
          </a:xfrm>
        </p:grpSpPr>
        <p:grpSp>
          <p:nvGrpSpPr>
            <p:cNvPr id="8341" name="Google Shape;8341;p58"/>
            <p:cNvGrpSpPr/>
            <p:nvPr/>
          </p:nvGrpSpPr>
          <p:grpSpPr>
            <a:xfrm>
              <a:off x="7287122" y="1969723"/>
              <a:ext cx="1219413" cy="247300"/>
              <a:chOff x="7287122" y="1969723"/>
              <a:chExt cx="1219413" cy="247300"/>
            </a:xfrm>
          </p:grpSpPr>
          <p:sp>
            <p:nvSpPr>
              <p:cNvPr id="8342" name="Google Shape;8342;p58"/>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43" name="Google Shape;8343;p58"/>
              <p:cNvGrpSpPr/>
              <p:nvPr/>
            </p:nvGrpSpPr>
            <p:grpSpPr>
              <a:xfrm>
                <a:off x="7287122" y="2063892"/>
                <a:ext cx="1151753" cy="73428"/>
                <a:chOff x="7287122" y="2063892"/>
                <a:chExt cx="1151753" cy="73428"/>
              </a:xfrm>
            </p:grpSpPr>
            <p:sp>
              <p:nvSpPr>
                <p:cNvPr id="8344" name="Google Shape;8344;p58"/>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45" name="Google Shape;8345;p58"/>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8346" name="Google Shape;8346;p58"/>
            <p:cNvGrpSpPr/>
            <p:nvPr/>
          </p:nvGrpSpPr>
          <p:grpSpPr>
            <a:xfrm>
              <a:off x="7287122" y="1712201"/>
              <a:ext cx="1219403" cy="246767"/>
              <a:chOff x="7287122" y="1712201"/>
              <a:chExt cx="1219403" cy="246767"/>
            </a:xfrm>
          </p:grpSpPr>
          <p:sp>
            <p:nvSpPr>
              <p:cNvPr id="8347" name="Google Shape;8347;p58"/>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48" name="Google Shape;8348;p58"/>
              <p:cNvGrpSpPr/>
              <p:nvPr/>
            </p:nvGrpSpPr>
            <p:grpSpPr>
              <a:xfrm>
                <a:off x="7287122" y="1842861"/>
                <a:ext cx="1005303" cy="73419"/>
                <a:chOff x="7287122" y="1842861"/>
                <a:chExt cx="1005303" cy="73419"/>
              </a:xfrm>
            </p:grpSpPr>
            <p:sp>
              <p:nvSpPr>
                <p:cNvPr id="8349" name="Google Shape;8349;p58"/>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50" name="Google Shape;8350;p58"/>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8351" name="Google Shape;8351;p58"/>
            <p:cNvGrpSpPr/>
            <p:nvPr/>
          </p:nvGrpSpPr>
          <p:grpSpPr>
            <a:xfrm>
              <a:off x="7287122" y="1447520"/>
              <a:ext cx="1219403" cy="286667"/>
              <a:chOff x="7287122" y="1447520"/>
              <a:chExt cx="1219403" cy="286667"/>
            </a:xfrm>
          </p:grpSpPr>
          <p:sp>
            <p:nvSpPr>
              <p:cNvPr id="8352" name="Google Shape;8352;p58"/>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53" name="Google Shape;8353;p58"/>
              <p:cNvGrpSpPr/>
              <p:nvPr/>
            </p:nvGrpSpPr>
            <p:grpSpPr>
              <a:xfrm>
                <a:off x="7287122" y="1581977"/>
                <a:ext cx="852803" cy="73428"/>
                <a:chOff x="7287122" y="1581977"/>
                <a:chExt cx="852803" cy="73428"/>
              </a:xfrm>
            </p:grpSpPr>
            <p:sp>
              <p:nvSpPr>
                <p:cNvPr id="8354" name="Google Shape;8354;p58"/>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55" name="Google Shape;8355;p58"/>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8356" name="Google Shape;8356;p58"/>
            <p:cNvGrpSpPr/>
            <p:nvPr/>
          </p:nvGrpSpPr>
          <p:grpSpPr>
            <a:xfrm>
              <a:off x="7287122" y="1165658"/>
              <a:ext cx="1219403" cy="344253"/>
              <a:chOff x="7287122" y="1165658"/>
              <a:chExt cx="1219403" cy="344253"/>
            </a:xfrm>
          </p:grpSpPr>
          <p:sp>
            <p:nvSpPr>
              <p:cNvPr id="8357" name="Google Shape;8357;p58"/>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58" name="Google Shape;8358;p58"/>
              <p:cNvGrpSpPr/>
              <p:nvPr/>
            </p:nvGrpSpPr>
            <p:grpSpPr>
              <a:xfrm>
                <a:off x="7287122" y="1341025"/>
                <a:ext cx="695703" cy="73419"/>
                <a:chOff x="7287122" y="1341025"/>
                <a:chExt cx="695703" cy="73419"/>
              </a:xfrm>
            </p:grpSpPr>
            <p:sp>
              <p:nvSpPr>
                <p:cNvPr id="8359" name="Google Shape;8359;p58"/>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60" name="Google Shape;8360;p58"/>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364" name="Shape 8364"/>
        <p:cNvGrpSpPr/>
        <p:nvPr/>
      </p:nvGrpSpPr>
      <p:grpSpPr>
        <a:xfrm>
          <a:off x="0" y="0"/>
          <a:ext cx="0" cy="0"/>
          <a:chOff x="0" y="0"/>
          <a:chExt cx="0" cy="0"/>
        </a:xfrm>
      </p:grpSpPr>
      <p:grpSp>
        <p:nvGrpSpPr>
          <p:cNvPr id="8365" name="Google Shape;8365;p59"/>
          <p:cNvGrpSpPr/>
          <p:nvPr/>
        </p:nvGrpSpPr>
        <p:grpSpPr>
          <a:xfrm>
            <a:off x="846551" y="2273217"/>
            <a:ext cx="415546" cy="355053"/>
            <a:chOff x="866243" y="2291587"/>
            <a:chExt cx="415546" cy="355053"/>
          </a:xfrm>
        </p:grpSpPr>
        <p:sp>
          <p:nvSpPr>
            <p:cNvPr id="8366" name="Google Shape;8366;p59"/>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59"/>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59"/>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59"/>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59"/>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71" name="Google Shape;8371;p59"/>
          <p:cNvSpPr/>
          <p:nvPr/>
        </p:nvSpPr>
        <p:spPr>
          <a:xfrm>
            <a:off x="1392102" y="2269439"/>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72" name="Google Shape;8372;p59"/>
          <p:cNvGrpSpPr/>
          <p:nvPr/>
        </p:nvGrpSpPr>
        <p:grpSpPr>
          <a:xfrm>
            <a:off x="1938828" y="2284205"/>
            <a:ext cx="359213" cy="327807"/>
            <a:chOff x="1958520" y="2302574"/>
            <a:chExt cx="359213" cy="327807"/>
          </a:xfrm>
        </p:grpSpPr>
        <p:sp>
          <p:nvSpPr>
            <p:cNvPr id="8373" name="Google Shape;8373;p59"/>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59"/>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59"/>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6" name="Google Shape;8376;p59"/>
          <p:cNvGrpSpPr/>
          <p:nvPr/>
        </p:nvGrpSpPr>
        <p:grpSpPr>
          <a:xfrm>
            <a:off x="2560190" y="2269057"/>
            <a:ext cx="207582" cy="359594"/>
            <a:chOff x="2656082" y="2287427"/>
            <a:chExt cx="207582" cy="359594"/>
          </a:xfrm>
        </p:grpSpPr>
        <p:sp>
          <p:nvSpPr>
            <p:cNvPr id="8377" name="Google Shape;8377;p59"/>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59"/>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59"/>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59"/>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1" name="Google Shape;8381;p59"/>
          <p:cNvGrpSpPr/>
          <p:nvPr/>
        </p:nvGrpSpPr>
        <p:grpSpPr>
          <a:xfrm>
            <a:off x="3029961" y="2303099"/>
            <a:ext cx="362991" cy="290018"/>
            <a:chOff x="3049653" y="2321468"/>
            <a:chExt cx="362991" cy="290018"/>
          </a:xfrm>
        </p:grpSpPr>
        <p:sp>
          <p:nvSpPr>
            <p:cNvPr id="8382" name="Google Shape;8382;p59"/>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59"/>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59"/>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59"/>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6" name="Google Shape;8386;p59"/>
          <p:cNvGrpSpPr/>
          <p:nvPr/>
        </p:nvGrpSpPr>
        <p:grpSpPr>
          <a:xfrm>
            <a:off x="3544551" y="2271534"/>
            <a:ext cx="422342" cy="355243"/>
            <a:chOff x="3564243" y="2289904"/>
            <a:chExt cx="422342" cy="355243"/>
          </a:xfrm>
        </p:grpSpPr>
        <p:sp>
          <p:nvSpPr>
            <p:cNvPr id="8387" name="Google Shape;8387;p59"/>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59"/>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59"/>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59"/>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59"/>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92" name="Google Shape;8392;p59"/>
          <p:cNvSpPr/>
          <p:nvPr/>
        </p:nvSpPr>
        <p:spPr>
          <a:xfrm>
            <a:off x="4124143" y="2269820"/>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93" name="Google Shape;8393;p59"/>
          <p:cNvGrpSpPr/>
          <p:nvPr/>
        </p:nvGrpSpPr>
        <p:grpSpPr>
          <a:xfrm>
            <a:off x="4668202" y="2271344"/>
            <a:ext cx="359594" cy="353909"/>
            <a:chOff x="4687894" y="2289713"/>
            <a:chExt cx="359594" cy="353909"/>
          </a:xfrm>
        </p:grpSpPr>
        <p:sp>
          <p:nvSpPr>
            <p:cNvPr id="8394" name="Google Shape;8394;p59"/>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59"/>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59"/>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97" name="Google Shape;8397;p59"/>
          <p:cNvSpPr/>
          <p:nvPr/>
        </p:nvSpPr>
        <p:spPr>
          <a:xfrm>
            <a:off x="5214928" y="226870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98" name="Google Shape;8398;p59"/>
          <p:cNvGrpSpPr/>
          <p:nvPr/>
        </p:nvGrpSpPr>
        <p:grpSpPr>
          <a:xfrm>
            <a:off x="6352932" y="2289857"/>
            <a:ext cx="263567" cy="317614"/>
            <a:chOff x="6421399" y="2308227"/>
            <a:chExt cx="263567" cy="317614"/>
          </a:xfrm>
        </p:grpSpPr>
        <p:sp>
          <p:nvSpPr>
            <p:cNvPr id="8399" name="Google Shape;8399;p59"/>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59"/>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59"/>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59"/>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3" name="Google Shape;8403;p59"/>
          <p:cNvGrpSpPr/>
          <p:nvPr/>
        </p:nvGrpSpPr>
        <p:grpSpPr>
          <a:xfrm>
            <a:off x="6850501" y="2277250"/>
            <a:ext cx="360356" cy="343462"/>
            <a:chOff x="6870193" y="2295620"/>
            <a:chExt cx="360356" cy="343462"/>
          </a:xfrm>
        </p:grpSpPr>
        <p:sp>
          <p:nvSpPr>
            <p:cNvPr id="8404" name="Google Shape;8404;p59"/>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59"/>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6" name="Google Shape;8406;p59"/>
          <p:cNvGrpSpPr/>
          <p:nvPr/>
        </p:nvGrpSpPr>
        <p:grpSpPr>
          <a:xfrm>
            <a:off x="7421773" y="2284490"/>
            <a:ext cx="342192" cy="327140"/>
            <a:chOff x="7441465" y="2302860"/>
            <a:chExt cx="342192" cy="327140"/>
          </a:xfrm>
        </p:grpSpPr>
        <p:sp>
          <p:nvSpPr>
            <p:cNvPr id="8407" name="Google Shape;8407;p59"/>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59"/>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9" name="Google Shape;8409;p59"/>
          <p:cNvGrpSpPr/>
          <p:nvPr/>
        </p:nvGrpSpPr>
        <p:grpSpPr>
          <a:xfrm>
            <a:off x="7969991" y="2331837"/>
            <a:ext cx="332761" cy="234066"/>
            <a:chOff x="7989683" y="2350207"/>
            <a:chExt cx="332761" cy="234066"/>
          </a:xfrm>
        </p:grpSpPr>
        <p:sp>
          <p:nvSpPr>
            <p:cNvPr id="8410" name="Google Shape;8410;p59"/>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59"/>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59"/>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59"/>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59"/>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59"/>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6" name="Google Shape;8416;p59"/>
          <p:cNvGrpSpPr/>
          <p:nvPr/>
        </p:nvGrpSpPr>
        <p:grpSpPr>
          <a:xfrm>
            <a:off x="5803602" y="2291381"/>
            <a:ext cx="315327" cy="314978"/>
            <a:chOff x="5823294" y="2309751"/>
            <a:chExt cx="315327" cy="314978"/>
          </a:xfrm>
        </p:grpSpPr>
        <p:sp>
          <p:nvSpPr>
            <p:cNvPr id="8417" name="Google Shape;8417;p59"/>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59"/>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59"/>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59"/>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59"/>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59"/>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59"/>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59"/>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59"/>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59"/>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59"/>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59"/>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59"/>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59"/>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59"/>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59"/>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59"/>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4" name="Google Shape;8434;p59"/>
          <p:cNvGrpSpPr/>
          <p:nvPr/>
        </p:nvGrpSpPr>
        <p:grpSpPr>
          <a:xfrm>
            <a:off x="2477583" y="2725790"/>
            <a:ext cx="370930" cy="370549"/>
            <a:chOff x="2497275" y="2744159"/>
            <a:chExt cx="370930" cy="370549"/>
          </a:xfrm>
        </p:grpSpPr>
        <p:sp>
          <p:nvSpPr>
            <p:cNvPr id="8435" name="Google Shape;8435;p59"/>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59"/>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59"/>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59"/>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59"/>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59"/>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1" name="Google Shape;8441;p59"/>
          <p:cNvGrpSpPr/>
          <p:nvPr/>
        </p:nvGrpSpPr>
        <p:grpSpPr>
          <a:xfrm>
            <a:off x="841248" y="2728108"/>
            <a:ext cx="371883" cy="365691"/>
            <a:chOff x="860940" y="2746477"/>
            <a:chExt cx="371883" cy="365691"/>
          </a:xfrm>
        </p:grpSpPr>
        <p:sp>
          <p:nvSpPr>
            <p:cNvPr id="8442" name="Google Shape;8442;p59"/>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59"/>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59"/>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59"/>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59"/>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7" name="Google Shape;8447;p59"/>
          <p:cNvGrpSpPr/>
          <p:nvPr/>
        </p:nvGrpSpPr>
        <p:grpSpPr>
          <a:xfrm>
            <a:off x="1431144" y="2747889"/>
            <a:ext cx="283985" cy="341080"/>
            <a:chOff x="1493849" y="2775533"/>
            <a:chExt cx="283985" cy="341080"/>
          </a:xfrm>
        </p:grpSpPr>
        <p:sp>
          <p:nvSpPr>
            <p:cNvPr id="8448" name="Google Shape;8448;p59"/>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59"/>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0" name="Google Shape;8450;p59"/>
          <p:cNvGrpSpPr/>
          <p:nvPr/>
        </p:nvGrpSpPr>
        <p:grpSpPr>
          <a:xfrm>
            <a:off x="1933144" y="2756052"/>
            <a:ext cx="372835" cy="342573"/>
            <a:chOff x="1952836" y="2774422"/>
            <a:chExt cx="372835" cy="342573"/>
          </a:xfrm>
        </p:grpSpPr>
        <p:sp>
          <p:nvSpPr>
            <p:cNvPr id="8451" name="Google Shape;8451;p59"/>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59"/>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59"/>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4" name="Google Shape;8454;p59"/>
          <p:cNvGrpSpPr/>
          <p:nvPr/>
        </p:nvGrpSpPr>
        <p:grpSpPr>
          <a:xfrm>
            <a:off x="3060224" y="2726107"/>
            <a:ext cx="332729" cy="372518"/>
            <a:chOff x="3079916" y="2744477"/>
            <a:chExt cx="332729" cy="372518"/>
          </a:xfrm>
        </p:grpSpPr>
        <p:sp>
          <p:nvSpPr>
            <p:cNvPr id="8455" name="Google Shape;8455;p59"/>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59"/>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59"/>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8" name="Google Shape;8458;p59"/>
          <p:cNvGrpSpPr/>
          <p:nvPr/>
        </p:nvGrpSpPr>
        <p:grpSpPr>
          <a:xfrm>
            <a:off x="3600884" y="2727155"/>
            <a:ext cx="336889" cy="355592"/>
            <a:chOff x="3620576" y="2745525"/>
            <a:chExt cx="336889" cy="355592"/>
          </a:xfrm>
        </p:grpSpPr>
        <p:sp>
          <p:nvSpPr>
            <p:cNvPr id="8459" name="Google Shape;8459;p59"/>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59"/>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1" name="Google Shape;8461;p59"/>
          <p:cNvGrpSpPr/>
          <p:nvPr/>
        </p:nvGrpSpPr>
        <p:grpSpPr>
          <a:xfrm>
            <a:off x="4107123" y="2742334"/>
            <a:ext cx="380393" cy="363118"/>
            <a:chOff x="4126815" y="2760704"/>
            <a:chExt cx="380393" cy="363118"/>
          </a:xfrm>
        </p:grpSpPr>
        <p:sp>
          <p:nvSpPr>
            <p:cNvPr id="8462" name="Google Shape;8462;p59"/>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59"/>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59"/>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59"/>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6" name="Google Shape;8466;p59"/>
          <p:cNvGrpSpPr/>
          <p:nvPr/>
        </p:nvGrpSpPr>
        <p:grpSpPr>
          <a:xfrm>
            <a:off x="4656294" y="2727314"/>
            <a:ext cx="381346" cy="368644"/>
            <a:chOff x="4675986" y="2745684"/>
            <a:chExt cx="381346" cy="368644"/>
          </a:xfrm>
        </p:grpSpPr>
        <p:sp>
          <p:nvSpPr>
            <p:cNvPr id="8467" name="Google Shape;8467;p59"/>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59"/>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9" name="Google Shape;8469;p59"/>
          <p:cNvGrpSpPr/>
          <p:nvPr/>
        </p:nvGrpSpPr>
        <p:grpSpPr>
          <a:xfrm>
            <a:off x="5200924" y="2772692"/>
            <a:ext cx="373185" cy="302466"/>
            <a:chOff x="5220616" y="2791061"/>
            <a:chExt cx="373185" cy="302466"/>
          </a:xfrm>
        </p:grpSpPr>
        <p:sp>
          <p:nvSpPr>
            <p:cNvPr id="8470" name="Google Shape;8470;p59"/>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59"/>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59"/>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59"/>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59"/>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59"/>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59"/>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59"/>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59"/>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59"/>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59"/>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59"/>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59"/>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59"/>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59"/>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59"/>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59"/>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59"/>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8" name="Google Shape;8488;p59"/>
          <p:cNvGrpSpPr/>
          <p:nvPr/>
        </p:nvGrpSpPr>
        <p:grpSpPr>
          <a:xfrm>
            <a:off x="5768969" y="2754147"/>
            <a:ext cx="284366" cy="344097"/>
            <a:chOff x="5864861" y="2772517"/>
            <a:chExt cx="284366" cy="344097"/>
          </a:xfrm>
        </p:grpSpPr>
        <p:sp>
          <p:nvSpPr>
            <p:cNvPr id="8489" name="Google Shape;8489;p59"/>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59"/>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59"/>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59"/>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59"/>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59"/>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95" name="Google Shape;8495;p59"/>
          <p:cNvSpPr/>
          <p:nvPr/>
        </p:nvSpPr>
        <p:spPr>
          <a:xfrm>
            <a:off x="6321177" y="275227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96" name="Google Shape;8496;p59"/>
          <p:cNvGrpSpPr/>
          <p:nvPr/>
        </p:nvGrpSpPr>
        <p:grpSpPr>
          <a:xfrm>
            <a:off x="6954467" y="2771168"/>
            <a:ext cx="255247" cy="327458"/>
            <a:chOff x="6974158" y="2789537"/>
            <a:chExt cx="255247" cy="327458"/>
          </a:xfrm>
        </p:grpSpPr>
        <p:sp>
          <p:nvSpPr>
            <p:cNvPr id="8497" name="Google Shape;8497;p59"/>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59"/>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59"/>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59"/>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59"/>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59"/>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3" name="Google Shape;8503;p59"/>
          <p:cNvGrpSpPr/>
          <p:nvPr/>
        </p:nvGrpSpPr>
        <p:grpSpPr>
          <a:xfrm>
            <a:off x="7511005" y="2771930"/>
            <a:ext cx="244291" cy="326314"/>
            <a:chOff x="7530697" y="2790299"/>
            <a:chExt cx="244291" cy="326314"/>
          </a:xfrm>
        </p:grpSpPr>
        <p:sp>
          <p:nvSpPr>
            <p:cNvPr id="8504" name="Google Shape;8504;p59"/>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59"/>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59"/>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59"/>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59"/>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59"/>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0" name="Google Shape;8510;p59"/>
          <p:cNvGrpSpPr/>
          <p:nvPr/>
        </p:nvGrpSpPr>
        <p:grpSpPr>
          <a:xfrm>
            <a:off x="7968499" y="2813878"/>
            <a:ext cx="332348" cy="283985"/>
            <a:chOff x="7988191" y="2832248"/>
            <a:chExt cx="332348" cy="283985"/>
          </a:xfrm>
        </p:grpSpPr>
        <p:sp>
          <p:nvSpPr>
            <p:cNvPr id="8511" name="Google Shape;8511;p59"/>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59"/>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59"/>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14" name="Google Shape;8514;p59"/>
          <p:cNvSpPr/>
          <p:nvPr/>
        </p:nvSpPr>
        <p:spPr>
          <a:xfrm>
            <a:off x="2478726" y="3226757"/>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15" name="Google Shape;8515;p59"/>
          <p:cNvGrpSpPr/>
          <p:nvPr/>
        </p:nvGrpSpPr>
        <p:grpSpPr>
          <a:xfrm>
            <a:off x="3568748" y="3239998"/>
            <a:ext cx="364484" cy="262423"/>
            <a:chOff x="3588440" y="3258368"/>
            <a:chExt cx="364484" cy="262423"/>
          </a:xfrm>
        </p:grpSpPr>
        <p:sp>
          <p:nvSpPr>
            <p:cNvPr id="8516" name="Google Shape;8516;p59"/>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59"/>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59"/>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59"/>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59"/>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59"/>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22" name="Google Shape;8522;p59"/>
          <p:cNvSpPr/>
          <p:nvPr/>
        </p:nvSpPr>
        <p:spPr>
          <a:xfrm>
            <a:off x="5243634" y="321148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23" name="Google Shape;8523;p59"/>
          <p:cNvGrpSpPr/>
          <p:nvPr/>
        </p:nvGrpSpPr>
        <p:grpSpPr>
          <a:xfrm>
            <a:off x="5746125" y="3209355"/>
            <a:ext cx="364865" cy="324822"/>
            <a:chOff x="5765817" y="3227724"/>
            <a:chExt cx="364865" cy="324822"/>
          </a:xfrm>
        </p:grpSpPr>
        <p:sp>
          <p:nvSpPr>
            <p:cNvPr id="8524" name="Google Shape;8524;p59"/>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59"/>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59"/>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7" name="Google Shape;8527;p59"/>
          <p:cNvGrpSpPr/>
          <p:nvPr/>
        </p:nvGrpSpPr>
        <p:grpSpPr>
          <a:xfrm>
            <a:off x="6208891" y="3219294"/>
            <a:ext cx="446539" cy="303895"/>
            <a:chOff x="6228583" y="3237664"/>
            <a:chExt cx="446539" cy="303895"/>
          </a:xfrm>
        </p:grpSpPr>
        <p:sp>
          <p:nvSpPr>
            <p:cNvPr id="8528" name="Google Shape;8528;p59"/>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59"/>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59"/>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59"/>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59"/>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59"/>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59"/>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59"/>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59"/>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59"/>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59"/>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59"/>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59"/>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59"/>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59"/>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59"/>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59"/>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5" name="Google Shape;8545;p59"/>
          <p:cNvGrpSpPr/>
          <p:nvPr/>
        </p:nvGrpSpPr>
        <p:grpSpPr>
          <a:xfrm>
            <a:off x="846170" y="3188936"/>
            <a:ext cx="364484" cy="364897"/>
            <a:chOff x="865862" y="3207306"/>
            <a:chExt cx="364484" cy="364897"/>
          </a:xfrm>
        </p:grpSpPr>
        <p:sp>
          <p:nvSpPr>
            <p:cNvPr id="8546" name="Google Shape;8546;p59"/>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59"/>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59"/>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59"/>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59"/>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59"/>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59"/>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59"/>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59"/>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59"/>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59"/>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59"/>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59"/>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59"/>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0" name="Google Shape;8560;p59"/>
          <p:cNvGrpSpPr/>
          <p:nvPr/>
        </p:nvGrpSpPr>
        <p:grpSpPr>
          <a:xfrm>
            <a:off x="1384925" y="3208593"/>
            <a:ext cx="370168" cy="325965"/>
            <a:chOff x="1404617" y="3226962"/>
            <a:chExt cx="370168" cy="325965"/>
          </a:xfrm>
        </p:grpSpPr>
        <p:sp>
          <p:nvSpPr>
            <p:cNvPr id="8561" name="Google Shape;8561;p59"/>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59"/>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59"/>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59"/>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59"/>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59"/>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59"/>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59"/>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59"/>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0" name="Google Shape;8570;p59"/>
          <p:cNvGrpSpPr/>
          <p:nvPr/>
        </p:nvGrpSpPr>
        <p:grpSpPr>
          <a:xfrm>
            <a:off x="1933711" y="3197724"/>
            <a:ext cx="366389" cy="354481"/>
            <a:chOff x="1954741" y="3212419"/>
            <a:chExt cx="366389" cy="354481"/>
          </a:xfrm>
        </p:grpSpPr>
        <p:sp>
          <p:nvSpPr>
            <p:cNvPr id="8571" name="Google Shape;8571;p59"/>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59"/>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59"/>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59"/>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59"/>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59"/>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59"/>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8" name="Google Shape;8578;p59"/>
          <p:cNvGrpSpPr/>
          <p:nvPr/>
        </p:nvGrpSpPr>
        <p:grpSpPr>
          <a:xfrm>
            <a:off x="3023547" y="3197256"/>
            <a:ext cx="366008" cy="348670"/>
            <a:chOff x="3043239" y="3215626"/>
            <a:chExt cx="366008" cy="348670"/>
          </a:xfrm>
        </p:grpSpPr>
        <p:sp>
          <p:nvSpPr>
            <p:cNvPr id="8579" name="Google Shape;8579;p59"/>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59"/>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1" name="Google Shape;8581;p59"/>
          <p:cNvGrpSpPr/>
          <p:nvPr/>
        </p:nvGrpSpPr>
        <p:grpSpPr>
          <a:xfrm>
            <a:off x="4198641" y="3166613"/>
            <a:ext cx="209107" cy="383442"/>
            <a:chOff x="4218333" y="3184982"/>
            <a:chExt cx="209107" cy="383442"/>
          </a:xfrm>
        </p:grpSpPr>
        <p:sp>
          <p:nvSpPr>
            <p:cNvPr id="8582" name="Google Shape;8582;p59"/>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59"/>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84" name="Google Shape;8584;p59"/>
          <p:cNvSpPr/>
          <p:nvPr/>
        </p:nvSpPr>
        <p:spPr>
          <a:xfrm>
            <a:off x="4797127" y="316778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85" name="Google Shape;8585;p59"/>
          <p:cNvGrpSpPr/>
          <p:nvPr/>
        </p:nvGrpSpPr>
        <p:grpSpPr>
          <a:xfrm>
            <a:off x="6876953" y="3197637"/>
            <a:ext cx="322917" cy="347876"/>
            <a:chOff x="6896644" y="3216007"/>
            <a:chExt cx="322917" cy="347876"/>
          </a:xfrm>
        </p:grpSpPr>
        <p:sp>
          <p:nvSpPr>
            <p:cNvPr id="8586" name="Google Shape;8586;p59"/>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59"/>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59"/>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59"/>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59"/>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59"/>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59"/>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3" name="Google Shape;8593;p59"/>
          <p:cNvGrpSpPr/>
          <p:nvPr/>
        </p:nvGrpSpPr>
        <p:grpSpPr>
          <a:xfrm>
            <a:off x="7409674" y="3204814"/>
            <a:ext cx="334634" cy="333904"/>
            <a:chOff x="7429366" y="3223183"/>
            <a:chExt cx="334634" cy="333904"/>
          </a:xfrm>
        </p:grpSpPr>
        <p:sp>
          <p:nvSpPr>
            <p:cNvPr id="8594" name="Google Shape;8594;p59"/>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59"/>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96" name="Google Shape;8596;p59"/>
          <p:cNvSpPr/>
          <p:nvPr/>
        </p:nvSpPr>
        <p:spPr>
          <a:xfrm>
            <a:off x="8059604" y="318893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97" name="Google Shape;8597;p59"/>
          <p:cNvGrpSpPr/>
          <p:nvPr/>
        </p:nvGrpSpPr>
        <p:grpSpPr>
          <a:xfrm>
            <a:off x="5196764" y="3707114"/>
            <a:ext cx="356196" cy="265631"/>
            <a:chOff x="5216456" y="3725484"/>
            <a:chExt cx="356196" cy="265631"/>
          </a:xfrm>
        </p:grpSpPr>
        <p:sp>
          <p:nvSpPr>
            <p:cNvPr id="8598" name="Google Shape;8598;p59"/>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59"/>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0" name="Google Shape;8600;p59"/>
          <p:cNvGrpSpPr/>
          <p:nvPr/>
        </p:nvGrpSpPr>
        <p:grpSpPr>
          <a:xfrm>
            <a:off x="6829701" y="3715625"/>
            <a:ext cx="355053" cy="248038"/>
            <a:chOff x="6849393" y="3733994"/>
            <a:chExt cx="355053" cy="248038"/>
          </a:xfrm>
        </p:grpSpPr>
        <p:sp>
          <p:nvSpPr>
            <p:cNvPr id="8601" name="Google Shape;8601;p59"/>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59"/>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59"/>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59"/>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59"/>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6" name="Google Shape;8606;p59"/>
          <p:cNvGrpSpPr/>
          <p:nvPr/>
        </p:nvGrpSpPr>
        <p:grpSpPr>
          <a:xfrm>
            <a:off x="7899305" y="3696318"/>
            <a:ext cx="392111" cy="280206"/>
            <a:chOff x="7918997" y="3714687"/>
            <a:chExt cx="392111" cy="280206"/>
          </a:xfrm>
        </p:grpSpPr>
        <p:sp>
          <p:nvSpPr>
            <p:cNvPr id="8607" name="Google Shape;8607;p59"/>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59"/>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59"/>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59"/>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59"/>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12" name="Google Shape;8612;p59"/>
          <p:cNvSpPr/>
          <p:nvPr/>
        </p:nvSpPr>
        <p:spPr>
          <a:xfrm>
            <a:off x="847662" y="3675995"/>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13" name="Google Shape;8613;p59"/>
          <p:cNvGrpSpPr/>
          <p:nvPr/>
        </p:nvGrpSpPr>
        <p:grpSpPr>
          <a:xfrm>
            <a:off x="1389085" y="3662594"/>
            <a:ext cx="357720" cy="355148"/>
            <a:chOff x="1408777" y="3680964"/>
            <a:chExt cx="357720" cy="355148"/>
          </a:xfrm>
        </p:grpSpPr>
        <p:sp>
          <p:nvSpPr>
            <p:cNvPr id="8614" name="Google Shape;8614;p59"/>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59"/>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59"/>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59"/>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59"/>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9" name="Google Shape;8619;p59"/>
          <p:cNvGrpSpPr/>
          <p:nvPr/>
        </p:nvGrpSpPr>
        <p:grpSpPr>
          <a:xfrm>
            <a:off x="1933144" y="3662594"/>
            <a:ext cx="357720" cy="355148"/>
            <a:chOff x="1952836" y="3680964"/>
            <a:chExt cx="357720" cy="355148"/>
          </a:xfrm>
        </p:grpSpPr>
        <p:sp>
          <p:nvSpPr>
            <p:cNvPr id="8620" name="Google Shape;8620;p59"/>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59"/>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59"/>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59"/>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59"/>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5" name="Google Shape;8625;p59"/>
          <p:cNvGrpSpPr/>
          <p:nvPr/>
        </p:nvGrpSpPr>
        <p:grpSpPr>
          <a:xfrm>
            <a:off x="2477202" y="3662594"/>
            <a:ext cx="357720" cy="355148"/>
            <a:chOff x="2496894" y="3680964"/>
            <a:chExt cx="357720" cy="355148"/>
          </a:xfrm>
        </p:grpSpPr>
        <p:sp>
          <p:nvSpPr>
            <p:cNvPr id="8626" name="Google Shape;8626;p59"/>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59"/>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59"/>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59"/>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59"/>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1" name="Google Shape;8631;p59"/>
          <p:cNvGrpSpPr/>
          <p:nvPr/>
        </p:nvGrpSpPr>
        <p:grpSpPr>
          <a:xfrm>
            <a:off x="3021292" y="3662689"/>
            <a:ext cx="356164" cy="355815"/>
            <a:chOff x="3040984" y="3681059"/>
            <a:chExt cx="356164" cy="355815"/>
          </a:xfrm>
        </p:grpSpPr>
        <p:sp>
          <p:nvSpPr>
            <p:cNvPr id="8632" name="Google Shape;8632;p59"/>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59"/>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59"/>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5" name="Google Shape;8635;p59"/>
          <p:cNvGrpSpPr/>
          <p:nvPr/>
        </p:nvGrpSpPr>
        <p:grpSpPr>
          <a:xfrm>
            <a:off x="3564589" y="3680821"/>
            <a:ext cx="358069" cy="317995"/>
            <a:chOff x="3584280" y="3699191"/>
            <a:chExt cx="358069" cy="317995"/>
          </a:xfrm>
        </p:grpSpPr>
        <p:sp>
          <p:nvSpPr>
            <p:cNvPr id="8636" name="Google Shape;8636;p59"/>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59"/>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59"/>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59"/>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0" name="Google Shape;8640;p59"/>
          <p:cNvGrpSpPr/>
          <p:nvPr/>
        </p:nvGrpSpPr>
        <p:grpSpPr>
          <a:xfrm>
            <a:off x="4109790" y="3662689"/>
            <a:ext cx="355402" cy="354291"/>
            <a:chOff x="4129482" y="3681059"/>
            <a:chExt cx="355402" cy="354291"/>
          </a:xfrm>
        </p:grpSpPr>
        <p:sp>
          <p:nvSpPr>
            <p:cNvPr id="8641" name="Google Shape;8641;p59"/>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59"/>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59"/>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59"/>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5" name="Google Shape;8645;p59"/>
          <p:cNvGrpSpPr/>
          <p:nvPr/>
        </p:nvGrpSpPr>
        <p:grpSpPr>
          <a:xfrm>
            <a:off x="4653849" y="3661927"/>
            <a:ext cx="355434" cy="355815"/>
            <a:chOff x="4673540" y="3680297"/>
            <a:chExt cx="355434" cy="355815"/>
          </a:xfrm>
        </p:grpSpPr>
        <p:sp>
          <p:nvSpPr>
            <p:cNvPr id="8646" name="Google Shape;8646;p59"/>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59"/>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59"/>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9" name="Google Shape;8649;p59"/>
          <p:cNvGrpSpPr/>
          <p:nvPr/>
        </p:nvGrpSpPr>
        <p:grpSpPr>
          <a:xfrm>
            <a:off x="5759716" y="3680821"/>
            <a:ext cx="317645" cy="318757"/>
            <a:chOff x="5779408" y="3699191"/>
            <a:chExt cx="317645" cy="318757"/>
          </a:xfrm>
        </p:grpSpPr>
        <p:sp>
          <p:nvSpPr>
            <p:cNvPr id="8650" name="Google Shape;8650;p59"/>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59"/>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52" name="Google Shape;8652;p59"/>
          <p:cNvSpPr/>
          <p:nvPr/>
        </p:nvSpPr>
        <p:spPr>
          <a:xfrm>
            <a:off x="6284881" y="3676090"/>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53" name="Google Shape;8653;p59"/>
          <p:cNvGrpSpPr/>
          <p:nvPr/>
        </p:nvGrpSpPr>
        <p:grpSpPr>
          <a:xfrm>
            <a:off x="7370743" y="3662499"/>
            <a:ext cx="372073" cy="355243"/>
            <a:chOff x="7390435" y="3680868"/>
            <a:chExt cx="372073" cy="355243"/>
          </a:xfrm>
        </p:grpSpPr>
        <p:sp>
          <p:nvSpPr>
            <p:cNvPr id="8654" name="Google Shape;8654;p59"/>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59"/>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59"/>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59"/>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59"/>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59"/>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0" name="Google Shape;8660;p59"/>
          <p:cNvGrpSpPr/>
          <p:nvPr/>
        </p:nvGrpSpPr>
        <p:grpSpPr>
          <a:xfrm>
            <a:off x="1392301" y="4119346"/>
            <a:ext cx="374709" cy="374010"/>
            <a:chOff x="1421638" y="4125629"/>
            <a:chExt cx="374709" cy="374010"/>
          </a:xfrm>
        </p:grpSpPr>
        <p:sp>
          <p:nvSpPr>
            <p:cNvPr id="8661" name="Google Shape;8661;p59"/>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59"/>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3" name="Google Shape;8663;p59"/>
          <p:cNvGrpSpPr/>
          <p:nvPr/>
        </p:nvGrpSpPr>
        <p:grpSpPr>
          <a:xfrm>
            <a:off x="1943917" y="4135255"/>
            <a:ext cx="357720" cy="342192"/>
            <a:chOff x="1973254" y="4156304"/>
            <a:chExt cx="357720" cy="342192"/>
          </a:xfrm>
        </p:grpSpPr>
        <p:sp>
          <p:nvSpPr>
            <p:cNvPr id="8664" name="Google Shape;8664;p59"/>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59"/>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59"/>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59"/>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59"/>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59"/>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0" name="Google Shape;8670;p59"/>
          <p:cNvGrpSpPr/>
          <p:nvPr/>
        </p:nvGrpSpPr>
        <p:grpSpPr>
          <a:xfrm>
            <a:off x="2494422" y="4136192"/>
            <a:ext cx="341049" cy="340318"/>
            <a:chOff x="2523759" y="4135505"/>
            <a:chExt cx="341049" cy="340318"/>
          </a:xfrm>
        </p:grpSpPr>
        <p:sp>
          <p:nvSpPr>
            <p:cNvPr id="8671" name="Google Shape;8671;p59"/>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59"/>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3" name="Google Shape;8673;p59"/>
          <p:cNvGrpSpPr/>
          <p:nvPr/>
        </p:nvGrpSpPr>
        <p:grpSpPr>
          <a:xfrm>
            <a:off x="3011266" y="4131175"/>
            <a:ext cx="392079" cy="350353"/>
            <a:chOff x="3040603" y="4130360"/>
            <a:chExt cx="392079" cy="350353"/>
          </a:xfrm>
        </p:grpSpPr>
        <p:sp>
          <p:nvSpPr>
            <p:cNvPr id="8674" name="Google Shape;8674;p59"/>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59"/>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59"/>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59"/>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59"/>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59"/>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59"/>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59"/>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59"/>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59"/>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4" name="Google Shape;8684;p59"/>
          <p:cNvGrpSpPr/>
          <p:nvPr/>
        </p:nvGrpSpPr>
        <p:grpSpPr>
          <a:xfrm>
            <a:off x="3632807" y="4136192"/>
            <a:ext cx="232955" cy="340318"/>
            <a:chOff x="3662144" y="4135505"/>
            <a:chExt cx="232955" cy="340318"/>
          </a:xfrm>
        </p:grpSpPr>
        <p:sp>
          <p:nvSpPr>
            <p:cNvPr id="8685" name="Google Shape;8685;p59"/>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59"/>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59"/>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59"/>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9" name="Google Shape;8689;p59"/>
          <p:cNvGrpSpPr/>
          <p:nvPr/>
        </p:nvGrpSpPr>
        <p:grpSpPr>
          <a:xfrm>
            <a:off x="4119801" y="4122029"/>
            <a:ext cx="344065" cy="368644"/>
            <a:chOff x="4149138" y="4121151"/>
            <a:chExt cx="344065" cy="368644"/>
          </a:xfrm>
        </p:grpSpPr>
        <p:sp>
          <p:nvSpPr>
            <p:cNvPr id="8690" name="Google Shape;8690;p59"/>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59"/>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59"/>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59"/>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59"/>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59"/>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59"/>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59"/>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59"/>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59"/>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59"/>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59"/>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02" name="Google Shape;8702;p59"/>
          <p:cNvSpPr/>
          <p:nvPr/>
        </p:nvSpPr>
        <p:spPr>
          <a:xfrm>
            <a:off x="4662717" y="4136335"/>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03" name="Google Shape;8703;p59"/>
          <p:cNvGrpSpPr/>
          <p:nvPr/>
        </p:nvGrpSpPr>
        <p:grpSpPr>
          <a:xfrm>
            <a:off x="5176925" y="4174949"/>
            <a:ext cx="397763" cy="262804"/>
            <a:chOff x="5206262" y="4174817"/>
            <a:chExt cx="397763" cy="262804"/>
          </a:xfrm>
        </p:grpSpPr>
        <p:sp>
          <p:nvSpPr>
            <p:cNvPr id="8704" name="Google Shape;8704;p59"/>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59"/>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59"/>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59"/>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59"/>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59"/>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59"/>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1" name="Google Shape;8711;p59"/>
          <p:cNvGrpSpPr/>
          <p:nvPr/>
        </p:nvGrpSpPr>
        <p:grpSpPr>
          <a:xfrm>
            <a:off x="5698279" y="4161342"/>
            <a:ext cx="440505" cy="290018"/>
            <a:chOff x="5727616" y="4204699"/>
            <a:chExt cx="440505" cy="290018"/>
          </a:xfrm>
        </p:grpSpPr>
        <p:sp>
          <p:nvSpPr>
            <p:cNvPr id="8712" name="Google Shape;8712;p59"/>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59"/>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59"/>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59"/>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59"/>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59"/>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59"/>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59"/>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0" name="Google Shape;8720;p59"/>
          <p:cNvGrpSpPr/>
          <p:nvPr/>
        </p:nvGrpSpPr>
        <p:grpSpPr>
          <a:xfrm>
            <a:off x="6380726" y="4124093"/>
            <a:ext cx="159950" cy="364516"/>
            <a:chOff x="6410063" y="4135124"/>
            <a:chExt cx="159950" cy="364516"/>
          </a:xfrm>
        </p:grpSpPr>
        <p:sp>
          <p:nvSpPr>
            <p:cNvPr id="8721" name="Google Shape;8721;p59"/>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59"/>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59"/>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59"/>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5" name="Google Shape;8725;p59"/>
          <p:cNvGrpSpPr/>
          <p:nvPr/>
        </p:nvGrpSpPr>
        <p:grpSpPr>
          <a:xfrm>
            <a:off x="6641065" y="4124284"/>
            <a:ext cx="214378" cy="364135"/>
            <a:chOff x="6924652" y="4135505"/>
            <a:chExt cx="214378" cy="364135"/>
          </a:xfrm>
        </p:grpSpPr>
        <p:sp>
          <p:nvSpPr>
            <p:cNvPr id="8726" name="Google Shape;8726;p59"/>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59"/>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59"/>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59"/>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30" name="Google Shape;8730;p59"/>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change the stroke and fill color</a:t>
            </a:r>
            <a:r>
              <a:rPr lang="en" sz="1100">
                <a:solidFill>
                  <a:schemeClr val="lt1"/>
                </a:solidFill>
              </a:rPr>
              <a:t>; just select the icon and click on the </a:t>
            </a:r>
            <a:r>
              <a:rPr b="1" lang="en" sz="1100">
                <a:solidFill>
                  <a:schemeClr val="hlink"/>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hlink"/>
                </a:solidFill>
                <a:uFill>
                  <a:noFill/>
                </a:uFill>
                <a:hlinkClick r:id="rId3"/>
              </a:rPr>
              <a:t>Flaticon’s extension</a:t>
            </a:r>
            <a:r>
              <a:rPr lang="en" sz="1100">
                <a:solidFill>
                  <a:schemeClr val="lt1"/>
                </a:solidFill>
              </a:rPr>
              <a:t>, allowing you to customize and add even more icons.</a:t>
            </a:r>
            <a:br>
              <a:rPr lang="en" sz="1100">
                <a:solidFill>
                  <a:srgbClr val="435D74"/>
                </a:solidFill>
              </a:rPr>
            </a:br>
            <a:endParaRPr sz="1100">
              <a:solidFill>
                <a:srgbClr val="435D74"/>
              </a:solidFill>
            </a:endParaRPr>
          </a:p>
        </p:txBody>
      </p:sp>
      <p:sp>
        <p:nvSpPr>
          <p:cNvPr id="8731" name="Google Shape;8731;p59"/>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8732" name="Google Shape;8732;p59"/>
          <p:cNvGrpSpPr/>
          <p:nvPr/>
        </p:nvGrpSpPr>
        <p:grpSpPr>
          <a:xfrm>
            <a:off x="841240" y="4119220"/>
            <a:ext cx="374177" cy="374263"/>
            <a:chOff x="775325" y="4143525"/>
            <a:chExt cx="468776" cy="468884"/>
          </a:xfrm>
        </p:grpSpPr>
        <p:sp>
          <p:nvSpPr>
            <p:cNvPr id="8733" name="Google Shape;8733;p59"/>
            <p:cNvSpPr/>
            <p:nvPr/>
          </p:nvSpPr>
          <p:spPr>
            <a:xfrm>
              <a:off x="851953" y="4143525"/>
              <a:ext cx="392147" cy="390479"/>
            </a:xfrm>
            <a:custGeom>
              <a:rect b="b" l="l" r="r" t="t"/>
              <a:pathLst>
                <a:path extrusionOk="0" h="36273" w="36428">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59"/>
            <p:cNvSpPr/>
            <p:nvPr/>
          </p:nvSpPr>
          <p:spPr>
            <a:xfrm>
              <a:off x="775325" y="4505404"/>
              <a:ext cx="108339" cy="107004"/>
            </a:xfrm>
            <a:custGeom>
              <a:rect b="b" l="l" r="r" t="t"/>
              <a:pathLst>
                <a:path extrusionOk="0" h="9940" w="10064">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59"/>
            <p:cNvSpPr/>
            <p:nvPr/>
          </p:nvSpPr>
          <p:spPr>
            <a:xfrm>
              <a:off x="775325" y="4437806"/>
              <a:ext cx="75430" cy="74085"/>
            </a:xfrm>
            <a:custGeom>
              <a:rect b="b" l="l" r="r" t="t"/>
              <a:pathLst>
                <a:path extrusionOk="0" h="6882" w="7007">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59"/>
            <p:cNvSpPr/>
            <p:nvPr/>
          </p:nvSpPr>
          <p:spPr>
            <a:xfrm>
              <a:off x="875829" y="4538289"/>
              <a:ext cx="75409" cy="74085"/>
            </a:xfrm>
            <a:custGeom>
              <a:rect b="b" l="l" r="r" t="t"/>
              <a:pathLst>
                <a:path extrusionOk="0" h="6882" w="7005">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7" name="Google Shape;8737;p59"/>
          <p:cNvGrpSpPr/>
          <p:nvPr/>
        </p:nvGrpSpPr>
        <p:grpSpPr>
          <a:xfrm>
            <a:off x="7015917" y="4114633"/>
            <a:ext cx="219464" cy="383437"/>
            <a:chOff x="1426400" y="1814750"/>
            <a:chExt cx="407850" cy="712575"/>
          </a:xfrm>
        </p:grpSpPr>
        <p:sp>
          <p:nvSpPr>
            <p:cNvPr id="8738" name="Google Shape;8738;p59"/>
            <p:cNvSpPr/>
            <p:nvPr/>
          </p:nvSpPr>
          <p:spPr>
            <a:xfrm>
              <a:off x="1426400" y="1814750"/>
              <a:ext cx="407850" cy="407925"/>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59"/>
            <p:cNvSpPr/>
            <p:nvPr/>
          </p:nvSpPr>
          <p:spPr>
            <a:xfrm>
              <a:off x="1631125" y="2222650"/>
              <a:ext cx="25" cy="304675"/>
            </a:xfrm>
            <a:custGeom>
              <a:rect b="b" l="l" r="r" t="t"/>
              <a:pathLst>
                <a:path extrusionOk="0" fill="none" h="12187" w="1">
                  <a:moveTo>
                    <a:pt x="1" y="1"/>
                  </a:moveTo>
                  <a:lnTo>
                    <a:pt x="1" y="12187"/>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59"/>
            <p:cNvSpPr/>
            <p:nvPr/>
          </p:nvSpPr>
          <p:spPr>
            <a:xfrm>
              <a:off x="1529575" y="2425750"/>
              <a:ext cx="203125" cy="25"/>
            </a:xfrm>
            <a:custGeom>
              <a:rect b="b" l="l" r="r" t="t"/>
              <a:pathLst>
                <a:path extrusionOk="0" fill="none" h="1" w="8125">
                  <a:moveTo>
                    <a:pt x="1" y="1"/>
                  </a:moveTo>
                  <a:lnTo>
                    <a:pt x="8125"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1" name="Google Shape;8741;p59"/>
          <p:cNvGrpSpPr/>
          <p:nvPr/>
        </p:nvGrpSpPr>
        <p:grpSpPr>
          <a:xfrm>
            <a:off x="7391519" y="4149408"/>
            <a:ext cx="313833" cy="313887"/>
            <a:chOff x="1910075" y="2021700"/>
            <a:chExt cx="583225" cy="583325"/>
          </a:xfrm>
        </p:grpSpPr>
        <p:sp>
          <p:nvSpPr>
            <p:cNvPr id="8742" name="Google Shape;8742;p59"/>
            <p:cNvSpPr/>
            <p:nvPr/>
          </p:nvSpPr>
          <p:spPr>
            <a:xfrm>
              <a:off x="1910075" y="2157875"/>
              <a:ext cx="448375" cy="447150"/>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59"/>
            <p:cNvSpPr/>
            <p:nvPr/>
          </p:nvSpPr>
          <p:spPr>
            <a:xfrm>
              <a:off x="2277975" y="2026475"/>
              <a:ext cx="210650" cy="210625"/>
            </a:xfrm>
            <a:custGeom>
              <a:rect b="b" l="l" r="r" t="t"/>
              <a:pathLst>
                <a:path extrusionOk="0" fill="none" h="8425" w="8426">
                  <a:moveTo>
                    <a:pt x="8425" y="0"/>
                  </a:moveTo>
                  <a:lnTo>
                    <a:pt x="1" y="8425"/>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59"/>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5" name="Google Shape;8745;p59"/>
          <p:cNvGrpSpPr/>
          <p:nvPr/>
        </p:nvGrpSpPr>
        <p:grpSpPr>
          <a:xfrm>
            <a:off x="7861486" y="4189187"/>
            <a:ext cx="441255" cy="234329"/>
            <a:chOff x="2749275" y="2099575"/>
            <a:chExt cx="820025" cy="435475"/>
          </a:xfrm>
        </p:grpSpPr>
        <p:sp>
          <p:nvSpPr>
            <p:cNvPr id="8746" name="Google Shape;8746;p59"/>
            <p:cNvSpPr/>
            <p:nvPr/>
          </p:nvSpPr>
          <p:spPr>
            <a:xfrm>
              <a:off x="3163375" y="2317300"/>
              <a:ext cx="389050" cy="25"/>
            </a:xfrm>
            <a:custGeom>
              <a:rect b="b" l="l" r="r" t="t"/>
              <a:pathLst>
                <a:path extrusionOk="0" fill="none" h="1" w="15562">
                  <a:moveTo>
                    <a:pt x="15562" y="1"/>
                  </a:moveTo>
                  <a:lnTo>
                    <a:pt x="1" y="1"/>
                  </a:lnTo>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59"/>
            <p:cNvSpPr/>
            <p:nvPr/>
          </p:nvSpPr>
          <p:spPr>
            <a:xfrm>
              <a:off x="3299975" y="2175125"/>
              <a:ext cx="25" cy="284375"/>
            </a:xfrm>
            <a:custGeom>
              <a:rect b="b" l="l" r="r" t="t"/>
              <a:pathLst>
                <a:path extrusionOk="0" fill="none" h="11375" w="1">
                  <a:moveTo>
                    <a:pt x="0" y="1"/>
                  </a:moveTo>
                  <a:lnTo>
                    <a:pt x="0" y="11374"/>
                  </a:lnTo>
                </a:path>
              </a:pathLst>
            </a:custGeom>
            <a:solidFill>
              <a:srgbClr val="E3E7EA"/>
            </a:solidFill>
            <a:ln cap="rnd"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59"/>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59"/>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53" name="Shape 8753"/>
        <p:cNvGrpSpPr/>
        <p:nvPr/>
      </p:nvGrpSpPr>
      <p:grpSpPr>
        <a:xfrm>
          <a:off x="0" y="0"/>
          <a:ext cx="0" cy="0"/>
          <a:chOff x="0" y="0"/>
          <a:chExt cx="0" cy="0"/>
        </a:xfrm>
      </p:grpSpPr>
      <p:grpSp>
        <p:nvGrpSpPr>
          <p:cNvPr id="8754" name="Google Shape;8754;p60"/>
          <p:cNvGrpSpPr/>
          <p:nvPr/>
        </p:nvGrpSpPr>
        <p:grpSpPr>
          <a:xfrm>
            <a:off x="1989449" y="4101269"/>
            <a:ext cx="374774" cy="346073"/>
            <a:chOff x="1989449" y="4282269"/>
            <a:chExt cx="374774" cy="346073"/>
          </a:xfrm>
        </p:grpSpPr>
        <p:sp>
          <p:nvSpPr>
            <p:cNvPr id="8755" name="Google Shape;8755;p60"/>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60"/>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60"/>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60"/>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60"/>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0" name="Google Shape;8760;p60"/>
          <p:cNvGrpSpPr/>
          <p:nvPr/>
        </p:nvGrpSpPr>
        <p:grpSpPr>
          <a:xfrm>
            <a:off x="2487439" y="4099740"/>
            <a:ext cx="198775" cy="348972"/>
            <a:chOff x="2487439" y="4280740"/>
            <a:chExt cx="198775" cy="348972"/>
          </a:xfrm>
        </p:grpSpPr>
        <p:sp>
          <p:nvSpPr>
            <p:cNvPr id="8761" name="Google Shape;8761;p60"/>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60"/>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60"/>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60"/>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5" name="Google Shape;8765;p60"/>
          <p:cNvGrpSpPr/>
          <p:nvPr/>
        </p:nvGrpSpPr>
        <p:grpSpPr>
          <a:xfrm>
            <a:off x="2810958" y="4092923"/>
            <a:ext cx="353145" cy="361873"/>
            <a:chOff x="2810958" y="4273923"/>
            <a:chExt cx="353145" cy="361873"/>
          </a:xfrm>
        </p:grpSpPr>
        <p:sp>
          <p:nvSpPr>
            <p:cNvPr id="8766" name="Google Shape;8766;p60"/>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60"/>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60"/>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60"/>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60"/>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60"/>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60"/>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3" name="Google Shape;8773;p60"/>
          <p:cNvGrpSpPr/>
          <p:nvPr/>
        </p:nvGrpSpPr>
        <p:grpSpPr>
          <a:xfrm>
            <a:off x="6275635" y="4101651"/>
            <a:ext cx="209383" cy="366778"/>
            <a:chOff x="6275635" y="4282651"/>
            <a:chExt cx="209383" cy="366778"/>
          </a:xfrm>
        </p:grpSpPr>
        <p:sp>
          <p:nvSpPr>
            <p:cNvPr id="8774" name="Google Shape;8774;p60"/>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60"/>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6" name="Google Shape;8776;p60"/>
          <p:cNvGrpSpPr/>
          <p:nvPr/>
        </p:nvGrpSpPr>
        <p:grpSpPr>
          <a:xfrm>
            <a:off x="6701186" y="4102033"/>
            <a:ext cx="280292" cy="366396"/>
            <a:chOff x="6701186" y="4283033"/>
            <a:chExt cx="280292" cy="366396"/>
          </a:xfrm>
        </p:grpSpPr>
        <p:sp>
          <p:nvSpPr>
            <p:cNvPr id="8777" name="Google Shape;8777;p60"/>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60"/>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9" name="Google Shape;8779;p60"/>
          <p:cNvGrpSpPr/>
          <p:nvPr/>
        </p:nvGrpSpPr>
        <p:grpSpPr>
          <a:xfrm>
            <a:off x="2609571" y="3643958"/>
            <a:ext cx="373627" cy="347347"/>
            <a:chOff x="2609571" y="3824958"/>
            <a:chExt cx="373627" cy="347347"/>
          </a:xfrm>
        </p:grpSpPr>
        <p:sp>
          <p:nvSpPr>
            <p:cNvPr id="8780" name="Google Shape;8780;p60"/>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60"/>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82" name="Google Shape;8782;p60"/>
          <p:cNvSpPr/>
          <p:nvPr/>
        </p:nvSpPr>
        <p:spPr>
          <a:xfrm>
            <a:off x="1288576" y="3641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83" name="Google Shape;8783;p60"/>
          <p:cNvGrpSpPr/>
          <p:nvPr/>
        </p:nvGrpSpPr>
        <p:grpSpPr>
          <a:xfrm>
            <a:off x="916127" y="3626056"/>
            <a:ext cx="221902" cy="380795"/>
            <a:chOff x="916127" y="3807056"/>
            <a:chExt cx="221902" cy="380795"/>
          </a:xfrm>
        </p:grpSpPr>
        <p:sp>
          <p:nvSpPr>
            <p:cNvPr id="8784" name="Google Shape;8784;p60"/>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60"/>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60"/>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60"/>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88" name="Google Shape;8788;p60"/>
          <p:cNvSpPr/>
          <p:nvPr/>
        </p:nvSpPr>
        <p:spPr>
          <a:xfrm>
            <a:off x="3136771" y="3642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60"/>
          <p:cNvSpPr/>
          <p:nvPr/>
        </p:nvSpPr>
        <p:spPr>
          <a:xfrm>
            <a:off x="2179465" y="3670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90" name="Google Shape;8790;p60"/>
          <p:cNvGrpSpPr/>
          <p:nvPr/>
        </p:nvGrpSpPr>
        <p:grpSpPr>
          <a:xfrm>
            <a:off x="3513010" y="3635134"/>
            <a:ext cx="362223" cy="361108"/>
            <a:chOff x="3513010" y="3816134"/>
            <a:chExt cx="362223" cy="361108"/>
          </a:xfrm>
        </p:grpSpPr>
        <p:sp>
          <p:nvSpPr>
            <p:cNvPr id="8791" name="Google Shape;8791;p60"/>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60"/>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60"/>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60"/>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5" name="Google Shape;8795;p60"/>
          <p:cNvGrpSpPr/>
          <p:nvPr/>
        </p:nvGrpSpPr>
        <p:grpSpPr>
          <a:xfrm>
            <a:off x="3950316" y="3639307"/>
            <a:ext cx="369805" cy="353782"/>
            <a:chOff x="3950316" y="3820307"/>
            <a:chExt cx="369805" cy="353782"/>
          </a:xfrm>
        </p:grpSpPr>
        <p:sp>
          <p:nvSpPr>
            <p:cNvPr id="8796" name="Google Shape;8796;p60"/>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60"/>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60"/>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60"/>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0" name="Google Shape;8800;p60"/>
          <p:cNvGrpSpPr/>
          <p:nvPr/>
        </p:nvGrpSpPr>
        <p:grpSpPr>
          <a:xfrm>
            <a:off x="1761909" y="3630961"/>
            <a:ext cx="307974" cy="371716"/>
            <a:chOff x="1761909" y="3811961"/>
            <a:chExt cx="307974" cy="371716"/>
          </a:xfrm>
        </p:grpSpPr>
        <p:sp>
          <p:nvSpPr>
            <p:cNvPr id="8801" name="Google Shape;8801;p60"/>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60"/>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60"/>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60"/>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60"/>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60"/>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60"/>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60"/>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60"/>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60"/>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1" name="Google Shape;8811;p60"/>
          <p:cNvGrpSpPr/>
          <p:nvPr/>
        </p:nvGrpSpPr>
        <p:grpSpPr>
          <a:xfrm>
            <a:off x="5373342" y="3627935"/>
            <a:ext cx="231395" cy="353145"/>
            <a:chOff x="5373342" y="3808935"/>
            <a:chExt cx="231395" cy="353145"/>
          </a:xfrm>
        </p:grpSpPr>
        <p:sp>
          <p:nvSpPr>
            <p:cNvPr id="8812" name="Google Shape;8812;p60"/>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60"/>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60"/>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60"/>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60"/>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60"/>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60"/>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60"/>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60"/>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21" name="Google Shape;8821;p60"/>
          <p:cNvSpPr/>
          <p:nvPr/>
        </p:nvSpPr>
        <p:spPr>
          <a:xfrm>
            <a:off x="6738361" y="3628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22" name="Google Shape;8822;p60"/>
          <p:cNvGrpSpPr/>
          <p:nvPr/>
        </p:nvGrpSpPr>
        <p:grpSpPr>
          <a:xfrm>
            <a:off x="5833775" y="3628445"/>
            <a:ext cx="235185" cy="352253"/>
            <a:chOff x="5833775" y="3809445"/>
            <a:chExt cx="235185" cy="352253"/>
          </a:xfrm>
        </p:grpSpPr>
        <p:sp>
          <p:nvSpPr>
            <p:cNvPr id="8823" name="Google Shape;8823;p60"/>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60"/>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60"/>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6" name="Google Shape;8826;p60"/>
          <p:cNvGrpSpPr/>
          <p:nvPr/>
        </p:nvGrpSpPr>
        <p:grpSpPr>
          <a:xfrm>
            <a:off x="4942472" y="3628318"/>
            <a:ext cx="238976" cy="352762"/>
            <a:chOff x="4942472" y="3809318"/>
            <a:chExt cx="238976" cy="352762"/>
          </a:xfrm>
        </p:grpSpPr>
        <p:sp>
          <p:nvSpPr>
            <p:cNvPr id="8827" name="Google Shape;8827;p60"/>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60"/>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60"/>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60"/>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60"/>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60"/>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60"/>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4" name="Google Shape;8834;p60"/>
          <p:cNvGrpSpPr/>
          <p:nvPr/>
        </p:nvGrpSpPr>
        <p:grpSpPr>
          <a:xfrm>
            <a:off x="6266525" y="3626788"/>
            <a:ext cx="260223" cy="353527"/>
            <a:chOff x="6266525" y="3807788"/>
            <a:chExt cx="260223" cy="353527"/>
          </a:xfrm>
        </p:grpSpPr>
        <p:sp>
          <p:nvSpPr>
            <p:cNvPr id="8835" name="Google Shape;8835;p60"/>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60"/>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60"/>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60"/>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39" name="Google Shape;8839;p60"/>
          <p:cNvSpPr/>
          <p:nvPr/>
        </p:nvSpPr>
        <p:spPr>
          <a:xfrm>
            <a:off x="7972870" y="3627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0" name="Google Shape;8840;p60"/>
          <p:cNvGrpSpPr/>
          <p:nvPr/>
        </p:nvGrpSpPr>
        <p:grpSpPr>
          <a:xfrm>
            <a:off x="7184363" y="3628604"/>
            <a:ext cx="202184" cy="352762"/>
            <a:chOff x="7184363" y="3809604"/>
            <a:chExt cx="202184" cy="352762"/>
          </a:xfrm>
        </p:grpSpPr>
        <p:sp>
          <p:nvSpPr>
            <p:cNvPr id="8841" name="Google Shape;8841;p60"/>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60"/>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3" name="Google Shape;8843;p60"/>
          <p:cNvGrpSpPr/>
          <p:nvPr/>
        </p:nvGrpSpPr>
        <p:grpSpPr>
          <a:xfrm>
            <a:off x="7571624" y="3627935"/>
            <a:ext cx="292047" cy="352762"/>
            <a:chOff x="7571624" y="3808935"/>
            <a:chExt cx="292047" cy="352762"/>
          </a:xfrm>
        </p:grpSpPr>
        <p:sp>
          <p:nvSpPr>
            <p:cNvPr id="8844" name="Google Shape;8844;p60"/>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60"/>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60"/>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60"/>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60"/>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60"/>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0" name="Google Shape;8850;p60"/>
          <p:cNvGrpSpPr/>
          <p:nvPr/>
        </p:nvGrpSpPr>
        <p:grpSpPr>
          <a:xfrm>
            <a:off x="2174559" y="3175116"/>
            <a:ext cx="364135" cy="359930"/>
            <a:chOff x="2174559" y="3356116"/>
            <a:chExt cx="364135" cy="359930"/>
          </a:xfrm>
        </p:grpSpPr>
        <p:sp>
          <p:nvSpPr>
            <p:cNvPr id="8851" name="Google Shape;8851;p60"/>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60"/>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3" name="Google Shape;8853;p60"/>
          <p:cNvGrpSpPr/>
          <p:nvPr/>
        </p:nvGrpSpPr>
        <p:grpSpPr>
          <a:xfrm>
            <a:off x="1731934" y="3174639"/>
            <a:ext cx="368371" cy="361554"/>
            <a:chOff x="1731934" y="3355639"/>
            <a:chExt cx="368371" cy="361554"/>
          </a:xfrm>
        </p:grpSpPr>
        <p:sp>
          <p:nvSpPr>
            <p:cNvPr id="8854" name="Google Shape;8854;p60"/>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60"/>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6" name="Google Shape;8856;p60"/>
          <p:cNvGrpSpPr/>
          <p:nvPr/>
        </p:nvGrpSpPr>
        <p:grpSpPr>
          <a:xfrm>
            <a:off x="3990517" y="3173173"/>
            <a:ext cx="279559" cy="363402"/>
            <a:chOff x="3990517" y="3354173"/>
            <a:chExt cx="279559" cy="363402"/>
          </a:xfrm>
        </p:grpSpPr>
        <p:sp>
          <p:nvSpPr>
            <p:cNvPr id="8857" name="Google Shape;8857;p60"/>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60"/>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60"/>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0" name="Google Shape;8860;p60"/>
          <p:cNvGrpSpPr/>
          <p:nvPr/>
        </p:nvGrpSpPr>
        <p:grpSpPr>
          <a:xfrm>
            <a:off x="3497847" y="3236374"/>
            <a:ext cx="379680" cy="237606"/>
            <a:chOff x="3497847" y="3417374"/>
            <a:chExt cx="379680" cy="237606"/>
          </a:xfrm>
        </p:grpSpPr>
        <p:sp>
          <p:nvSpPr>
            <p:cNvPr id="8861" name="Google Shape;8861;p60"/>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60"/>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60"/>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60"/>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5" name="Google Shape;8865;p60"/>
          <p:cNvGrpSpPr/>
          <p:nvPr/>
        </p:nvGrpSpPr>
        <p:grpSpPr>
          <a:xfrm>
            <a:off x="2612597" y="3186075"/>
            <a:ext cx="376271" cy="337982"/>
            <a:chOff x="2612597" y="3367075"/>
            <a:chExt cx="376271" cy="337982"/>
          </a:xfrm>
        </p:grpSpPr>
        <p:sp>
          <p:nvSpPr>
            <p:cNvPr id="8866" name="Google Shape;8866;p60"/>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60"/>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8" name="Google Shape;8868;p60"/>
          <p:cNvGrpSpPr/>
          <p:nvPr/>
        </p:nvGrpSpPr>
        <p:grpSpPr>
          <a:xfrm>
            <a:off x="3071914" y="3183431"/>
            <a:ext cx="343652" cy="342505"/>
            <a:chOff x="3071914" y="3364431"/>
            <a:chExt cx="343652" cy="342505"/>
          </a:xfrm>
        </p:grpSpPr>
        <p:sp>
          <p:nvSpPr>
            <p:cNvPr id="8869" name="Google Shape;8869;p60"/>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60"/>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60"/>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60"/>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60"/>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4" name="Google Shape;8874;p60"/>
          <p:cNvGrpSpPr/>
          <p:nvPr/>
        </p:nvGrpSpPr>
        <p:grpSpPr>
          <a:xfrm>
            <a:off x="897141" y="3178875"/>
            <a:ext cx="257962" cy="352762"/>
            <a:chOff x="897141" y="3359875"/>
            <a:chExt cx="257962" cy="352762"/>
          </a:xfrm>
        </p:grpSpPr>
        <p:sp>
          <p:nvSpPr>
            <p:cNvPr id="8875" name="Google Shape;8875;p60"/>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60"/>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60"/>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60"/>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60"/>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60"/>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60"/>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60"/>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3" name="Google Shape;8883;p60"/>
          <p:cNvGrpSpPr/>
          <p:nvPr/>
        </p:nvGrpSpPr>
        <p:grpSpPr>
          <a:xfrm>
            <a:off x="1333682" y="3163330"/>
            <a:ext cx="271213" cy="383088"/>
            <a:chOff x="1333682" y="3344330"/>
            <a:chExt cx="271213" cy="383088"/>
          </a:xfrm>
        </p:grpSpPr>
        <p:sp>
          <p:nvSpPr>
            <p:cNvPr id="8884" name="Google Shape;8884;p60"/>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60"/>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60"/>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60"/>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60"/>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60"/>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60"/>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60"/>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60"/>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60"/>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60"/>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5" name="Google Shape;8895;p60"/>
          <p:cNvGrpSpPr/>
          <p:nvPr/>
        </p:nvGrpSpPr>
        <p:grpSpPr>
          <a:xfrm>
            <a:off x="6664394" y="3165974"/>
            <a:ext cx="353113" cy="351998"/>
            <a:chOff x="6664394" y="3346974"/>
            <a:chExt cx="353113" cy="351998"/>
          </a:xfrm>
        </p:grpSpPr>
        <p:sp>
          <p:nvSpPr>
            <p:cNvPr id="8896" name="Google Shape;8896;p60"/>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60"/>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60"/>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60"/>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60"/>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1" name="Google Shape;8901;p60"/>
          <p:cNvGrpSpPr/>
          <p:nvPr/>
        </p:nvGrpSpPr>
        <p:grpSpPr>
          <a:xfrm>
            <a:off x="849741" y="1778307"/>
            <a:ext cx="399398" cy="375443"/>
            <a:chOff x="849741" y="1959307"/>
            <a:chExt cx="399398" cy="375443"/>
          </a:xfrm>
        </p:grpSpPr>
        <p:sp>
          <p:nvSpPr>
            <p:cNvPr id="8902" name="Google Shape;8902;p60"/>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60"/>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4" name="Google Shape;8904;p60"/>
          <p:cNvGrpSpPr/>
          <p:nvPr/>
        </p:nvGrpSpPr>
        <p:grpSpPr>
          <a:xfrm>
            <a:off x="1284212" y="1782766"/>
            <a:ext cx="379489" cy="366046"/>
            <a:chOff x="1284212" y="1963766"/>
            <a:chExt cx="379489" cy="366046"/>
          </a:xfrm>
        </p:grpSpPr>
        <p:sp>
          <p:nvSpPr>
            <p:cNvPr id="8905" name="Google Shape;8905;p60"/>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60"/>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7" name="Google Shape;8907;p60"/>
          <p:cNvGrpSpPr/>
          <p:nvPr/>
        </p:nvGrpSpPr>
        <p:grpSpPr>
          <a:xfrm>
            <a:off x="3037766" y="1788564"/>
            <a:ext cx="370219" cy="354928"/>
            <a:chOff x="3037766" y="1969564"/>
            <a:chExt cx="370219" cy="354928"/>
          </a:xfrm>
        </p:grpSpPr>
        <p:sp>
          <p:nvSpPr>
            <p:cNvPr id="8908" name="Google Shape;8908;p60"/>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60"/>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60"/>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60"/>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2" name="Google Shape;8912;p60"/>
          <p:cNvGrpSpPr/>
          <p:nvPr/>
        </p:nvGrpSpPr>
        <p:grpSpPr>
          <a:xfrm>
            <a:off x="3982553" y="1790730"/>
            <a:ext cx="304566" cy="350501"/>
            <a:chOff x="3982553" y="1971730"/>
            <a:chExt cx="304566" cy="350501"/>
          </a:xfrm>
        </p:grpSpPr>
        <p:sp>
          <p:nvSpPr>
            <p:cNvPr id="8913" name="Google Shape;8913;p60"/>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60"/>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5" name="Google Shape;8915;p60"/>
          <p:cNvGrpSpPr/>
          <p:nvPr/>
        </p:nvGrpSpPr>
        <p:grpSpPr>
          <a:xfrm>
            <a:off x="2567841" y="1813124"/>
            <a:ext cx="399812" cy="306477"/>
            <a:chOff x="2567841" y="1994124"/>
            <a:chExt cx="399812" cy="306477"/>
          </a:xfrm>
        </p:grpSpPr>
        <p:sp>
          <p:nvSpPr>
            <p:cNvPr id="8916" name="Google Shape;8916;p60"/>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60"/>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60"/>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9" name="Google Shape;8919;p60"/>
          <p:cNvGrpSpPr/>
          <p:nvPr/>
        </p:nvGrpSpPr>
        <p:grpSpPr>
          <a:xfrm>
            <a:off x="2212084" y="1779358"/>
            <a:ext cx="324698" cy="372863"/>
            <a:chOff x="2212084" y="1960358"/>
            <a:chExt cx="324698" cy="372863"/>
          </a:xfrm>
        </p:grpSpPr>
        <p:sp>
          <p:nvSpPr>
            <p:cNvPr id="8920" name="Google Shape;8920;p60"/>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60"/>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60"/>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3" name="Google Shape;8923;p60"/>
          <p:cNvGrpSpPr/>
          <p:nvPr/>
        </p:nvGrpSpPr>
        <p:grpSpPr>
          <a:xfrm>
            <a:off x="1805901" y="1779358"/>
            <a:ext cx="284847" cy="373627"/>
            <a:chOff x="1805901" y="1960358"/>
            <a:chExt cx="284847" cy="373627"/>
          </a:xfrm>
        </p:grpSpPr>
        <p:sp>
          <p:nvSpPr>
            <p:cNvPr id="8924" name="Google Shape;8924;p60"/>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60"/>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26" name="Google Shape;8926;p60"/>
          <p:cNvSpPr/>
          <p:nvPr/>
        </p:nvSpPr>
        <p:spPr>
          <a:xfrm>
            <a:off x="3505429" y="1799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60"/>
          <p:cNvSpPr/>
          <p:nvPr/>
        </p:nvSpPr>
        <p:spPr>
          <a:xfrm>
            <a:off x="7100552" y="1803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60"/>
          <p:cNvSpPr/>
          <p:nvPr/>
        </p:nvSpPr>
        <p:spPr>
          <a:xfrm>
            <a:off x="7955445" y="1830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29" name="Google Shape;8929;p60"/>
          <p:cNvGrpSpPr/>
          <p:nvPr/>
        </p:nvGrpSpPr>
        <p:grpSpPr>
          <a:xfrm>
            <a:off x="6656812" y="1848388"/>
            <a:ext cx="368690" cy="245793"/>
            <a:chOff x="6656812" y="2029388"/>
            <a:chExt cx="368690" cy="245793"/>
          </a:xfrm>
        </p:grpSpPr>
        <p:sp>
          <p:nvSpPr>
            <p:cNvPr id="8930" name="Google Shape;8930;p60"/>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60"/>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60"/>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60"/>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60"/>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60"/>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60"/>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60"/>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60"/>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60"/>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0" name="Google Shape;8940;p60"/>
          <p:cNvGrpSpPr/>
          <p:nvPr/>
        </p:nvGrpSpPr>
        <p:grpSpPr>
          <a:xfrm>
            <a:off x="4869651" y="1831218"/>
            <a:ext cx="376654" cy="281566"/>
            <a:chOff x="4869651" y="2012218"/>
            <a:chExt cx="376654" cy="281566"/>
          </a:xfrm>
        </p:grpSpPr>
        <p:sp>
          <p:nvSpPr>
            <p:cNvPr id="8941" name="Google Shape;8941;p60"/>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60"/>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60"/>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60"/>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5" name="Google Shape;8945;p60"/>
          <p:cNvGrpSpPr/>
          <p:nvPr/>
        </p:nvGrpSpPr>
        <p:grpSpPr>
          <a:xfrm>
            <a:off x="5306224" y="1831313"/>
            <a:ext cx="367925" cy="281694"/>
            <a:chOff x="5306224" y="2012313"/>
            <a:chExt cx="367925" cy="281694"/>
          </a:xfrm>
        </p:grpSpPr>
        <p:sp>
          <p:nvSpPr>
            <p:cNvPr id="8946" name="Google Shape;8946;p60"/>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60"/>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48" name="Google Shape;8948;p60"/>
          <p:cNvSpPr/>
          <p:nvPr/>
        </p:nvSpPr>
        <p:spPr>
          <a:xfrm>
            <a:off x="5754137" y="1824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49" name="Google Shape;8949;p60"/>
          <p:cNvGrpSpPr/>
          <p:nvPr/>
        </p:nvGrpSpPr>
        <p:grpSpPr>
          <a:xfrm>
            <a:off x="6195998" y="1802102"/>
            <a:ext cx="368308" cy="338746"/>
            <a:chOff x="6195998" y="1983102"/>
            <a:chExt cx="368308" cy="338746"/>
          </a:xfrm>
        </p:grpSpPr>
        <p:sp>
          <p:nvSpPr>
            <p:cNvPr id="8950" name="Google Shape;8950;p60"/>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60"/>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60"/>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3" name="Google Shape;8953;p60"/>
          <p:cNvGrpSpPr/>
          <p:nvPr/>
        </p:nvGrpSpPr>
        <p:grpSpPr>
          <a:xfrm>
            <a:off x="7542031" y="1830835"/>
            <a:ext cx="369072" cy="280037"/>
            <a:chOff x="7542031" y="2011835"/>
            <a:chExt cx="369072" cy="280037"/>
          </a:xfrm>
        </p:grpSpPr>
        <p:sp>
          <p:nvSpPr>
            <p:cNvPr id="8954" name="Google Shape;8954;p60"/>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60"/>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60"/>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60"/>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60"/>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60"/>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60"/>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60"/>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60"/>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3" name="Google Shape;8963;p60"/>
          <p:cNvGrpSpPr/>
          <p:nvPr/>
        </p:nvGrpSpPr>
        <p:grpSpPr>
          <a:xfrm>
            <a:off x="8010427" y="3167503"/>
            <a:ext cx="278795" cy="351615"/>
            <a:chOff x="8010427" y="3348503"/>
            <a:chExt cx="278795" cy="351615"/>
          </a:xfrm>
        </p:grpSpPr>
        <p:sp>
          <p:nvSpPr>
            <p:cNvPr id="8964" name="Google Shape;8964;p60"/>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60"/>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60"/>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60"/>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68" name="Google Shape;8968;p60"/>
          <p:cNvSpPr/>
          <p:nvPr/>
        </p:nvSpPr>
        <p:spPr>
          <a:xfrm>
            <a:off x="7615138" y="3167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69" name="Google Shape;8969;p60"/>
          <p:cNvGrpSpPr/>
          <p:nvPr/>
        </p:nvGrpSpPr>
        <p:grpSpPr>
          <a:xfrm>
            <a:off x="7141900" y="3168204"/>
            <a:ext cx="281057" cy="351010"/>
            <a:chOff x="7141900" y="3349204"/>
            <a:chExt cx="281057" cy="351010"/>
          </a:xfrm>
        </p:grpSpPr>
        <p:sp>
          <p:nvSpPr>
            <p:cNvPr id="8970" name="Google Shape;8970;p60"/>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60"/>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60"/>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3" name="Google Shape;8973;p60"/>
          <p:cNvGrpSpPr/>
          <p:nvPr/>
        </p:nvGrpSpPr>
        <p:grpSpPr>
          <a:xfrm>
            <a:off x="5314188" y="3169032"/>
            <a:ext cx="363752" cy="353113"/>
            <a:chOff x="5314188" y="3350032"/>
            <a:chExt cx="363752" cy="353113"/>
          </a:xfrm>
        </p:grpSpPr>
        <p:sp>
          <p:nvSpPr>
            <p:cNvPr id="8974" name="Google Shape;8974;p60"/>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60"/>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6" name="Google Shape;8976;p60"/>
          <p:cNvGrpSpPr/>
          <p:nvPr/>
        </p:nvGrpSpPr>
        <p:grpSpPr>
          <a:xfrm>
            <a:off x="5829984" y="3169032"/>
            <a:ext cx="220755" cy="352348"/>
            <a:chOff x="5829984" y="3350032"/>
            <a:chExt cx="220755" cy="352348"/>
          </a:xfrm>
        </p:grpSpPr>
        <p:sp>
          <p:nvSpPr>
            <p:cNvPr id="8977" name="Google Shape;8977;p60"/>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60"/>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60"/>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60"/>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1" name="Google Shape;8981;p60"/>
          <p:cNvGrpSpPr/>
          <p:nvPr/>
        </p:nvGrpSpPr>
        <p:grpSpPr>
          <a:xfrm>
            <a:off x="4882170" y="3168841"/>
            <a:ext cx="358464" cy="352316"/>
            <a:chOff x="4882170" y="3349841"/>
            <a:chExt cx="358464" cy="352316"/>
          </a:xfrm>
        </p:grpSpPr>
        <p:sp>
          <p:nvSpPr>
            <p:cNvPr id="8982" name="Google Shape;8982;p60"/>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60"/>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84" name="Google Shape;8984;p60"/>
          <p:cNvSpPr/>
          <p:nvPr/>
        </p:nvSpPr>
        <p:spPr>
          <a:xfrm>
            <a:off x="3955221" y="2712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60"/>
          <p:cNvSpPr/>
          <p:nvPr/>
        </p:nvSpPr>
        <p:spPr>
          <a:xfrm>
            <a:off x="3499727" y="2261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86" name="Google Shape;8986;p60"/>
          <p:cNvGrpSpPr/>
          <p:nvPr/>
        </p:nvGrpSpPr>
        <p:grpSpPr>
          <a:xfrm>
            <a:off x="3044965" y="2254220"/>
            <a:ext cx="400194" cy="324316"/>
            <a:chOff x="3044965" y="2435220"/>
            <a:chExt cx="400194" cy="324316"/>
          </a:xfrm>
        </p:grpSpPr>
        <p:sp>
          <p:nvSpPr>
            <p:cNvPr id="8987" name="Google Shape;8987;p60"/>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60"/>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60"/>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0" name="Google Shape;8990;p60"/>
          <p:cNvGrpSpPr/>
          <p:nvPr/>
        </p:nvGrpSpPr>
        <p:grpSpPr>
          <a:xfrm>
            <a:off x="6203579" y="3167981"/>
            <a:ext cx="351615" cy="350373"/>
            <a:chOff x="6203579" y="3348981"/>
            <a:chExt cx="351615" cy="350373"/>
          </a:xfrm>
        </p:grpSpPr>
        <p:sp>
          <p:nvSpPr>
            <p:cNvPr id="8991" name="Google Shape;8991;p60"/>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60"/>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60"/>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60"/>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60"/>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6" name="Google Shape;8996;p60"/>
          <p:cNvGrpSpPr/>
          <p:nvPr/>
        </p:nvGrpSpPr>
        <p:grpSpPr>
          <a:xfrm>
            <a:off x="4878379" y="2292892"/>
            <a:ext cx="367161" cy="287523"/>
            <a:chOff x="4878379" y="2473892"/>
            <a:chExt cx="367161" cy="287523"/>
          </a:xfrm>
        </p:grpSpPr>
        <p:sp>
          <p:nvSpPr>
            <p:cNvPr id="8997" name="Google Shape;8997;p60"/>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60"/>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60"/>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60"/>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60"/>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2" name="Google Shape;9002;p60"/>
          <p:cNvGrpSpPr/>
          <p:nvPr/>
        </p:nvGrpSpPr>
        <p:grpSpPr>
          <a:xfrm>
            <a:off x="1325719" y="2706689"/>
            <a:ext cx="290581" cy="372481"/>
            <a:chOff x="1325719" y="2887689"/>
            <a:chExt cx="290581" cy="372481"/>
          </a:xfrm>
        </p:grpSpPr>
        <p:sp>
          <p:nvSpPr>
            <p:cNvPr id="9003" name="Google Shape;9003;p60"/>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60"/>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05" name="Google Shape;9005;p60"/>
          <p:cNvSpPr/>
          <p:nvPr/>
        </p:nvSpPr>
        <p:spPr>
          <a:xfrm>
            <a:off x="1819153" y="2701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06" name="Google Shape;9006;p60"/>
          <p:cNvGrpSpPr/>
          <p:nvPr/>
        </p:nvGrpSpPr>
        <p:grpSpPr>
          <a:xfrm>
            <a:off x="3510335" y="2711499"/>
            <a:ext cx="360726" cy="361204"/>
            <a:chOff x="3510335" y="2892499"/>
            <a:chExt cx="360726" cy="361204"/>
          </a:xfrm>
        </p:grpSpPr>
        <p:sp>
          <p:nvSpPr>
            <p:cNvPr id="9007" name="Google Shape;9007;p60"/>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60"/>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60"/>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60"/>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60"/>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2" name="Google Shape;9012;p60"/>
          <p:cNvGrpSpPr/>
          <p:nvPr/>
        </p:nvGrpSpPr>
        <p:grpSpPr>
          <a:xfrm>
            <a:off x="3086313" y="2696049"/>
            <a:ext cx="320143" cy="392581"/>
            <a:chOff x="3086313" y="2877049"/>
            <a:chExt cx="320143" cy="392581"/>
          </a:xfrm>
        </p:grpSpPr>
        <p:sp>
          <p:nvSpPr>
            <p:cNvPr id="9013" name="Google Shape;9013;p60"/>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60"/>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60"/>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60"/>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60"/>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60"/>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60"/>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60"/>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60"/>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60"/>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60"/>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60"/>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25" name="Google Shape;9025;p60"/>
          <p:cNvSpPr/>
          <p:nvPr/>
        </p:nvSpPr>
        <p:spPr>
          <a:xfrm>
            <a:off x="2253814" y="2713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26" name="Google Shape;9026;p60"/>
          <p:cNvGrpSpPr/>
          <p:nvPr/>
        </p:nvGrpSpPr>
        <p:grpSpPr>
          <a:xfrm>
            <a:off x="861113" y="2704746"/>
            <a:ext cx="333809" cy="373277"/>
            <a:chOff x="861113" y="2885746"/>
            <a:chExt cx="333809" cy="373277"/>
          </a:xfrm>
        </p:grpSpPr>
        <p:sp>
          <p:nvSpPr>
            <p:cNvPr id="9027" name="Google Shape;9027;p60"/>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60"/>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60"/>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30" name="Google Shape;9030;p60"/>
          <p:cNvSpPr/>
          <p:nvPr/>
        </p:nvSpPr>
        <p:spPr>
          <a:xfrm>
            <a:off x="2616005" y="2705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60"/>
          <p:cNvSpPr/>
          <p:nvPr/>
        </p:nvSpPr>
        <p:spPr>
          <a:xfrm>
            <a:off x="2160129" y="1335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32" name="Google Shape;9032;p60"/>
          <p:cNvGrpSpPr/>
          <p:nvPr/>
        </p:nvGrpSpPr>
        <p:grpSpPr>
          <a:xfrm>
            <a:off x="1297654" y="1323481"/>
            <a:ext cx="349354" cy="362223"/>
            <a:chOff x="1297654" y="1504481"/>
            <a:chExt cx="349354" cy="362223"/>
          </a:xfrm>
        </p:grpSpPr>
        <p:sp>
          <p:nvSpPr>
            <p:cNvPr id="9033" name="Google Shape;9033;p60"/>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60"/>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60"/>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36" name="Google Shape;9036;p60"/>
          <p:cNvSpPr/>
          <p:nvPr/>
        </p:nvSpPr>
        <p:spPr>
          <a:xfrm>
            <a:off x="3945378" y="1349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37" name="Google Shape;9037;p60"/>
          <p:cNvGrpSpPr/>
          <p:nvPr/>
        </p:nvGrpSpPr>
        <p:grpSpPr>
          <a:xfrm>
            <a:off x="852385" y="1329916"/>
            <a:ext cx="353145" cy="351998"/>
            <a:chOff x="852385" y="1510916"/>
            <a:chExt cx="353145" cy="351998"/>
          </a:xfrm>
        </p:grpSpPr>
        <p:sp>
          <p:nvSpPr>
            <p:cNvPr id="9038" name="Google Shape;9038;p60"/>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60"/>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60"/>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1" name="Google Shape;9041;p60"/>
          <p:cNvGrpSpPr/>
          <p:nvPr/>
        </p:nvGrpSpPr>
        <p:grpSpPr>
          <a:xfrm>
            <a:off x="1745217" y="1334471"/>
            <a:ext cx="343269" cy="342505"/>
            <a:chOff x="1745217" y="1515471"/>
            <a:chExt cx="343269" cy="342505"/>
          </a:xfrm>
        </p:grpSpPr>
        <p:sp>
          <p:nvSpPr>
            <p:cNvPr id="9042" name="Google Shape;9042;p60"/>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60"/>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60"/>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60"/>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46" name="Google Shape;9046;p60"/>
          <p:cNvSpPr/>
          <p:nvPr/>
        </p:nvSpPr>
        <p:spPr>
          <a:xfrm>
            <a:off x="3509220" y="1324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47" name="Google Shape;9047;p60"/>
          <p:cNvGrpSpPr/>
          <p:nvPr/>
        </p:nvGrpSpPr>
        <p:grpSpPr>
          <a:xfrm>
            <a:off x="3042703" y="1348137"/>
            <a:ext cx="411535" cy="315587"/>
            <a:chOff x="3042703" y="1529137"/>
            <a:chExt cx="411535" cy="315587"/>
          </a:xfrm>
        </p:grpSpPr>
        <p:sp>
          <p:nvSpPr>
            <p:cNvPr id="9048" name="Google Shape;9048;p60"/>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60"/>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60"/>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60"/>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60"/>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60"/>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60"/>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60"/>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60"/>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60"/>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8" name="Google Shape;9058;p60"/>
          <p:cNvGrpSpPr/>
          <p:nvPr/>
        </p:nvGrpSpPr>
        <p:grpSpPr>
          <a:xfrm>
            <a:off x="2629289" y="1363682"/>
            <a:ext cx="350501" cy="284497"/>
            <a:chOff x="2629289" y="1544682"/>
            <a:chExt cx="350501" cy="284497"/>
          </a:xfrm>
        </p:grpSpPr>
        <p:sp>
          <p:nvSpPr>
            <p:cNvPr id="9059" name="Google Shape;9059;p60"/>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60"/>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60"/>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60"/>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60"/>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4" name="Google Shape;9064;p60"/>
          <p:cNvGrpSpPr/>
          <p:nvPr/>
        </p:nvGrpSpPr>
        <p:grpSpPr>
          <a:xfrm>
            <a:off x="5305077" y="1321633"/>
            <a:ext cx="367893" cy="365218"/>
            <a:chOff x="5305077" y="1502633"/>
            <a:chExt cx="367893" cy="365218"/>
          </a:xfrm>
        </p:grpSpPr>
        <p:sp>
          <p:nvSpPr>
            <p:cNvPr id="9065" name="Google Shape;9065;p60"/>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60"/>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7" name="Google Shape;9067;p60"/>
          <p:cNvGrpSpPr/>
          <p:nvPr/>
        </p:nvGrpSpPr>
        <p:grpSpPr>
          <a:xfrm>
            <a:off x="7100170" y="1319117"/>
            <a:ext cx="368308" cy="367033"/>
            <a:chOff x="7100170" y="1500117"/>
            <a:chExt cx="368308" cy="367033"/>
          </a:xfrm>
        </p:grpSpPr>
        <p:sp>
          <p:nvSpPr>
            <p:cNvPr id="9068" name="Google Shape;9068;p60"/>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60"/>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60"/>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60"/>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60"/>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60"/>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60"/>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60"/>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60"/>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60"/>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60"/>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60"/>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60"/>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81" name="Google Shape;9081;p60"/>
          <p:cNvSpPr/>
          <p:nvPr/>
        </p:nvSpPr>
        <p:spPr>
          <a:xfrm>
            <a:off x="7539642" y="1319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82" name="Google Shape;9082;p60"/>
          <p:cNvGrpSpPr/>
          <p:nvPr/>
        </p:nvGrpSpPr>
        <p:grpSpPr>
          <a:xfrm>
            <a:off x="6649231" y="1319021"/>
            <a:ext cx="390287" cy="367065"/>
            <a:chOff x="6649231" y="1500021"/>
            <a:chExt cx="390287" cy="367065"/>
          </a:xfrm>
        </p:grpSpPr>
        <p:sp>
          <p:nvSpPr>
            <p:cNvPr id="9083" name="Google Shape;9083;p60"/>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60"/>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60"/>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60"/>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60"/>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60"/>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60"/>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60"/>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60"/>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60"/>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60"/>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60"/>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5" name="Google Shape;9095;p60"/>
          <p:cNvGrpSpPr/>
          <p:nvPr/>
        </p:nvGrpSpPr>
        <p:grpSpPr>
          <a:xfrm>
            <a:off x="5746938" y="1362503"/>
            <a:ext cx="387261" cy="280356"/>
            <a:chOff x="5746938" y="1543503"/>
            <a:chExt cx="387261" cy="280356"/>
          </a:xfrm>
        </p:grpSpPr>
        <p:sp>
          <p:nvSpPr>
            <p:cNvPr id="9096" name="Google Shape;9096;p60"/>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60"/>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8" name="Google Shape;9098;p60"/>
          <p:cNvGrpSpPr/>
          <p:nvPr/>
        </p:nvGrpSpPr>
        <p:grpSpPr>
          <a:xfrm>
            <a:off x="6196730" y="1344346"/>
            <a:ext cx="369072" cy="317467"/>
            <a:chOff x="6196730" y="1525346"/>
            <a:chExt cx="369072" cy="317467"/>
          </a:xfrm>
        </p:grpSpPr>
        <p:sp>
          <p:nvSpPr>
            <p:cNvPr id="9099" name="Google Shape;9099;p60"/>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60"/>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60"/>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2" name="Google Shape;9102;p60"/>
          <p:cNvGrpSpPr/>
          <p:nvPr/>
        </p:nvGrpSpPr>
        <p:grpSpPr>
          <a:xfrm>
            <a:off x="4940592" y="1319690"/>
            <a:ext cx="246558" cy="367161"/>
            <a:chOff x="4940592" y="1500690"/>
            <a:chExt cx="246558" cy="367161"/>
          </a:xfrm>
        </p:grpSpPr>
        <p:sp>
          <p:nvSpPr>
            <p:cNvPr id="9103" name="Google Shape;9103;p60"/>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60"/>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60"/>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60"/>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7" name="Google Shape;9107;p60"/>
          <p:cNvGrpSpPr/>
          <p:nvPr/>
        </p:nvGrpSpPr>
        <p:grpSpPr>
          <a:xfrm>
            <a:off x="7964906" y="1318894"/>
            <a:ext cx="380858" cy="367575"/>
            <a:chOff x="7964906" y="1499894"/>
            <a:chExt cx="380858" cy="367575"/>
          </a:xfrm>
        </p:grpSpPr>
        <p:sp>
          <p:nvSpPr>
            <p:cNvPr id="9108" name="Google Shape;9108;p60"/>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60"/>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60"/>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11" name="Google Shape;9111;p60"/>
          <p:cNvSpPr/>
          <p:nvPr/>
        </p:nvSpPr>
        <p:spPr>
          <a:xfrm>
            <a:off x="5779557" y="2721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12" name="Google Shape;9112;p60"/>
          <p:cNvGrpSpPr/>
          <p:nvPr/>
        </p:nvGrpSpPr>
        <p:grpSpPr>
          <a:xfrm>
            <a:off x="8007400" y="2721278"/>
            <a:ext cx="285230" cy="355597"/>
            <a:chOff x="8007400" y="2902278"/>
            <a:chExt cx="285230" cy="355597"/>
          </a:xfrm>
        </p:grpSpPr>
        <p:sp>
          <p:nvSpPr>
            <p:cNvPr id="9113" name="Google Shape;9113;p60"/>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60"/>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5" name="Google Shape;9115;p60"/>
          <p:cNvGrpSpPr/>
          <p:nvPr/>
        </p:nvGrpSpPr>
        <p:grpSpPr>
          <a:xfrm>
            <a:off x="6219124" y="2721788"/>
            <a:ext cx="318231" cy="355470"/>
            <a:chOff x="6219124" y="2902788"/>
            <a:chExt cx="318231" cy="355470"/>
          </a:xfrm>
        </p:grpSpPr>
        <p:sp>
          <p:nvSpPr>
            <p:cNvPr id="9116" name="Google Shape;9116;p60"/>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60"/>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60"/>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9" name="Google Shape;9119;p60"/>
          <p:cNvGrpSpPr/>
          <p:nvPr/>
        </p:nvGrpSpPr>
        <p:grpSpPr>
          <a:xfrm>
            <a:off x="4969421" y="2721852"/>
            <a:ext cx="185109" cy="355406"/>
            <a:chOff x="4969421" y="2902852"/>
            <a:chExt cx="185109" cy="355406"/>
          </a:xfrm>
        </p:grpSpPr>
        <p:sp>
          <p:nvSpPr>
            <p:cNvPr id="9120" name="Google Shape;9120;p60"/>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60"/>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60"/>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60"/>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60"/>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60"/>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26" name="Google Shape;9126;p60"/>
          <p:cNvSpPr/>
          <p:nvPr/>
        </p:nvSpPr>
        <p:spPr>
          <a:xfrm>
            <a:off x="7574555" y="2722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60"/>
          <p:cNvSpPr/>
          <p:nvPr/>
        </p:nvSpPr>
        <p:spPr>
          <a:xfrm>
            <a:off x="7121800" y="2721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28" name="Google Shape;9128;p60"/>
          <p:cNvGrpSpPr/>
          <p:nvPr/>
        </p:nvGrpSpPr>
        <p:grpSpPr>
          <a:xfrm>
            <a:off x="6685259" y="2721852"/>
            <a:ext cx="311414" cy="355406"/>
            <a:chOff x="6685259" y="2902852"/>
            <a:chExt cx="311414" cy="355406"/>
          </a:xfrm>
        </p:grpSpPr>
        <p:sp>
          <p:nvSpPr>
            <p:cNvPr id="9129" name="Google Shape;9129;p60"/>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60"/>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60"/>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2" name="Google Shape;9132;p60"/>
          <p:cNvGrpSpPr/>
          <p:nvPr/>
        </p:nvGrpSpPr>
        <p:grpSpPr>
          <a:xfrm>
            <a:off x="5309250" y="2722170"/>
            <a:ext cx="359579" cy="355852"/>
            <a:chOff x="5309250" y="2903170"/>
            <a:chExt cx="359579" cy="355852"/>
          </a:xfrm>
        </p:grpSpPr>
        <p:sp>
          <p:nvSpPr>
            <p:cNvPr id="9133" name="Google Shape;9133;p60"/>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60"/>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60"/>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6" name="Google Shape;9136;p60"/>
          <p:cNvGrpSpPr/>
          <p:nvPr/>
        </p:nvGrpSpPr>
        <p:grpSpPr>
          <a:xfrm>
            <a:off x="2199565" y="2240172"/>
            <a:ext cx="312179" cy="353431"/>
            <a:chOff x="2199565" y="2421172"/>
            <a:chExt cx="312179" cy="353431"/>
          </a:xfrm>
        </p:grpSpPr>
        <p:sp>
          <p:nvSpPr>
            <p:cNvPr id="9137" name="Google Shape;9137;p60"/>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60"/>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9" name="Google Shape;9139;p60"/>
          <p:cNvGrpSpPr/>
          <p:nvPr/>
        </p:nvGrpSpPr>
        <p:grpSpPr>
          <a:xfrm>
            <a:off x="1750887" y="2244727"/>
            <a:ext cx="320143" cy="343269"/>
            <a:chOff x="1750887" y="2425727"/>
            <a:chExt cx="320143" cy="343269"/>
          </a:xfrm>
        </p:grpSpPr>
        <p:sp>
          <p:nvSpPr>
            <p:cNvPr id="9140" name="Google Shape;9140;p60"/>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60"/>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2" name="Google Shape;9142;p60"/>
          <p:cNvGrpSpPr/>
          <p:nvPr/>
        </p:nvGrpSpPr>
        <p:grpSpPr>
          <a:xfrm>
            <a:off x="1298037" y="2244727"/>
            <a:ext cx="338364" cy="342887"/>
            <a:chOff x="1298037" y="2425727"/>
            <a:chExt cx="338364" cy="342887"/>
          </a:xfrm>
        </p:grpSpPr>
        <p:sp>
          <p:nvSpPr>
            <p:cNvPr id="9143" name="Google Shape;9143;p60"/>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60"/>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60"/>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60"/>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47" name="Google Shape;9147;p60"/>
          <p:cNvSpPr/>
          <p:nvPr/>
        </p:nvSpPr>
        <p:spPr>
          <a:xfrm>
            <a:off x="848977" y="2237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48" name="Google Shape;9148;p60"/>
          <p:cNvGrpSpPr/>
          <p:nvPr/>
        </p:nvGrpSpPr>
        <p:grpSpPr>
          <a:xfrm>
            <a:off x="3974207" y="2248009"/>
            <a:ext cx="320143" cy="338491"/>
            <a:chOff x="3974207" y="2429009"/>
            <a:chExt cx="320143" cy="338491"/>
          </a:xfrm>
        </p:grpSpPr>
        <p:sp>
          <p:nvSpPr>
            <p:cNvPr id="9149" name="Google Shape;9149;p60"/>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60"/>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1" name="Google Shape;9151;p60"/>
          <p:cNvGrpSpPr/>
          <p:nvPr/>
        </p:nvGrpSpPr>
        <p:grpSpPr>
          <a:xfrm>
            <a:off x="2623237" y="2250047"/>
            <a:ext cx="355024" cy="332630"/>
            <a:chOff x="2623237" y="2431047"/>
            <a:chExt cx="355024" cy="332630"/>
          </a:xfrm>
        </p:grpSpPr>
        <p:sp>
          <p:nvSpPr>
            <p:cNvPr id="9152" name="Google Shape;9152;p60"/>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60"/>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60"/>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60"/>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6" name="Google Shape;9156;p60"/>
          <p:cNvGrpSpPr/>
          <p:nvPr/>
        </p:nvGrpSpPr>
        <p:grpSpPr>
          <a:xfrm>
            <a:off x="6657194" y="2253073"/>
            <a:ext cx="375507" cy="367925"/>
            <a:chOff x="6657194" y="2434073"/>
            <a:chExt cx="375507" cy="367925"/>
          </a:xfrm>
        </p:grpSpPr>
        <p:sp>
          <p:nvSpPr>
            <p:cNvPr id="9157" name="Google Shape;9157;p60"/>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60"/>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60"/>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0" name="Google Shape;9160;p60"/>
          <p:cNvGrpSpPr/>
          <p:nvPr/>
        </p:nvGrpSpPr>
        <p:grpSpPr>
          <a:xfrm>
            <a:off x="7101317" y="2260655"/>
            <a:ext cx="367925" cy="352380"/>
            <a:chOff x="7101317" y="2441655"/>
            <a:chExt cx="367925" cy="352380"/>
          </a:xfrm>
        </p:grpSpPr>
        <p:sp>
          <p:nvSpPr>
            <p:cNvPr id="9161" name="Google Shape;9161;p60"/>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60"/>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3" name="Google Shape;9163;p60"/>
          <p:cNvGrpSpPr/>
          <p:nvPr/>
        </p:nvGrpSpPr>
        <p:grpSpPr>
          <a:xfrm>
            <a:off x="5756399" y="2253456"/>
            <a:ext cx="367925" cy="367161"/>
            <a:chOff x="5756399" y="2434456"/>
            <a:chExt cx="367925" cy="367161"/>
          </a:xfrm>
        </p:grpSpPr>
        <p:sp>
          <p:nvSpPr>
            <p:cNvPr id="9164" name="Google Shape;9164;p60"/>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60"/>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60"/>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60"/>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60"/>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60"/>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60"/>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71" name="Google Shape;9171;p60"/>
          <p:cNvSpPr/>
          <p:nvPr/>
        </p:nvSpPr>
        <p:spPr>
          <a:xfrm>
            <a:off x="5304695" y="2253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60"/>
          <p:cNvSpPr/>
          <p:nvPr/>
        </p:nvSpPr>
        <p:spPr>
          <a:xfrm>
            <a:off x="7542031" y="2264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73" name="Google Shape;9173;p60"/>
          <p:cNvGrpSpPr/>
          <p:nvPr/>
        </p:nvGrpSpPr>
        <p:grpSpPr>
          <a:xfrm>
            <a:off x="7964906" y="2253073"/>
            <a:ext cx="373627" cy="367925"/>
            <a:chOff x="7964906" y="2434073"/>
            <a:chExt cx="373627" cy="367925"/>
          </a:xfrm>
        </p:grpSpPr>
        <p:sp>
          <p:nvSpPr>
            <p:cNvPr id="9174" name="Google Shape;9174;p60"/>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60"/>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6" name="Google Shape;9176;p60"/>
          <p:cNvGrpSpPr/>
          <p:nvPr/>
        </p:nvGrpSpPr>
        <p:grpSpPr>
          <a:xfrm>
            <a:off x="6194086" y="2256737"/>
            <a:ext cx="369837" cy="360471"/>
            <a:chOff x="6194086" y="2437737"/>
            <a:chExt cx="369837" cy="360471"/>
          </a:xfrm>
        </p:grpSpPr>
        <p:sp>
          <p:nvSpPr>
            <p:cNvPr id="9177" name="Google Shape;9177;p60"/>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60"/>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79" name="Google Shape;9179;p60"/>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9180" name="Google Shape;9180;p60"/>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184" name="Shape 9184"/>
        <p:cNvGrpSpPr/>
        <p:nvPr/>
      </p:nvGrpSpPr>
      <p:grpSpPr>
        <a:xfrm>
          <a:off x="0" y="0"/>
          <a:ext cx="0" cy="0"/>
          <a:chOff x="0" y="0"/>
          <a:chExt cx="0" cy="0"/>
        </a:xfrm>
      </p:grpSpPr>
      <p:grpSp>
        <p:nvGrpSpPr>
          <p:cNvPr id="9185" name="Google Shape;9185;p61"/>
          <p:cNvGrpSpPr/>
          <p:nvPr/>
        </p:nvGrpSpPr>
        <p:grpSpPr>
          <a:xfrm>
            <a:off x="3122257" y="1334344"/>
            <a:ext cx="294850" cy="349434"/>
            <a:chOff x="3122257" y="1508594"/>
            <a:chExt cx="294850" cy="349434"/>
          </a:xfrm>
        </p:grpSpPr>
        <p:sp>
          <p:nvSpPr>
            <p:cNvPr id="9186" name="Google Shape;9186;p61"/>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61"/>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61"/>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61"/>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61"/>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1" name="Google Shape;9191;p61"/>
          <p:cNvGrpSpPr/>
          <p:nvPr/>
        </p:nvGrpSpPr>
        <p:grpSpPr>
          <a:xfrm>
            <a:off x="910723" y="1333962"/>
            <a:ext cx="251660" cy="350166"/>
            <a:chOff x="910723" y="1508212"/>
            <a:chExt cx="251660" cy="350166"/>
          </a:xfrm>
        </p:grpSpPr>
        <p:sp>
          <p:nvSpPr>
            <p:cNvPr id="9192" name="Google Shape;9192;p61"/>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61"/>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61"/>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61"/>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61"/>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61"/>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61"/>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61"/>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61"/>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61"/>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61"/>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61"/>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61"/>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61"/>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61"/>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61"/>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61"/>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9" name="Google Shape;9209;p61"/>
          <p:cNvGrpSpPr/>
          <p:nvPr/>
        </p:nvGrpSpPr>
        <p:grpSpPr>
          <a:xfrm>
            <a:off x="1308631" y="1333580"/>
            <a:ext cx="350166" cy="350198"/>
            <a:chOff x="1308631" y="1507830"/>
            <a:chExt cx="350166" cy="350198"/>
          </a:xfrm>
        </p:grpSpPr>
        <p:sp>
          <p:nvSpPr>
            <p:cNvPr id="9210" name="Google Shape;9210;p61"/>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61"/>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61"/>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61"/>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4" name="Google Shape;9214;p61"/>
          <p:cNvGrpSpPr/>
          <p:nvPr/>
        </p:nvGrpSpPr>
        <p:grpSpPr>
          <a:xfrm>
            <a:off x="1756921" y="1335489"/>
            <a:ext cx="345997" cy="345997"/>
            <a:chOff x="1756921" y="1509739"/>
            <a:chExt cx="345997" cy="345997"/>
          </a:xfrm>
        </p:grpSpPr>
        <p:sp>
          <p:nvSpPr>
            <p:cNvPr id="9215" name="Google Shape;9215;p61"/>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61"/>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61"/>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61"/>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61"/>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61"/>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61"/>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61"/>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61"/>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61"/>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61"/>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61"/>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61"/>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61"/>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61"/>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61"/>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61"/>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2" name="Google Shape;9232;p61"/>
          <p:cNvGrpSpPr/>
          <p:nvPr/>
        </p:nvGrpSpPr>
        <p:grpSpPr>
          <a:xfrm>
            <a:off x="2216956" y="1336253"/>
            <a:ext cx="318721" cy="345615"/>
            <a:chOff x="2216956" y="1510503"/>
            <a:chExt cx="318721" cy="345615"/>
          </a:xfrm>
        </p:grpSpPr>
        <p:sp>
          <p:nvSpPr>
            <p:cNvPr id="9233" name="Google Shape;9233;p61"/>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61"/>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61"/>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61"/>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61"/>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8" name="Google Shape;9238;p61"/>
          <p:cNvGrpSpPr/>
          <p:nvPr/>
        </p:nvGrpSpPr>
        <p:grpSpPr>
          <a:xfrm>
            <a:off x="3988156" y="1394211"/>
            <a:ext cx="349052" cy="230049"/>
            <a:chOff x="3988156" y="1568461"/>
            <a:chExt cx="349052" cy="230049"/>
          </a:xfrm>
        </p:grpSpPr>
        <p:sp>
          <p:nvSpPr>
            <p:cNvPr id="9239" name="Google Shape;9239;p61"/>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61"/>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61"/>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61"/>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61"/>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61"/>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61"/>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6" name="Google Shape;9246;p61"/>
          <p:cNvGrpSpPr/>
          <p:nvPr/>
        </p:nvGrpSpPr>
        <p:grpSpPr>
          <a:xfrm>
            <a:off x="2633037" y="1325623"/>
            <a:ext cx="379002" cy="366112"/>
            <a:chOff x="2633037" y="1499873"/>
            <a:chExt cx="379002" cy="366112"/>
          </a:xfrm>
        </p:grpSpPr>
        <p:sp>
          <p:nvSpPr>
            <p:cNvPr id="9247" name="Google Shape;9247;p61"/>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61"/>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61"/>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61"/>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61"/>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61"/>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3" name="Google Shape;9253;p61"/>
          <p:cNvGrpSpPr/>
          <p:nvPr/>
        </p:nvGrpSpPr>
        <p:grpSpPr>
          <a:xfrm>
            <a:off x="6675256" y="1341919"/>
            <a:ext cx="327823" cy="357009"/>
            <a:chOff x="6675256" y="1516169"/>
            <a:chExt cx="327823" cy="357009"/>
          </a:xfrm>
        </p:grpSpPr>
        <p:sp>
          <p:nvSpPr>
            <p:cNvPr id="9254" name="Google Shape;9254;p61"/>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61"/>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61"/>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61"/>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61"/>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61"/>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61"/>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61"/>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61"/>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3" name="Google Shape;9263;p61"/>
          <p:cNvGrpSpPr/>
          <p:nvPr/>
        </p:nvGrpSpPr>
        <p:grpSpPr>
          <a:xfrm>
            <a:off x="8020159" y="1342301"/>
            <a:ext cx="300897" cy="356627"/>
            <a:chOff x="8020159" y="1516551"/>
            <a:chExt cx="300897" cy="356627"/>
          </a:xfrm>
        </p:grpSpPr>
        <p:sp>
          <p:nvSpPr>
            <p:cNvPr id="9264" name="Google Shape;9264;p61"/>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61"/>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61"/>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61"/>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61"/>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9" name="Google Shape;9269;p61"/>
          <p:cNvGrpSpPr/>
          <p:nvPr/>
        </p:nvGrpSpPr>
        <p:grpSpPr>
          <a:xfrm>
            <a:off x="5377363" y="1341919"/>
            <a:ext cx="257357" cy="356627"/>
            <a:chOff x="5377363" y="1516169"/>
            <a:chExt cx="257357" cy="356627"/>
          </a:xfrm>
        </p:grpSpPr>
        <p:sp>
          <p:nvSpPr>
            <p:cNvPr id="9270" name="Google Shape;9270;p61"/>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61"/>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61"/>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61"/>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61"/>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61"/>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61"/>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61"/>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61"/>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61"/>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61"/>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61"/>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61"/>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61"/>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61"/>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61"/>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61"/>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7" name="Google Shape;9287;p61"/>
          <p:cNvGrpSpPr/>
          <p:nvPr/>
        </p:nvGrpSpPr>
        <p:grpSpPr>
          <a:xfrm>
            <a:off x="4880567" y="1361620"/>
            <a:ext cx="356245" cy="317607"/>
            <a:chOff x="4880567" y="1535870"/>
            <a:chExt cx="356245" cy="317607"/>
          </a:xfrm>
        </p:grpSpPr>
        <p:sp>
          <p:nvSpPr>
            <p:cNvPr id="9288" name="Google Shape;9288;p61"/>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61"/>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61"/>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61"/>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61"/>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3" name="Google Shape;9293;p61"/>
          <p:cNvGrpSpPr/>
          <p:nvPr/>
        </p:nvGrpSpPr>
        <p:grpSpPr>
          <a:xfrm>
            <a:off x="5771483" y="1341537"/>
            <a:ext cx="357359" cy="357391"/>
            <a:chOff x="5771483" y="1515787"/>
            <a:chExt cx="357359" cy="357391"/>
          </a:xfrm>
        </p:grpSpPr>
        <p:sp>
          <p:nvSpPr>
            <p:cNvPr id="9294" name="Google Shape;9294;p61"/>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61"/>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61"/>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61"/>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8" name="Google Shape;9298;p61"/>
          <p:cNvGrpSpPr/>
          <p:nvPr/>
        </p:nvGrpSpPr>
        <p:grpSpPr>
          <a:xfrm>
            <a:off x="7121669" y="1359360"/>
            <a:ext cx="321362" cy="321362"/>
            <a:chOff x="7121669" y="1533610"/>
            <a:chExt cx="321362" cy="321362"/>
          </a:xfrm>
        </p:grpSpPr>
        <p:sp>
          <p:nvSpPr>
            <p:cNvPr id="9299" name="Google Shape;9299;p61"/>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61"/>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61"/>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61"/>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3" name="Google Shape;9303;p61"/>
          <p:cNvGrpSpPr/>
          <p:nvPr/>
        </p:nvGrpSpPr>
        <p:grpSpPr>
          <a:xfrm>
            <a:off x="7562766" y="1340614"/>
            <a:ext cx="327059" cy="360192"/>
            <a:chOff x="7562766" y="1514864"/>
            <a:chExt cx="327059" cy="360192"/>
          </a:xfrm>
        </p:grpSpPr>
        <p:sp>
          <p:nvSpPr>
            <p:cNvPr id="9304" name="Google Shape;9304;p61"/>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61"/>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61"/>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61"/>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8" name="Google Shape;9308;p61"/>
          <p:cNvGrpSpPr/>
          <p:nvPr/>
        </p:nvGrpSpPr>
        <p:grpSpPr>
          <a:xfrm>
            <a:off x="6221229" y="1324423"/>
            <a:ext cx="361636" cy="362183"/>
            <a:chOff x="6259175" y="1559008"/>
            <a:chExt cx="271743" cy="272093"/>
          </a:xfrm>
        </p:grpSpPr>
        <p:sp>
          <p:nvSpPr>
            <p:cNvPr id="9309" name="Google Shape;9309;p61"/>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61"/>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61"/>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61"/>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61"/>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61"/>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61"/>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61"/>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61"/>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61"/>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61"/>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61"/>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61"/>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61"/>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61"/>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61"/>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61"/>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6" name="Google Shape;9326;p61"/>
          <p:cNvGrpSpPr/>
          <p:nvPr/>
        </p:nvGrpSpPr>
        <p:grpSpPr>
          <a:xfrm>
            <a:off x="6671087" y="1835054"/>
            <a:ext cx="332757" cy="281833"/>
            <a:chOff x="6671087" y="2009304"/>
            <a:chExt cx="332757" cy="281833"/>
          </a:xfrm>
        </p:grpSpPr>
        <p:sp>
          <p:nvSpPr>
            <p:cNvPr id="9327" name="Google Shape;9327;p61"/>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61"/>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29" name="Google Shape;9329;p61"/>
          <p:cNvSpPr/>
          <p:nvPr/>
        </p:nvSpPr>
        <p:spPr>
          <a:xfrm>
            <a:off x="1745940" y="179288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30" name="Google Shape;9330;p61"/>
          <p:cNvGrpSpPr/>
          <p:nvPr/>
        </p:nvGrpSpPr>
        <p:grpSpPr>
          <a:xfrm>
            <a:off x="2201806" y="1802335"/>
            <a:ext cx="349784" cy="349434"/>
            <a:chOff x="2201806" y="1976585"/>
            <a:chExt cx="349784" cy="349434"/>
          </a:xfrm>
        </p:grpSpPr>
        <p:sp>
          <p:nvSpPr>
            <p:cNvPr id="9331" name="Google Shape;9331;p61"/>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61"/>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61"/>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61"/>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5" name="Google Shape;9335;p61"/>
          <p:cNvGrpSpPr/>
          <p:nvPr/>
        </p:nvGrpSpPr>
        <p:grpSpPr>
          <a:xfrm>
            <a:off x="3094217" y="1802335"/>
            <a:ext cx="350198" cy="350548"/>
            <a:chOff x="3094217" y="1976585"/>
            <a:chExt cx="350198" cy="350548"/>
          </a:xfrm>
        </p:grpSpPr>
        <p:sp>
          <p:nvSpPr>
            <p:cNvPr id="9336" name="Google Shape;9336;p61"/>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61"/>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61"/>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61"/>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61"/>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61"/>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61"/>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61"/>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61"/>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61"/>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61"/>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61"/>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61"/>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49" name="Google Shape;9349;p61"/>
          <p:cNvSpPr/>
          <p:nvPr/>
        </p:nvSpPr>
        <p:spPr>
          <a:xfrm>
            <a:off x="1276039" y="178756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50" name="Google Shape;9350;p61"/>
          <p:cNvGrpSpPr/>
          <p:nvPr/>
        </p:nvGrpSpPr>
        <p:grpSpPr>
          <a:xfrm>
            <a:off x="3979435" y="1802335"/>
            <a:ext cx="345265" cy="349848"/>
            <a:chOff x="3979435" y="1976585"/>
            <a:chExt cx="345265" cy="349848"/>
          </a:xfrm>
        </p:grpSpPr>
        <p:sp>
          <p:nvSpPr>
            <p:cNvPr id="9351" name="Google Shape;9351;p61"/>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61"/>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61"/>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61"/>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61"/>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61"/>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61"/>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61"/>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61"/>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61"/>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61"/>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61"/>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61"/>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61"/>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61"/>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61"/>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61"/>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8" name="Google Shape;9368;p61"/>
          <p:cNvGrpSpPr/>
          <p:nvPr/>
        </p:nvGrpSpPr>
        <p:grpSpPr>
          <a:xfrm>
            <a:off x="3541011" y="1334344"/>
            <a:ext cx="350166" cy="349434"/>
            <a:chOff x="3541011" y="1508594"/>
            <a:chExt cx="350166" cy="349434"/>
          </a:xfrm>
        </p:grpSpPr>
        <p:sp>
          <p:nvSpPr>
            <p:cNvPr id="9369" name="Google Shape;9369;p61"/>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61"/>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61"/>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61"/>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61"/>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61"/>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61"/>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61"/>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61"/>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61"/>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61"/>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61"/>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61"/>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2" name="Google Shape;9382;p61"/>
          <p:cNvGrpSpPr/>
          <p:nvPr/>
        </p:nvGrpSpPr>
        <p:grpSpPr>
          <a:xfrm>
            <a:off x="3576626" y="1801571"/>
            <a:ext cx="284251" cy="351694"/>
            <a:chOff x="3576626" y="1975821"/>
            <a:chExt cx="284251" cy="351694"/>
          </a:xfrm>
        </p:grpSpPr>
        <p:sp>
          <p:nvSpPr>
            <p:cNvPr id="9383" name="Google Shape;9383;p61"/>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61"/>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61"/>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6" name="Google Shape;9386;p61"/>
          <p:cNvGrpSpPr/>
          <p:nvPr/>
        </p:nvGrpSpPr>
        <p:grpSpPr>
          <a:xfrm>
            <a:off x="2722090" y="2715912"/>
            <a:ext cx="238770" cy="371841"/>
            <a:chOff x="2722090" y="2890162"/>
            <a:chExt cx="238770" cy="371841"/>
          </a:xfrm>
        </p:grpSpPr>
        <p:sp>
          <p:nvSpPr>
            <p:cNvPr id="9387" name="Google Shape;9387;p61"/>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61"/>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61"/>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90" name="Google Shape;9390;p61"/>
          <p:cNvSpPr/>
          <p:nvPr/>
        </p:nvSpPr>
        <p:spPr>
          <a:xfrm>
            <a:off x="5775652" y="179514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91" name="Google Shape;9391;p61"/>
          <p:cNvGrpSpPr/>
          <p:nvPr/>
        </p:nvGrpSpPr>
        <p:grpSpPr>
          <a:xfrm>
            <a:off x="6216367" y="1795906"/>
            <a:ext cx="361147" cy="361147"/>
            <a:chOff x="6216367" y="1970156"/>
            <a:chExt cx="361147" cy="361147"/>
          </a:xfrm>
        </p:grpSpPr>
        <p:sp>
          <p:nvSpPr>
            <p:cNvPr id="9392" name="Google Shape;9392;p61"/>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61"/>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61"/>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61"/>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6" name="Google Shape;9396;p61"/>
          <p:cNvGrpSpPr/>
          <p:nvPr/>
        </p:nvGrpSpPr>
        <p:grpSpPr>
          <a:xfrm>
            <a:off x="1289311" y="2751972"/>
            <a:ext cx="408156" cy="299783"/>
            <a:chOff x="1289311" y="2926222"/>
            <a:chExt cx="408156" cy="299783"/>
          </a:xfrm>
        </p:grpSpPr>
        <p:sp>
          <p:nvSpPr>
            <p:cNvPr id="9397" name="Google Shape;9397;p61"/>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61"/>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9" name="Google Shape;9399;p61"/>
          <p:cNvGrpSpPr/>
          <p:nvPr/>
        </p:nvGrpSpPr>
        <p:grpSpPr>
          <a:xfrm>
            <a:off x="7978465" y="1795142"/>
            <a:ext cx="361147" cy="360797"/>
            <a:chOff x="7978465" y="1969392"/>
            <a:chExt cx="361147" cy="360797"/>
          </a:xfrm>
        </p:grpSpPr>
        <p:sp>
          <p:nvSpPr>
            <p:cNvPr id="9400" name="Google Shape;9400;p61"/>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61"/>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61"/>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61"/>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61"/>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61"/>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61"/>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61"/>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61"/>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09" name="Google Shape;9409;p61"/>
          <p:cNvSpPr/>
          <p:nvPr/>
        </p:nvSpPr>
        <p:spPr>
          <a:xfrm>
            <a:off x="2206357" y="271635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10" name="Google Shape;9410;p61"/>
          <p:cNvGrpSpPr/>
          <p:nvPr/>
        </p:nvGrpSpPr>
        <p:grpSpPr>
          <a:xfrm>
            <a:off x="854261" y="2734563"/>
            <a:ext cx="377474" cy="335748"/>
            <a:chOff x="854261" y="2908813"/>
            <a:chExt cx="377474" cy="335748"/>
          </a:xfrm>
        </p:grpSpPr>
        <p:sp>
          <p:nvSpPr>
            <p:cNvPr id="9411" name="Google Shape;9411;p61"/>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61"/>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61"/>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61"/>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61"/>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6" name="Google Shape;9416;p61"/>
          <p:cNvGrpSpPr/>
          <p:nvPr/>
        </p:nvGrpSpPr>
        <p:grpSpPr>
          <a:xfrm>
            <a:off x="1749728" y="2720527"/>
            <a:ext cx="386927" cy="363438"/>
            <a:chOff x="1749728" y="2894777"/>
            <a:chExt cx="386927" cy="363438"/>
          </a:xfrm>
        </p:grpSpPr>
        <p:sp>
          <p:nvSpPr>
            <p:cNvPr id="9417" name="Google Shape;9417;p61"/>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61"/>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61"/>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61"/>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61"/>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61"/>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61"/>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4" name="Google Shape;9424;p61"/>
          <p:cNvGrpSpPr/>
          <p:nvPr/>
        </p:nvGrpSpPr>
        <p:grpSpPr>
          <a:xfrm>
            <a:off x="7098912" y="1795142"/>
            <a:ext cx="359651" cy="361560"/>
            <a:chOff x="7098912" y="1969392"/>
            <a:chExt cx="359651" cy="361560"/>
          </a:xfrm>
        </p:grpSpPr>
        <p:sp>
          <p:nvSpPr>
            <p:cNvPr id="9425" name="Google Shape;9425;p61"/>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61"/>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61"/>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61"/>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61"/>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61"/>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61"/>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61"/>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61"/>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61"/>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61"/>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61"/>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61"/>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38" name="Google Shape;9438;p61"/>
          <p:cNvSpPr/>
          <p:nvPr/>
        </p:nvSpPr>
        <p:spPr>
          <a:xfrm>
            <a:off x="3094217" y="272090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39" name="Google Shape;9439;p61"/>
          <p:cNvGrpSpPr/>
          <p:nvPr/>
        </p:nvGrpSpPr>
        <p:grpSpPr>
          <a:xfrm>
            <a:off x="5352728" y="1815989"/>
            <a:ext cx="327091" cy="322508"/>
            <a:chOff x="5352728" y="1990239"/>
            <a:chExt cx="327091" cy="322508"/>
          </a:xfrm>
        </p:grpSpPr>
        <p:sp>
          <p:nvSpPr>
            <p:cNvPr id="9440" name="Google Shape;9440;p61"/>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61"/>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61"/>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3" name="Google Shape;9443;p61"/>
          <p:cNvGrpSpPr/>
          <p:nvPr/>
        </p:nvGrpSpPr>
        <p:grpSpPr>
          <a:xfrm>
            <a:off x="7538896" y="1795906"/>
            <a:ext cx="361147" cy="361529"/>
            <a:chOff x="7538896" y="1970156"/>
            <a:chExt cx="361147" cy="361529"/>
          </a:xfrm>
        </p:grpSpPr>
        <p:sp>
          <p:nvSpPr>
            <p:cNvPr id="9444" name="Google Shape;9444;p61"/>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61"/>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61"/>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61"/>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61"/>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61"/>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0" name="Google Shape;9450;p61"/>
          <p:cNvGrpSpPr/>
          <p:nvPr/>
        </p:nvGrpSpPr>
        <p:grpSpPr>
          <a:xfrm>
            <a:off x="4896099" y="1796670"/>
            <a:ext cx="358155" cy="358123"/>
            <a:chOff x="4896099" y="1970920"/>
            <a:chExt cx="358155" cy="358123"/>
          </a:xfrm>
        </p:grpSpPr>
        <p:sp>
          <p:nvSpPr>
            <p:cNvPr id="9451" name="Google Shape;9451;p61"/>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61"/>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61"/>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4" name="Google Shape;9454;p61"/>
          <p:cNvGrpSpPr/>
          <p:nvPr/>
        </p:nvGrpSpPr>
        <p:grpSpPr>
          <a:xfrm>
            <a:off x="4048787" y="2802769"/>
            <a:ext cx="283488" cy="198604"/>
            <a:chOff x="4048787" y="2977019"/>
            <a:chExt cx="283488" cy="198604"/>
          </a:xfrm>
        </p:grpSpPr>
        <p:sp>
          <p:nvSpPr>
            <p:cNvPr id="9455" name="Google Shape;9455;p61"/>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61"/>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61"/>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61"/>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61"/>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61"/>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1" name="Google Shape;9461;p61"/>
          <p:cNvGrpSpPr/>
          <p:nvPr/>
        </p:nvGrpSpPr>
        <p:grpSpPr>
          <a:xfrm>
            <a:off x="4054103" y="2255941"/>
            <a:ext cx="218687" cy="349052"/>
            <a:chOff x="4054103" y="2430191"/>
            <a:chExt cx="218687" cy="349052"/>
          </a:xfrm>
        </p:grpSpPr>
        <p:sp>
          <p:nvSpPr>
            <p:cNvPr id="9462" name="Google Shape;9462;p61"/>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61"/>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4" name="Google Shape;9464;p61"/>
          <p:cNvGrpSpPr/>
          <p:nvPr/>
        </p:nvGrpSpPr>
        <p:grpSpPr>
          <a:xfrm>
            <a:off x="2185128" y="2253299"/>
            <a:ext cx="382758" cy="356595"/>
            <a:chOff x="2185128" y="2427549"/>
            <a:chExt cx="382758" cy="356595"/>
          </a:xfrm>
        </p:grpSpPr>
        <p:sp>
          <p:nvSpPr>
            <p:cNvPr id="9465" name="Google Shape;9465;p61"/>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61"/>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61"/>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61"/>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9" name="Google Shape;9469;p61"/>
          <p:cNvGrpSpPr/>
          <p:nvPr/>
        </p:nvGrpSpPr>
        <p:grpSpPr>
          <a:xfrm>
            <a:off x="2656907" y="2265043"/>
            <a:ext cx="332757" cy="332343"/>
            <a:chOff x="2656907" y="2439293"/>
            <a:chExt cx="332757" cy="332343"/>
          </a:xfrm>
        </p:grpSpPr>
        <p:sp>
          <p:nvSpPr>
            <p:cNvPr id="9470" name="Google Shape;9470;p61"/>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61"/>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61"/>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61"/>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61"/>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61"/>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61"/>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7" name="Google Shape;9477;p61"/>
          <p:cNvGrpSpPr/>
          <p:nvPr/>
        </p:nvGrpSpPr>
        <p:grpSpPr>
          <a:xfrm>
            <a:off x="1731523" y="2248366"/>
            <a:ext cx="399435" cy="365698"/>
            <a:chOff x="1731523" y="2422616"/>
            <a:chExt cx="399435" cy="365698"/>
          </a:xfrm>
        </p:grpSpPr>
        <p:sp>
          <p:nvSpPr>
            <p:cNvPr id="9478" name="Google Shape;9478;p61"/>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61"/>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61"/>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1" name="Google Shape;9481;p61"/>
          <p:cNvGrpSpPr/>
          <p:nvPr/>
        </p:nvGrpSpPr>
        <p:grpSpPr>
          <a:xfrm>
            <a:off x="3097241" y="2259314"/>
            <a:ext cx="344883" cy="343387"/>
            <a:chOff x="3097241" y="2433564"/>
            <a:chExt cx="344883" cy="343387"/>
          </a:xfrm>
        </p:grpSpPr>
        <p:sp>
          <p:nvSpPr>
            <p:cNvPr id="9482" name="Google Shape;9482;p61"/>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61"/>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61"/>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61"/>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61"/>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61"/>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61"/>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61"/>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61"/>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1" name="Google Shape;9491;p61"/>
          <p:cNvGrpSpPr/>
          <p:nvPr/>
        </p:nvGrpSpPr>
        <p:grpSpPr>
          <a:xfrm>
            <a:off x="1278299" y="2265043"/>
            <a:ext cx="410829" cy="332343"/>
            <a:chOff x="1278299" y="2439293"/>
            <a:chExt cx="410829" cy="332343"/>
          </a:xfrm>
        </p:grpSpPr>
        <p:sp>
          <p:nvSpPr>
            <p:cNvPr id="9492" name="Google Shape;9492;p61"/>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61"/>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61"/>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61"/>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61"/>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61"/>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61"/>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61"/>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0" name="Google Shape;9500;p61"/>
          <p:cNvGrpSpPr/>
          <p:nvPr/>
        </p:nvGrpSpPr>
        <p:grpSpPr>
          <a:xfrm>
            <a:off x="2661459" y="1840751"/>
            <a:ext cx="322508" cy="273494"/>
            <a:chOff x="2661459" y="2015001"/>
            <a:chExt cx="322508" cy="273494"/>
          </a:xfrm>
        </p:grpSpPr>
        <p:sp>
          <p:nvSpPr>
            <p:cNvPr id="9501" name="Google Shape;9501;p61"/>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61"/>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3" name="Google Shape;9503;p61"/>
          <p:cNvGrpSpPr/>
          <p:nvPr/>
        </p:nvGrpSpPr>
        <p:grpSpPr>
          <a:xfrm>
            <a:off x="870939" y="2265043"/>
            <a:ext cx="331993" cy="331993"/>
            <a:chOff x="870939" y="2439293"/>
            <a:chExt cx="331993" cy="331993"/>
          </a:xfrm>
        </p:grpSpPr>
        <p:sp>
          <p:nvSpPr>
            <p:cNvPr id="9504" name="Google Shape;9504;p61"/>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61"/>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61"/>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61"/>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61"/>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61"/>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61"/>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61"/>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61"/>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61"/>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61"/>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61"/>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61"/>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61"/>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61"/>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61"/>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0" name="Google Shape;9520;p61"/>
          <p:cNvGrpSpPr/>
          <p:nvPr/>
        </p:nvGrpSpPr>
        <p:grpSpPr>
          <a:xfrm>
            <a:off x="6644957" y="2282103"/>
            <a:ext cx="371395" cy="278904"/>
            <a:chOff x="6644957" y="2456353"/>
            <a:chExt cx="371395" cy="278904"/>
          </a:xfrm>
        </p:grpSpPr>
        <p:sp>
          <p:nvSpPr>
            <p:cNvPr id="9521" name="Google Shape;9521;p61"/>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61"/>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61"/>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61"/>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61"/>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6" name="Google Shape;9526;p61"/>
          <p:cNvGrpSpPr/>
          <p:nvPr/>
        </p:nvGrpSpPr>
        <p:grpSpPr>
          <a:xfrm>
            <a:off x="5388757" y="2240409"/>
            <a:ext cx="260349" cy="362292"/>
            <a:chOff x="5388757" y="2414659"/>
            <a:chExt cx="260349" cy="362292"/>
          </a:xfrm>
        </p:grpSpPr>
        <p:sp>
          <p:nvSpPr>
            <p:cNvPr id="9527" name="Google Shape;9527;p61"/>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61"/>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61"/>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61"/>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61"/>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61"/>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61"/>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61"/>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61"/>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61"/>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61"/>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61"/>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61"/>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61"/>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61"/>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61"/>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61"/>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61"/>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61"/>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61"/>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7" name="Google Shape;9547;p61"/>
          <p:cNvGrpSpPr/>
          <p:nvPr/>
        </p:nvGrpSpPr>
        <p:grpSpPr>
          <a:xfrm>
            <a:off x="3567142" y="2731507"/>
            <a:ext cx="348288" cy="340331"/>
            <a:chOff x="3567142" y="2905757"/>
            <a:chExt cx="348288" cy="340331"/>
          </a:xfrm>
        </p:grpSpPr>
        <p:sp>
          <p:nvSpPr>
            <p:cNvPr id="9548" name="Google Shape;9548;p61"/>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61"/>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61"/>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61"/>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61"/>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3" name="Google Shape;9553;p61"/>
          <p:cNvGrpSpPr/>
          <p:nvPr/>
        </p:nvGrpSpPr>
        <p:grpSpPr>
          <a:xfrm>
            <a:off x="870939" y="1801571"/>
            <a:ext cx="332375" cy="350071"/>
            <a:chOff x="870939" y="1975821"/>
            <a:chExt cx="332375" cy="350071"/>
          </a:xfrm>
        </p:grpSpPr>
        <p:sp>
          <p:nvSpPr>
            <p:cNvPr id="9554" name="Google Shape;9554;p61"/>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61"/>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61"/>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61"/>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8" name="Google Shape;9558;p61"/>
          <p:cNvGrpSpPr/>
          <p:nvPr/>
        </p:nvGrpSpPr>
        <p:grpSpPr>
          <a:xfrm>
            <a:off x="7967103" y="2240791"/>
            <a:ext cx="355863" cy="361911"/>
            <a:chOff x="7967103" y="2415041"/>
            <a:chExt cx="355863" cy="361911"/>
          </a:xfrm>
        </p:grpSpPr>
        <p:sp>
          <p:nvSpPr>
            <p:cNvPr id="9559" name="Google Shape;9559;p61"/>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61"/>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61"/>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61"/>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61"/>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61"/>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61"/>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61"/>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61"/>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61"/>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61"/>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0" name="Google Shape;9570;p61"/>
          <p:cNvGrpSpPr/>
          <p:nvPr/>
        </p:nvGrpSpPr>
        <p:grpSpPr>
          <a:xfrm>
            <a:off x="7529411" y="2240409"/>
            <a:ext cx="355863" cy="362292"/>
            <a:chOff x="7529411" y="2414659"/>
            <a:chExt cx="355863" cy="362292"/>
          </a:xfrm>
        </p:grpSpPr>
        <p:sp>
          <p:nvSpPr>
            <p:cNvPr id="9571" name="Google Shape;9571;p61"/>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61"/>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61"/>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61"/>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61"/>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61"/>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61"/>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61"/>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61"/>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61"/>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61"/>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61"/>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3" name="Google Shape;9583;p61"/>
          <p:cNvGrpSpPr/>
          <p:nvPr/>
        </p:nvGrpSpPr>
        <p:grpSpPr>
          <a:xfrm>
            <a:off x="5733194" y="2257468"/>
            <a:ext cx="446826" cy="327059"/>
            <a:chOff x="5733194" y="2431718"/>
            <a:chExt cx="446826" cy="327059"/>
          </a:xfrm>
        </p:grpSpPr>
        <p:sp>
          <p:nvSpPr>
            <p:cNvPr id="9584" name="Google Shape;9584;p61"/>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61"/>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61"/>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7" name="Google Shape;9587;p61"/>
          <p:cNvGrpSpPr/>
          <p:nvPr/>
        </p:nvGrpSpPr>
        <p:grpSpPr>
          <a:xfrm>
            <a:off x="4876780" y="2243814"/>
            <a:ext cx="407774" cy="356627"/>
            <a:chOff x="4876780" y="2418064"/>
            <a:chExt cx="407774" cy="356627"/>
          </a:xfrm>
        </p:grpSpPr>
        <p:sp>
          <p:nvSpPr>
            <p:cNvPr id="9588" name="Google Shape;9588;p61"/>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61"/>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61"/>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61"/>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61"/>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61"/>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61"/>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61"/>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6" name="Google Shape;9596;p61"/>
          <p:cNvGrpSpPr/>
          <p:nvPr/>
        </p:nvGrpSpPr>
        <p:grpSpPr>
          <a:xfrm>
            <a:off x="7070872" y="2236621"/>
            <a:ext cx="398321" cy="371013"/>
            <a:chOff x="7070872" y="2410871"/>
            <a:chExt cx="398321" cy="371013"/>
          </a:xfrm>
        </p:grpSpPr>
        <p:sp>
          <p:nvSpPr>
            <p:cNvPr id="9597" name="Google Shape;9597;p61"/>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61"/>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61"/>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61"/>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01" name="Google Shape;9601;p61"/>
          <p:cNvSpPr/>
          <p:nvPr/>
        </p:nvSpPr>
        <p:spPr>
          <a:xfrm>
            <a:off x="6238328" y="225934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02" name="Google Shape;9602;p61"/>
          <p:cNvGrpSpPr/>
          <p:nvPr/>
        </p:nvGrpSpPr>
        <p:grpSpPr>
          <a:xfrm>
            <a:off x="5318259" y="2807861"/>
            <a:ext cx="371013" cy="220787"/>
            <a:chOff x="5318259" y="2982111"/>
            <a:chExt cx="371013" cy="220787"/>
          </a:xfrm>
        </p:grpSpPr>
        <p:sp>
          <p:nvSpPr>
            <p:cNvPr id="9603" name="Google Shape;9603;p61"/>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61"/>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61"/>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61"/>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61"/>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61"/>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61"/>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61"/>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1" name="Google Shape;9611;p61"/>
          <p:cNvGrpSpPr/>
          <p:nvPr/>
        </p:nvGrpSpPr>
        <p:grpSpPr>
          <a:xfrm>
            <a:off x="7073928" y="2731507"/>
            <a:ext cx="371395" cy="371809"/>
            <a:chOff x="7073928" y="2905757"/>
            <a:chExt cx="371395" cy="371809"/>
          </a:xfrm>
        </p:grpSpPr>
        <p:sp>
          <p:nvSpPr>
            <p:cNvPr id="9612" name="Google Shape;9612;p61"/>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61"/>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61"/>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5" name="Google Shape;9615;p61"/>
          <p:cNvGrpSpPr/>
          <p:nvPr/>
        </p:nvGrpSpPr>
        <p:grpSpPr>
          <a:xfrm>
            <a:off x="6188327" y="2781158"/>
            <a:ext cx="371395" cy="272857"/>
            <a:chOff x="6188327" y="2955408"/>
            <a:chExt cx="371395" cy="272857"/>
          </a:xfrm>
        </p:grpSpPr>
        <p:sp>
          <p:nvSpPr>
            <p:cNvPr id="9616" name="Google Shape;9616;p61"/>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61"/>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8" name="Google Shape;9618;p61"/>
          <p:cNvGrpSpPr/>
          <p:nvPr/>
        </p:nvGrpSpPr>
        <p:grpSpPr>
          <a:xfrm>
            <a:off x="7521454" y="2731889"/>
            <a:ext cx="359651" cy="371013"/>
            <a:chOff x="7521454" y="2906139"/>
            <a:chExt cx="359651" cy="371013"/>
          </a:xfrm>
        </p:grpSpPr>
        <p:sp>
          <p:nvSpPr>
            <p:cNvPr id="9619" name="Google Shape;9619;p61"/>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61"/>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61"/>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61"/>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61"/>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4" name="Google Shape;9624;p61"/>
          <p:cNvGrpSpPr/>
          <p:nvPr/>
        </p:nvGrpSpPr>
        <p:grpSpPr>
          <a:xfrm>
            <a:off x="5782845" y="2732271"/>
            <a:ext cx="301661" cy="371013"/>
            <a:chOff x="5782845" y="2906521"/>
            <a:chExt cx="301661" cy="371013"/>
          </a:xfrm>
        </p:grpSpPr>
        <p:sp>
          <p:nvSpPr>
            <p:cNvPr id="9625" name="Google Shape;9625;p61"/>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61"/>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61"/>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8" name="Google Shape;9628;p61"/>
          <p:cNvGrpSpPr/>
          <p:nvPr/>
        </p:nvGrpSpPr>
        <p:grpSpPr>
          <a:xfrm>
            <a:off x="3539102" y="2253299"/>
            <a:ext cx="355099" cy="355481"/>
            <a:chOff x="3539102" y="2427549"/>
            <a:chExt cx="355099" cy="355481"/>
          </a:xfrm>
        </p:grpSpPr>
        <p:sp>
          <p:nvSpPr>
            <p:cNvPr id="9629" name="Google Shape;9629;p61"/>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61"/>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1" name="Google Shape;9631;p61"/>
          <p:cNvGrpSpPr/>
          <p:nvPr/>
        </p:nvGrpSpPr>
        <p:grpSpPr>
          <a:xfrm>
            <a:off x="6630539" y="2743252"/>
            <a:ext cx="371777" cy="349434"/>
            <a:chOff x="6630539" y="2917502"/>
            <a:chExt cx="371777" cy="349434"/>
          </a:xfrm>
        </p:grpSpPr>
        <p:sp>
          <p:nvSpPr>
            <p:cNvPr id="9632" name="Google Shape;9632;p61"/>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61"/>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61"/>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61"/>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61"/>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61"/>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61"/>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9" name="Google Shape;9639;p61"/>
          <p:cNvGrpSpPr/>
          <p:nvPr/>
        </p:nvGrpSpPr>
        <p:grpSpPr>
          <a:xfrm>
            <a:off x="2171474" y="3194979"/>
            <a:ext cx="408156" cy="343737"/>
            <a:chOff x="2171474" y="3369229"/>
            <a:chExt cx="408156" cy="343737"/>
          </a:xfrm>
        </p:grpSpPr>
        <p:sp>
          <p:nvSpPr>
            <p:cNvPr id="9640" name="Google Shape;9640;p61"/>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61"/>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61"/>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61"/>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4" name="Google Shape;9644;p61"/>
          <p:cNvGrpSpPr/>
          <p:nvPr/>
        </p:nvGrpSpPr>
        <p:grpSpPr>
          <a:xfrm>
            <a:off x="4891198" y="2750858"/>
            <a:ext cx="334634" cy="334634"/>
            <a:chOff x="4891198" y="2925108"/>
            <a:chExt cx="334634" cy="334634"/>
          </a:xfrm>
        </p:grpSpPr>
        <p:sp>
          <p:nvSpPr>
            <p:cNvPr id="9645" name="Google Shape;9645;p61"/>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61"/>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61"/>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61"/>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61"/>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61"/>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61"/>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61"/>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3" name="Google Shape;9653;p61"/>
          <p:cNvGrpSpPr/>
          <p:nvPr/>
        </p:nvGrpSpPr>
        <p:grpSpPr>
          <a:xfrm>
            <a:off x="7976174" y="2750858"/>
            <a:ext cx="334666" cy="334634"/>
            <a:chOff x="7976174" y="2925108"/>
            <a:chExt cx="334666" cy="334634"/>
          </a:xfrm>
        </p:grpSpPr>
        <p:sp>
          <p:nvSpPr>
            <p:cNvPr id="9654" name="Google Shape;9654;p61"/>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61"/>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61"/>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61"/>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61"/>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61"/>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61"/>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61"/>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61"/>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3" name="Google Shape;9663;p61"/>
          <p:cNvGrpSpPr/>
          <p:nvPr/>
        </p:nvGrpSpPr>
        <p:grpSpPr>
          <a:xfrm>
            <a:off x="3091957" y="3199881"/>
            <a:ext cx="354717" cy="332757"/>
            <a:chOff x="3091957" y="3374131"/>
            <a:chExt cx="354717" cy="332757"/>
          </a:xfrm>
        </p:grpSpPr>
        <p:sp>
          <p:nvSpPr>
            <p:cNvPr id="9664" name="Google Shape;9664;p61"/>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61"/>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61"/>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61"/>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61"/>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61"/>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0" name="Google Shape;9670;p61"/>
          <p:cNvGrpSpPr/>
          <p:nvPr/>
        </p:nvGrpSpPr>
        <p:grpSpPr>
          <a:xfrm>
            <a:off x="3988156" y="3205960"/>
            <a:ext cx="353954" cy="318880"/>
            <a:chOff x="3988156" y="3380210"/>
            <a:chExt cx="353954" cy="318880"/>
          </a:xfrm>
        </p:grpSpPr>
        <p:sp>
          <p:nvSpPr>
            <p:cNvPr id="9671" name="Google Shape;9671;p61"/>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61"/>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61"/>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61"/>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61"/>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6" name="Google Shape;9676;p61"/>
          <p:cNvGrpSpPr/>
          <p:nvPr/>
        </p:nvGrpSpPr>
        <p:grpSpPr>
          <a:xfrm>
            <a:off x="3541011" y="3193070"/>
            <a:ext cx="348257" cy="346188"/>
            <a:chOff x="3541011" y="3367320"/>
            <a:chExt cx="348257" cy="346188"/>
          </a:xfrm>
        </p:grpSpPr>
        <p:sp>
          <p:nvSpPr>
            <p:cNvPr id="9677" name="Google Shape;9677;p61"/>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61"/>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61"/>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61"/>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1" name="Google Shape;9681;p61"/>
          <p:cNvGrpSpPr/>
          <p:nvPr/>
        </p:nvGrpSpPr>
        <p:grpSpPr>
          <a:xfrm>
            <a:off x="1314678" y="3183967"/>
            <a:ext cx="334666" cy="365348"/>
            <a:chOff x="1314678" y="3358217"/>
            <a:chExt cx="334666" cy="365348"/>
          </a:xfrm>
        </p:grpSpPr>
        <p:sp>
          <p:nvSpPr>
            <p:cNvPr id="9682" name="Google Shape;9682;p61"/>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61"/>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61"/>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61"/>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61"/>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7" name="Google Shape;9687;p61"/>
          <p:cNvGrpSpPr/>
          <p:nvPr/>
        </p:nvGrpSpPr>
        <p:grpSpPr>
          <a:xfrm>
            <a:off x="1748582" y="3198385"/>
            <a:ext cx="359269" cy="335780"/>
            <a:chOff x="1748582" y="3372635"/>
            <a:chExt cx="359269" cy="335780"/>
          </a:xfrm>
        </p:grpSpPr>
        <p:sp>
          <p:nvSpPr>
            <p:cNvPr id="9688" name="Google Shape;9688;p61"/>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89" name="Google Shape;9689;p61"/>
            <p:cNvGrpSpPr/>
            <p:nvPr/>
          </p:nvGrpSpPr>
          <p:grpSpPr>
            <a:xfrm>
              <a:off x="1748582" y="3372635"/>
              <a:ext cx="333520" cy="335780"/>
              <a:chOff x="1748582" y="3372635"/>
              <a:chExt cx="333520" cy="335780"/>
            </a:xfrm>
          </p:grpSpPr>
          <p:sp>
            <p:nvSpPr>
              <p:cNvPr id="9690" name="Google Shape;9690;p61"/>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61"/>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61"/>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93" name="Google Shape;9693;p61"/>
          <p:cNvGrpSpPr/>
          <p:nvPr/>
        </p:nvGrpSpPr>
        <p:grpSpPr>
          <a:xfrm>
            <a:off x="2640993" y="3183585"/>
            <a:ext cx="365348" cy="364966"/>
            <a:chOff x="2640993" y="3357835"/>
            <a:chExt cx="365348" cy="364966"/>
          </a:xfrm>
        </p:grpSpPr>
        <p:sp>
          <p:nvSpPr>
            <p:cNvPr id="9694" name="Google Shape;9694;p61"/>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61"/>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61"/>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61"/>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61"/>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61"/>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61"/>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61"/>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61"/>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61"/>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4" name="Google Shape;9704;p61"/>
          <p:cNvGrpSpPr/>
          <p:nvPr/>
        </p:nvGrpSpPr>
        <p:grpSpPr>
          <a:xfrm>
            <a:off x="4886264" y="3191924"/>
            <a:ext cx="350548" cy="350198"/>
            <a:chOff x="4886264" y="3366174"/>
            <a:chExt cx="350548" cy="350198"/>
          </a:xfrm>
        </p:grpSpPr>
        <p:sp>
          <p:nvSpPr>
            <p:cNvPr id="9705" name="Google Shape;9705;p61"/>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61"/>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61"/>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61"/>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61"/>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61"/>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61"/>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61"/>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61"/>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61"/>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61"/>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61"/>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61"/>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8" name="Google Shape;9718;p61"/>
          <p:cNvGrpSpPr/>
          <p:nvPr/>
        </p:nvGrpSpPr>
        <p:grpSpPr>
          <a:xfrm>
            <a:off x="5331913" y="3239697"/>
            <a:ext cx="347143" cy="254684"/>
            <a:chOff x="5331913" y="3413947"/>
            <a:chExt cx="347143" cy="254684"/>
          </a:xfrm>
        </p:grpSpPr>
        <p:sp>
          <p:nvSpPr>
            <p:cNvPr id="9719" name="Google Shape;9719;p61"/>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61"/>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61"/>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61"/>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61"/>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61"/>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5" name="Google Shape;9725;p61"/>
          <p:cNvGrpSpPr/>
          <p:nvPr/>
        </p:nvGrpSpPr>
        <p:grpSpPr>
          <a:xfrm>
            <a:off x="5776798" y="3235528"/>
            <a:ext cx="346379" cy="264518"/>
            <a:chOff x="5776798" y="3409778"/>
            <a:chExt cx="346379" cy="264518"/>
          </a:xfrm>
        </p:grpSpPr>
        <p:sp>
          <p:nvSpPr>
            <p:cNvPr id="9726" name="Google Shape;9726;p61"/>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61"/>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61"/>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61"/>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61"/>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61"/>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2" name="Google Shape;9732;p61"/>
          <p:cNvGrpSpPr/>
          <p:nvPr/>
        </p:nvGrpSpPr>
        <p:grpSpPr>
          <a:xfrm>
            <a:off x="7108015" y="3222255"/>
            <a:ext cx="344883" cy="290299"/>
            <a:chOff x="7108015" y="3396505"/>
            <a:chExt cx="344883" cy="290299"/>
          </a:xfrm>
        </p:grpSpPr>
        <p:sp>
          <p:nvSpPr>
            <p:cNvPr id="9733" name="Google Shape;9733;p61"/>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61"/>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61"/>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61"/>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7" name="Google Shape;9737;p61"/>
          <p:cNvGrpSpPr/>
          <p:nvPr/>
        </p:nvGrpSpPr>
        <p:grpSpPr>
          <a:xfrm>
            <a:off x="7551754" y="3216558"/>
            <a:ext cx="344883" cy="301311"/>
            <a:chOff x="7551754" y="3390808"/>
            <a:chExt cx="344883" cy="301311"/>
          </a:xfrm>
        </p:grpSpPr>
        <p:sp>
          <p:nvSpPr>
            <p:cNvPr id="9738" name="Google Shape;9738;p61"/>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61"/>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61"/>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61"/>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61"/>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61"/>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61"/>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61"/>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61"/>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61"/>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61"/>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9" name="Google Shape;9749;p61"/>
          <p:cNvGrpSpPr/>
          <p:nvPr/>
        </p:nvGrpSpPr>
        <p:grpSpPr>
          <a:xfrm>
            <a:off x="6707084" y="3213153"/>
            <a:ext cx="261145" cy="308504"/>
            <a:chOff x="6707084" y="3387403"/>
            <a:chExt cx="261145" cy="308504"/>
          </a:xfrm>
        </p:grpSpPr>
        <p:sp>
          <p:nvSpPr>
            <p:cNvPr id="9750" name="Google Shape;9750;p61"/>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61"/>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61"/>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61"/>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4" name="Google Shape;9754;p61"/>
          <p:cNvGrpSpPr/>
          <p:nvPr/>
        </p:nvGrpSpPr>
        <p:grpSpPr>
          <a:xfrm>
            <a:off x="848978" y="4123387"/>
            <a:ext cx="377824" cy="324418"/>
            <a:chOff x="848978" y="4297637"/>
            <a:chExt cx="377824" cy="324418"/>
          </a:xfrm>
        </p:grpSpPr>
        <p:sp>
          <p:nvSpPr>
            <p:cNvPr id="9755" name="Google Shape;9755;p61"/>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61"/>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7" name="Google Shape;9757;p61"/>
          <p:cNvGrpSpPr/>
          <p:nvPr/>
        </p:nvGrpSpPr>
        <p:grpSpPr>
          <a:xfrm>
            <a:off x="1754279" y="4112343"/>
            <a:ext cx="351439" cy="345965"/>
            <a:chOff x="1754279" y="4286593"/>
            <a:chExt cx="351439" cy="345965"/>
          </a:xfrm>
        </p:grpSpPr>
        <p:sp>
          <p:nvSpPr>
            <p:cNvPr id="9758" name="Google Shape;9758;p61"/>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61"/>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61"/>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61"/>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61"/>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3" name="Google Shape;9763;p61"/>
          <p:cNvGrpSpPr/>
          <p:nvPr/>
        </p:nvGrpSpPr>
        <p:grpSpPr>
          <a:xfrm>
            <a:off x="3996113" y="4116926"/>
            <a:ext cx="336512" cy="335048"/>
            <a:chOff x="3996113" y="4291176"/>
            <a:chExt cx="336512" cy="335048"/>
          </a:xfrm>
        </p:grpSpPr>
        <p:sp>
          <p:nvSpPr>
            <p:cNvPr id="9764" name="Google Shape;9764;p61"/>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61"/>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61"/>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67" name="Google Shape;9767;p61"/>
          <p:cNvSpPr/>
          <p:nvPr/>
        </p:nvSpPr>
        <p:spPr>
          <a:xfrm>
            <a:off x="1331737" y="413312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68" name="Google Shape;9768;p61"/>
          <p:cNvGrpSpPr/>
          <p:nvPr/>
        </p:nvGrpSpPr>
        <p:grpSpPr>
          <a:xfrm>
            <a:off x="2179081" y="4111261"/>
            <a:ext cx="397525" cy="348670"/>
            <a:chOff x="2179081" y="4285511"/>
            <a:chExt cx="397525" cy="348670"/>
          </a:xfrm>
        </p:grpSpPr>
        <p:sp>
          <p:nvSpPr>
            <p:cNvPr id="9769" name="Google Shape;9769;p61"/>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61"/>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1" name="Google Shape;9771;p61"/>
          <p:cNvGrpSpPr/>
          <p:nvPr/>
        </p:nvGrpSpPr>
        <p:grpSpPr>
          <a:xfrm>
            <a:off x="3584201" y="4120746"/>
            <a:ext cx="267574" cy="329415"/>
            <a:chOff x="3584201" y="4294996"/>
            <a:chExt cx="267574" cy="329415"/>
          </a:xfrm>
        </p:grpSpPr>
        <p:sp>
          <p:nvSpPr>
            <p:cNvPr id="9772" name="Google Shape;9772;p61"/>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61"/>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61"/>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61"/>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6" name="Google Shape;9776;p61"/>
          <p:cNvGrpSpPr/>
          <p:nvPr/>
        </p:nvGrpSpPr>
        <p:grpSpPr>
          <a:xfrm>
            <a:off x="3082855" y="4121478"/>
            <a:ext cx="375946" cy="327823"/>
            <a:chOff x="3082855" y="4295728"/>
            <a:chExt cx="375946" cy="327823"/>
          </a:xfrm>
        </p:grpSpPr>
        <p:sp>
          <p:nvSpPr>
            <p:cNvPr id="9777" name="Google Shape;9777;p61"/>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61"/>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61"/>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61"/>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61"/>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61"/>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61"/>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61"/>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61"/>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61"/>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61"/>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8" name="Google Shape;9788;p61"/>
          <p:cNvGrpSpPr/>
          <p:nvPr/>
        </p:nvGrpSpPr>
        <p:grpSpPr>
          <a:xfrm>
            <a:off x="2749016" y="4116926"/>
            <a:ext cx="150831" cy="336926"/>
            <a:chOff x="2749016" y="4291176"/>
            <a:chExt cx="150831" cy="336926"/>
          </a:xfrm>
        </p:grpSpPr>
        <p:sp>
          <p:nvSpPr>
            <p:cNvPr id="9789" name="Google Shape;9789;p61"/>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61"/>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61"/>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61"/>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3" name="Google Shape;9793;p61"/>
          <p:cNvGrpSpPr/>
          <p:nvPr/>
        </p:nvGrpSpPr>
        <p:grpSpPr>
          <a:xfrm>
            <a:off x="7127716" y="4105182"/>
            <a:ext cx="248254" cy="361942"/>
            <a:chOff x="7127716" y="4279432"/>
            <a:chExt cx="248254" cy="361942"/>
          </a:xfrm>
        </p:grpSpPr>
        <p:sp>
          <p:nvSpPr>
            <p:cNvPr id="9794" name="Google Shape;9794;p61"/>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61"/>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61"/>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61"/>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61"/>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61"/>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61"/>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61"/>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61"/>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3" name="Google Shape;9803;p61"/>
          <p:cNvGrpSpPr/>
          <p:nvPr/>
        </p:nvGrpSpPr>
        <p:grpSpPr>
          <a:xfrm>
            <a:off x="7565408" y="4105182"/>
            <a:ext cx="248255" cy="361942"/>
            <a:chOff x="7565408" y="4279432"/>
            <a:chExt cx="248255" cy="361942"/>
          </a:xfrm>
        </p:grpSpPr>
        <p:sp>
          <p:nvSpPr>
            <p:cNvPr id="9804" name="Google Shape;9804;p61"/>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61"/>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61"/>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61"/>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61"/>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61"/>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61"/>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61"/>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2" name="Google Shape;9812;p61"/>
          <p:cNvGrpSpPr/>
          <p:nvPr/>
        </p:nvGrpSpPr>
        <p:grpSpPr>
          <a:xfrm>
            <a:off x="6264109" y="4105182"/>
            <a:ext cx="225498" cy="361560"/>
            <a:chOff x="6264109" y="4279432"/>
            <a:chExt cx="225498" cy="361560"/>
          </a:xfrm>
        </p:grpSpPr>
        <p:sp>
          <p:nvSpPr>
            <p:cNvPr id="9813" name="Google Shape;9813;p61"/>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61"/>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5" name="Google Shape;9815;p61"/>
          <p:cNvGrpSpPr/>
          <p:nvPr/>
        </p:nvGrpSpPr>
        <p:grpSpPr>
          <a:xfrm>
            <a:off x="7929578" y="4110115"/>
            <a:ext cx="395266" cy="351312"/>
            <a:chOff x="7929578" y="4284365"/>
            <a:chExt cx="395266" cy="351312"/>
          </a:xfrm>
        </p:grpSpPr>
        <p:sp>
          <p:nvSpPr>
            <p:cNvPr id="9816" name="Google Shape;9816;p61"/>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61"/>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61"/>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61"/>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0" name="Google Shape;9820;p61"/>
          <p:cNvGrpSpPr/>
          <p:nvPr/>
        </p:nvGrpSpPr>
        <p:grpSpPr>
          <a:xfrm>
            <a:off x="6595502" y="4149527"/>
            <a:ext cx="426315" cy="332826"/>
            <a:chOff x="6639652" y="4323777"/>
            <a:chExt cx="426315" cy="332826"/>
          </a:xfrm>
        </p:grpSpPr>
        <p:sp>
          <p:nvSpPr>
            <p:cNvPr id="9821" name="Google Shape;9821;p61"/>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61"/>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61"/>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61"/>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61"/>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61"/>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61"/>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61"/>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61"/>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61"/>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1" name="Google Shape;9831;p61"/>
          <p:cNvGrpSpPr/>
          <p:nvPr/>
        </p:nvGrpSpPr>
        <p:grpSpPr>
          <a:xfrm>
            <a:off x="5357662" y="4123387"/>
            <a:ext cx="287275" cy="326296"/>
            <a:chOff x="5357662" y="4297637"/>
            <a:chExt cx="287275" cy="326296"/>
          </a:xfrm>
        </p:grpSpPr>
        <p:sp>
          <p:nvSpPr>
            <p:cNvPr id="9832" name="Google Shape;9832;p61"/>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61"/>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61"/>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61"/>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61"/>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7" name="Google Shape;9837;p61"/>
          <p:cNvGrpSpPr/>
          <p:nvPr/>
        </p:nvGrpSpPr>
        <p:grpSpPr>
          <a:xfrm>
            <a:off x="5774124" y="4120300"/>
            <a:ext cx="331611" cy="331674"/>
            <a:chOff x="5774124" y="4294550"/>
            <a:chExt cx="331611" cy="331674"/>
          </a:xfrm>
        </p:grpSpPr>
        <p:sp>
          <p:nvSpPr>
            <p:cNvPr id="9838" name="Google Shape;9838;p61"/>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61"/>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0" name="Google Shape;9840;p61"/>
          <p:cNvGrpSpPr/>
          <p:nvPr/>
        </p:nvGrpSpPr>
        <p:grpSpPr>
          <a:xfrm>
            <a:off x="4890434" y="4113139"/>
            <a:ext cx="345997" cy="346029"/>
            <a:chOff x="4890434" y="4287389"/>
            <a:chExt cx="345997" cy="346029"/>
          </a:xfrm>
        </p:grpSpPr>
        <p:sp>
          <p:nvSpPr>
            <p:cNvPr id="9841" name="Google Shape;9841;p61"/>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61"/>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61"/>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61"/>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61"/>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61"/>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61"/>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8" name="Google Shape;9848;p61"/>
          <p:cNvGrpSpPr/>
          <p:nvPr/>
        </p:nvGrpSpPr>
        <p:grpSpPr>
          <a:xfrm>
            <a:off x="2165809" y="3636809"/>
            <a:ext cx="422542" cy="342973"/>
            <a:chOff x="2165809" y="3811059"/>
            <a:chExt cx="422542" cy="342973"/>
          </a:xfrm>
        </p:grpSpPr>
        <p:sp>
          <p:nvSpPr>
            <p:cNvPr id="9849" name="Google Shape;9849;p61"/>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61"/>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61"/>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61"/>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61"/>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61"/>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61"/>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61"/>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61"/>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61"/>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61"/>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61"/>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61"/>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61"/>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61"/>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61"/>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61"/>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61"/>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67" name="Google Shape;9867;p61"/>
          <p:cNvSpPr/>
          <p:nvPr/>
        </p:nvSpPr>
        <p:spPr>
          <a:xfrm>
            <a:off x="6217513" y="322340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68" name="Google Shape;9868;p61"/>
          <p:cNvGrpSpPr/>
          <p:nvPr/>
        </p:nvGrpSpPr>
        <p:grpSpPr>
          <a:xfrm>
            <a:off x="903530" y="3631875"/>
            <a:ext cx="264550" cy="353222"/>
            <a:chOff x="903530" y="3806125"/>
            <a:chExt cx="264550" cy="353222"/>
          </a:xfrm>
        </p:grpSpPr>
        <p:sp>
          <p:nvSpPr>
            <p:cNvPr id="9869" name="Google Shape;9869;p61"/>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61"/>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61"/>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61"/>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3" name="Google Shape;9873;p61"/>
          <p:cNvGrpSpPr/>
          <p:nvPr/>
        </p:nvGrpSpPr>
        <p:grpSpPr>
          <a:xfrm>
            <a:off x="850092" y="3178684"/>
            <a:ext cx="369517" cy="375660"/>
            <a:chOff x="850092" y="3352934"/>
            <a:chExt cx="369517" cy="375660"/>
          </a:xfrm>
        </p:grpSpPr>
        <p:sp>
          <p:nvSpPr>
            <p:cNvPr id="9874" name="Google Shape;9874;p61"/>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61"/>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61"/>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61"/>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61"/>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9" name="Google Shape;9879;p61"/>
          <p:cNvGrpSpPr/>
          <p:nvPr/>
        </p:nvGrpSpPr>
        <p:grpSpPr>
          <a:xfrm>
            <a:off x="2611458" y="3642124"/>
            <a:ext cx="426329" cy="332375"/>
            <a:chOff x="2611458" y="3816374"/>
            <a:chExt cx="426329" cy="332375"/>
          </a:xfrm>
        </p:grpSpPr>
        <p:sp>
          <p:nvSpPr>
            <p:cNvPr id="9880" name="Google Shape;9880;p61"/>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61"/>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61"/>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61"/>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61"/>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61"/>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61"/>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61"/>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61"/>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61"/>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90" name="Google Shape;9890;p61"/>
          <p:cNvSpPr/>
          <p:nvPr/>
        </p:nvSpPr>
        <p:spPr>
          <a:xfrm>
            <a:off x="1752752" y="362961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91" name="Google Shape;9891;p61"/>
          <p:cNvGrpSpPr/>
          <p:nvPr/>
        </p:nvGrpSpPr>
        <p:grpSpPr>
          <a:xfrm>
            <a:off x="4019984" y="3631143"/>
            <a:ext cx="293704" cy="353954"/>
            <a:chOff x="4019984" y="3805393"/>
            <a:chExt cx="293704" cy="353954"/>
          </a:xfrm>
        </p:grpSpPr>
        <p:sp>
          <p:nvSpPr>
            <p:cNvPr id="9892" name="Google Shape;9892;p61"/>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61"/>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4" name="Google Shape;9894;p61"/>
          <p:cNvGrpSpPr/>
          <p:nvPr/>
        </p:nvGrpSpPr>
        <p:grpSpPr>
          <a:xfrm>
            <a:off x="8006505" y="3215794"/>
            <a:ext cx="323654" cy="303189"/>
            <a:chOff x="8006505" y="3390044"/>
            <a:chExt cx="323654" cy="303189"/>
          </a:xfrm>
        </p:grpSpPr>
        <p:sp>
          <p:nvSpPr>
            <p:cNvPr id="9895" name="Google Shape;9895;p61"/>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61"/>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61"/>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61"/>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61"/>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61"/>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1" name="Google Shape;9901;p61"/>
          <p:cNvGrpSpPr/>
          <p:nvPr/>
        </p:nvGrpSpPr>
        <p:grpSpPr>
          <a:xfrm>
            <a:off x="1299146" y="3632257"/>
            <a:ext cx="367990" cy="351312"/>
            <a:chOff x="1299146" y="3806507"/>
            <a:chExt cx="367990" cy="351312"/>
          </a:xfrm>
        </p:grpSpPr>
        <p:sp>
          <p:nvSpPr>
            <p:cNvPr id="9902" name="Google Shape;9902;p61"/>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61"/>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04" name="Google Shape;9904;p61"/>
          <p:cNvSpPr/>
          <p:nvPr/>
        </p:nvSpPr>
        <p:spPr>
          <a:xfrm>
            <a:off x="3524716" y="362993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05" name="Google Shape;9905;p61"/>
          <p:cNvGrpSpPr/>
          <p:nvPr/>
        </p:nvGrpSpPr>
        <p:grpSpPr>
          <a:xfrm>
            <a:off x="7550258" y="3658420"/>
            <a:ext cx="371395" cy="301279"/>
            <a:chOff x="7550258" y="3832670"/>
            <a:chExt cx="371395" cy="301279"/>
          </a:xfrm>
        </p:grpSpPr>
        <p:sp>
          <p:nvSpPr>
            <p:cNvPr id="9906" name="Google Shape;9906;p61"/>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61"/>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61"/>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61"/>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61"/>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61"/>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61"/>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61"/>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61"/>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61"/>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61"/>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61"/>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61"/>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61"/>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61"/>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61"/>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61"/>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61"/>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24" name="Google Shape;9924;p61"/>
          <p:cNvSpPr/>
          <p:nvPr/>
        </p:nvSpPr>
        <p:spPr>
          <a:xfrm>
            <a:off x="7114476" y="363454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25" name="Google Shape;9925;p61"/>
          <p:cNvGrpSpPr/>
          <p:nvPr/>
        </p:nvGrpSpPr>
        <p:grpSpPr>
          <a:xfrm>
            <a:off x="6659725" y="3633785"/>
            <a:ext cx="367608" cy="350548"/>
            <a:chOff x="6659725" y="3808035"/>
            <a:chExt cx="367608" cy="350548"/>
          </a:xfrm>
        </p:grpSpPr>
        <p:sp>
          <p:nvSpPr>
            <p:cNvPr id="9926" name="Google Shape;9926;p61"/>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61"/>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8" name="Google Shape;9928;p61"/>
          <p:cNvGrpSpPr/>
          <p:nvPr/>
        </p:nvGrpSpPr>
        <p:grpSpPr>
          <a:xfrm>
            <a:off x="6219391" y="3642506"/>
            <a:ext cx="356627" cy="334252"/>
            <a:chOff x="6219391" y="3816756"/>
            <a:chExt cx="356627" cy="334252"/>
          </a:xfrm>
        </p:grpSpPr>
        <p:sp>
          <p:nvSpPr>
            <p:cNvPr id="9929" name="Google Shape;9929;p61"/>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61"/>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61"/>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61"/>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3" name="Google Shape;9933;p61"/>
          <p:cNvGrpSpPr/>
          <p:nvPr/>
        </p:nvGrpSpPr>
        <p:grpSpPr>
          <a:xfrm>
            <a:off x="5778676" y="3652722"/>
            <a:ext cx="349052" cy="313055"/>
            <a:chOff x="5778676" y="3826972"/>
            <a:chExt cx="349052" cy="313055"/>
          </a:xfrm>
        </p:grpSpPr>
        <p:sp>
          <p:nvSpPr>
            <p:cNvPr id="9934" name="Google Shape;9934;p61"/>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61"/>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61"/>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61"/>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61"/>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9" name="Google Shape;9939;p61"/>
          <p:cNvGrpSpPr/>
          <p:nvPr/>
        </p:nvGrpSpPr>
        <p:grpSpPr>
          <a:xfrm>
            <a:off x="5355784" y="3660297"/>
            <a:ext cx="299019" cy="297905"/>
            <a:chOff x="5355784" y="3834547"/>
            <a:chExt cx="299019" cy="297905"/>
          </a:xfrm>
        </p:grpSpPr>
        <p:sp>
          <p:nvSpPr>
            <p:cNvPr id="9940" name="Google Shape;9940;p61"/>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61"/>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61"/>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61"/>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4" name="Google Shape;9944;p61"/>
          <p:cNvGrpSpPr/>
          <p:nvPr/>
        </p:nvGrpSpPr>
        <p:grpSpPr>
          <a:xfrm>
            <a:off x="8036455" y="3633021"/>
            <a:ext cx="292176" cy="353985"/>
            <a:chOff x="8036455" y="3807271"/>
            <a:chExt cx="292176" cy="353985"/>
          </a:xfrm>
        </p:grpSpPr>
        <p:sp>
          <p:nvSpPr>
            <p:cNvPr id="9945" name="Google Shape;9945;p61"/>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61"/>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47" name="Google Shape;9947;p61"/>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9948" name="Google Shape;9948;p61"/>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grpSp>
        <p:nvGrpSpPr>
          <p:cNvPr id="9949" name="Google Shape;9949;p61"/>
          <p:cNvGrpSpPr/>
          <p:nvPr/>
        </p:nvGrpSpPr>
        <p:grpSpPr>
          <a:xfrm>
            <a:off x="4874902" y="3634549"/>
            <a:ext cx="345615" cy="350835"/>
            <a:chOff x="4874902" y="3808799"/>
            <a:chExt cx="345615" cy="350835"/>
          </a:xfrm>
        </p:grpSpPr>
        <p:sp>
          <p:nvSpPr>
            <p:cNvPr id="9950" name="Google Shape;9950;p61"/>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61"/>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61"/>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61"/>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61"/>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61"/>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61"/>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61"/>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61"/>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61"/>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61"/>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61"/>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61"/>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61"/>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61"/>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61"/>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61"/>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7" name="Google Shape;9967;p61"/>
          <p:cNvGrpSpPr/>
          <p:nvPr/>
        </p:nvGrpSpPr>
        <p:grpSpPr>
          <a:xfrm>
            <a:off x="3095745" y="3631143"/>
            <a:ext cx="352840" cy="354717"/>
            <a:chOff x="3095745" y="3805393"/>
            <a:chExt cx="352840" cy="354717"/>
          </a:xfrm>
        </p:grpSpPr>
        <p:sp>
          <p:nvSpPr>
            <p:cNvPr id="9968" name="Google Shape;9968;p61"/>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61"/>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61"/>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61"/>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61"/>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61"/>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977" name="Shape 9977"/>
        <p:cNvGrpSpPr/>
        <p:nvPr/>
      </p:nvGrpSpPr>
      <p:grpSpPr>
        <a:xfrm>
          <a:off x="0" y="0"/>
          <a:ext cx="0" cy="0"/>
          <a:chOff x="0" y="0"/>
          <a:chExt cx="0" cy="0"/>
        </a:xfrm>
      </p:grpSpPr>
      <p:grpSp>
        <p:nvGrpSpPr>
          <p:cNvPr id="9978" name="Google Shape;9978;p62"/>
          <p:cNvGrpSpPr/>
          <p:nvPr/>
        </p:nvGrpSpPr>
        <p:grpSpPr>
          <a:xfrm>
            <a:off x="2733780" y="4039081"/>
            <a:ext cx="342144" cy="362704"/>
            <a:chOff x="2704005" y="4258781"/>
            <a:chExt cx="342144" cy="362704"/>
          </a:xfrm>
        </p:grpSpPr>
        <p:sp>
          <p:nvSpPr>
            <p:cNvPr id="9979" name="Google Shape;9979;p62"/>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62"/>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62"/>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62"/>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62"/>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62"/>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62"/>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6" name="Google Shape;9986;p62"/>
          <p:cNvGrpSpPr/>
          <p:nvPr/>
        </p:nvGrpSpPr>
        <p:grpSpPr>
          <a:xfrm>
            <a:off x="2157462" y="4083096"/>
            <a:ext cx="347435" cy="363370"/>
            <a:chOff x="2157462" y="4258496"/>
            <a:chExt cx="347435" cy="363370"/>
          </a:xfrm>
        </p:grpSpPr>
        <p:sp>
          <p:nvSpPr>
            <p:cNvPr id="9987" name="Google Shape;9987;p62"/>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62"/>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62"/>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0" name="Google Shape;9990;p62"/>
          <p:cNvGrpSpPr/>
          <p:nvPr/>
        </p:nvGrpSpPr>
        <p:grpSpPr>
          <a:xfrm>
            <a:off x="4010963" y="3588381"/>
            <a:ext cx="343665" cy="363211"/>
            <a:chOff x="4010963" y="3763781"/>
            <a:chExt cx="343665" cy="363211"/>
          </a:xfrm>
        </p:grpSpPr>
        <p:sp>
          <p:nvSpPr>
            <p:cNvPr id="9991" name="Google Shape;9991;p62"/>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62"/>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62"/>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62"/>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62"/>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6" name="Google Shape;9996;p62"/>
          <p:cNvGrpSpPr/>
          <p:nvPr/>
        </p:nvGrpSpPr>
        <p:grpSpPr>
          <a:xfrm>
            <a:off x="2214042" y="3635109"/>
            <a:ext cx="368153" cy="311193"/>
            <a:chOff x="2214042" y="3810509"/>
            <a:chExt cx="368153" cy="311193"/>
          </a:xfrm>
        </p:grpSpPr>
        <p:sp>
          <p:nvSpPr>
            <p:cNvPr id="9997" name="Google Shape;9997;p62"/>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62"/>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9" name="Google Shape;9999;p62"/>
          <p:cNvGrpSpPr/>
          <p:nvPr/>
        </p:nvGrpSpPr>
        <p:grpSpPr>
          <a:xfrm>
            <a:off x="1797413" y="3606819"/>
            <a:ext cx="367805" cy="367773"/>
            <a:chOff x="1768938" y="3782219"/>
            <a:chExt cx="367805" cy="367773"/>
          </a:xfrm>
        </p:grpSpPr>
        <p:sp>
          <p:nvSpPr>
            <p:cNvPr id="10000" name="Google Shape;10000;p62"/>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62"/>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62"/>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62"/>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62"/>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5" name="Google Shape;10005;p62"/>
          <p:cNvGrpSpPr/>
          <p:nvPr/>
        </p:nvGrpSpPr>
        <p:grpSpPr>
          <a:xfrm>
            <a:off x="2681385" y="3623039"/>
            <a:ext cx="325544" cy="327413"/>
            <a:chOff x="2681385" y="3798439"/>
            <a:chExt cx="325544" cy="327413"/>
          </a:xfrm>
        </p:grpSpPr>
        <p:sp>
          <p:nvSpPr>
            <p:cNvPr id="10006" name="Google Shape;10006;p62"/>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62"/>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62"/>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62"/>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62"/>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62"/>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62"/>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3" name="Google Shape;10013;p62"/>
          <p:cNvGrpSpPr/>
          <p:nvPr/>
        </p:nvGrpSpPr>
        <p:grpSpPr>
          <a:xfrm>
            <a:off x="6243928" y="4088102"/>
            <a:ext cx="274254" cy="350824"/>
            <a:chOff x="6243928" y="4263502"/>
            <a:chExt cx="274254" cy="350824"/>
          </a:xfrm>
        </p:grpSpPr>
        <p:sp>
          <p:nvSpPr>
            <p:cNvPr id="10014" name="Google Shape;10014;p62"/>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62"/>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62"/>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62"/>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62"/>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62"/>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62"/>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62"/>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2" name="Google Shape;10022;p62"/>
          <p:cNvGrpSpPr/>
          <p:nvPr/>
        </p:nvGrpSpPr>
        <p:grpSpPr>
          <a:xfrm>
            <a:off x="3560600" y="3587938"/>
            <a:ext cx="352345" cy="363655"/>
            <a:chOff x="3560600" y="3763338"/>
            <a:chExt cx="352345" cy="363655"/>
          </a:xfrm>
        </p:grpSpPr>
        <p:sp>
          <p:nvSpPr>
            <p:cNvPr id="10023" name="Google Shape;10023;p62"/>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62"/>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62"/>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6" name="Google Shape;10026;p62"/>
          <p:cNvGrpSpPr/>
          <p:nvPr/>
        </p:nvGrpSpPr>
        <p:grpSpPr>
          <a:xfrm>
            <a:off x="5790556" y="4085852"/>
            <a:ext cx="279513" cy="356083"/>
            <a:chOff x="5790556" y="4261252"/>
            <a:chExt cx="279513" cy="356083"/>
          </a:xfrm>
        </p:grpSpPr>
        <p:sp>
          <p:nvSpPr>
            <p:cNvPr id="10027" name="Google Shape;10027;p62"/>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62"/>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62"/>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62"/>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62"/>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62"/>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62"/>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4" name="Google Shape;10034;p62"/>
          <p:cNvGrpSpPr/>
          <p:nvPr/>
        </p:nvGrpSpPr>
        <p:grpSpPr>
          <a:xfrm>
            <a:off x="5341333" y="4085852"/>
            <a:ext cx="278752" cy="356463"/>
            <a:chOff x="5341333" y="4261252"/>
            <a:chExt cx="278752" cy="356463"/>
          </a:xfrm>
        </p:grpSpPr>
        <p:sp>
          <p:nvSpPr>
            <p:cNvPr id="10035" name="Google Shape;10035;p62"/>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62"/>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62"/>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62"/>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62"/>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62"/>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62"/>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42" name="Google Shape;10042;p62"/>
          <p:cNvSpPr/>
          <p:nvPr/>
        </p:nvSpPr>
        <p:spPr>
          <a:xfrm>
            <a:off x="1322345" y="36611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43" name="Google Shape;10043;p62"/>
          <p:cNvGrpSpPr/>
          <p:nvPr/>
        </p:nvGrpSpPr>
        <p:grpSpPr>
          <a:xfrm>
            <a:off x="3103646" y="3590676"/>
            <a:ext cx="360233" cy="362451"/>
            <a:chOff x="3107608" y="3763401"/>
            <a:chExt cx="360233" cy="362451"/>
          </a:xfrm>
        </p:grpSpPr>
        <p:sp>
          <p:nvSpPr>
            <p:cNvPr id="10044" name="Google Shape;10044;p62"/>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62"/>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62"/>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7" name="Google Shape;10047;p62"/>
          <p:cNvGrpSpPr/>
          <p:nvPr/>
        </p:nvGrpSpPr>
        <p:grpSpPr>
          <a:xfrm>
            <a:off x="889343" y="3625827"/>
            <a:ext cx="351585" cy="339705"/>
            <a:chOff x="889343" y="3801227"/>
            <a:chExt cx="351585" cy="339705"/>
          </a:xfrm>
        </p:grpSpPr>
        <p:sp>
          <p:nvSpPr>
            <p:cNvPr id="10048" name="Google Shape;10048;p62"/>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62"/>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62"/>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62"/>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62"/>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3" name="Google Shape;10053;p62"/>
          <p:cNvGrpSpPr/>
          <p:nvPr/>
        </p:nvGrpSpPr>
        <p:grpSpPr>
          <a:xfrm>
            <a:off x="4896609" y="4085472"/>
            <a:ext cx="278784" cy="355323"/>
            <a:chOff x="4896609" y="4260872"/>
            <a:chExt cx="278784" cy="355323"/>
          </a:xfrm>
        </p:grpSpPr>
        <p:sp>
          <p:nvSpPr>
            <p:cNvPr id="10054" name="Google Shape;10054;p62"/>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62"/>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62"/>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62"/>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62"/>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62"/>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0" name="Google Shape;10060;p62"/>
          <p:cNvGrpSpPr/>
          <p:nvPr/>
        </p:nvGrpSpPr>
        <p:grpSpPr>
          <a:xfrm>
            <a:off x="7598438" y="4090731"/>
            <a:ext cx="260283" cy="345914"/>
            <a:chOff x="7598438" y="4266131"/>
            <a:chExt cx="260283" cy="345914"/>
          </a:xfrm>
        </p:grpSpPr>
        <p:sp>
          <p:nvSpPr>
            <p:cNvPr id="10061" name="Google Shape;10061;p62"/>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62"/>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62"/>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62"/>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62"/>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62"/>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62"/>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8" name="Google Shape;10068;p62"/>
          <p:cNvGrpSpPr/>
          <p:nvPr/>
        </p:nvGrpSpPr>
        <p:grpSpPr>
          <a:xfrm>
            <a:off x="1767069" y="3184746"/>
            <a:ext cx="286324" cy="348163"/>
            <a:chOff x="1767069" y="3360146"/>
            <a:chExt cx="286324" cy="348163"/>
          </a:xfrm>
        </p:grpSpPr>
        <p:sp>
          <p:nvSpPr>
            <p:cNvPr id="10069" name="Google Shape;10069;p62"/>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62"/>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62"/>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62"/>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62"/>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62"/>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62"/>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6" name="Google Shape;10076;p62"/>
          <p:cNvGrpSpPr/>
          <p:nvPr/>
        </p:nvGrpSpPr>
        <p:grpSpPr>
          <a:xfrm>
            <a:off x="7149944" y="4090731"/>
            <a:ext cx="260283" cy="345914"/>
            <a:chOff x="7149944" y="4266131"/>
            <a:chExt cx="260283" cy="345914"/>
          </a:xfrm>
        </p:grpSpPr>
        <p:sp>
          <p:nvSpPr>
            <p:cNvPr id="10077" name="Google Shape;10077;p62"/>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62"/>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62"/>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62"/>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62"/>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62"/>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3" name="Google Shape;10083;p62"/>
          <p:cNvGrpSpPr/>
          <p:nvPr/>
        </p:nvGrpSpPr>
        <p:grpSpPr>
          <a:xfrm>
            <a:off x="6695051" y="4083951"/>
            <a:ext cx="270104" cy="360233"/>
            <a:chOff x="6695051" y="4259351"/>
            <a:chExt cx="270104" cy="360233"/>
          </a:xfrm>
        </p:grpSpPr>
        <p:sp>
          <p:nvSpPr>
            <p:cNvPr id="10084" name="Google Shape;10084;p62"/>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62"/>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62"/>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62"/>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8" name="Google Shape;10088;p62"/>
          <p:cNvGrpSpPr/>
          <p:nvPr/>
        </p:nvGrpSpPr>
        <p:grpSpPr>
          <a:xfrm>
            <a:off x="8047661" y="4082051"/>
            <a:ext cx="277263" cy="362514"/>
            <a:chOff x="8047661" y="4257451"/>
            <a:chExt cx="277263" cy="362514"/>
          </a:xfrm>
        </p:grpSpPr>
        <p:sp>
          <p:nvSpPr>
            <p:cNvPr id="10089" name="Google Shape;10089;p62"/>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62"/>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62"/>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62"/>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3" name="Google Shape;10093;p62"/>
          <p:cNvGrpSpPr/>
          <p:nvPr/>
        </p:nvGrpSpPr>
        <p:grpSpPr>
          <a:xfrm>
            <a:off x="6248078" y="3609068"/>
            <a:ext cx="277263" cy="356115"/>
            <a:chOff x="6248078" y="3784468"/>
            <a:chExt cx="277263" cy="356115"/>
          </a:xfrm>
        </p:grpSpPr>
        <p:sp>
          <p:nvSpPr>
            <p:cNvPr id="10094" name="Google Shape;10094;p62"/>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62"/>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62"/>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62"/>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62"/>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9" name="Google Shape;10099;p62"/>
          <p:cNvGrpSpPr/>
          <p:nvPr/>
        </p:nvGrpSpPr>
        <p:grpSpPr>
          <a:xfrm>
            <a:off x="5800725" y="3610589"/>
            <a:ext cx="277644" cy="354594"/>
            <a:chOff x="5800725" y="3785989"/>
            <a:chExt cx="277644" cy="354594"/>
          </a:xfrm>
        </p:grpSpPr>
        <p:sp>
          <p:nvSpPr>
            <p:cNvPr id="10100" name="Google Shape;10100;p62"/>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62"/>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62"/>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62"/>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62"/>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62"/>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62"/>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7" name="Google Shape;10107;p62"/>
          <p:cNvGrpSpPr/>
          <p:nvPr/>
        </p:nvGrpSpPr>
        <p:grpSpPr>
          <a:xfrm>
            <a:off x="2206122" y="3185348"/>
            <a:ext cx="308183" cy="347561"/>
            <a:chOff x="2206122" y="3360748"/>
            <a:chExt cx="308183" cy="347561"/>
          </a:xfrm>
        </p:grpSpPr>
        <p:sp>
          <p:nvSpPr>
            <p:cNvPr id="10108" name="Google Shape;10108;p62"/>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62"/>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62"/>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62"/>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62"/>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3" name="Google Shape;10113;p62"/>
          <p:cNvGrpSpPr/>
          <p:nvPr/>
        </p:nvGrpSpPr>
        <p:grpSpPr>
          <a:xfrm>
            <a:off x="5353403" y="3610209"/>
            <a:ext cx="277992" cy="354974"/>
            <a:chOff x="5353403" y="3785609"/>
            <a:chExt cx="277992" cy="354974"/>
          </a:xfrm>
        </p:grpSpPr>
        <p:sp>
          <p:nvSpPr>
            <p:cNvPr id="10114" name="Google Shape;10114;p62"/>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62"/>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62"/>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62"/>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62"/>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62"/>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0" name="Google Shape;10120;p62"/>
          <p:cNvGrpSpPr/>
          <p:nvPr/>
        </p:nvGrpSpPr>
        <p:grpSpPr>
          <a:xfrm>
            <a:off x="4896229" y="3610589"/>
            <a:ext cx="278784" cy="354594"/>
            <a:chOff x="4896229" y="3785989"/>
            <a:chExt cx="278784" cy="354594"/>
          </a:xfrm>
        </p:grpSpPr>
        <p:sp>
          <p:nvSpPr>
            <p:cNvPr id="10121" name="Google Shape;10121;p62"/>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62"/>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62"/>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62"/>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62"/>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62"/>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7" name="Google Shape;10127;p62"/>
          <p:cNvGrpSpPr/>
          <p:nvPr/>
        </p:nvGrpSpPr>
        <p:grpSpPr>
          <a:xfrm>
            <a:off x="7592387" y="3612458"/>
            <a:ext cx="273874" cy="351204"/>
            <a:chOff x="7592387" y="3787858"/>
            <a:chExt cx="273874" cy="351204"/>
          </a:xfrm>
        </p:grpSpPr>
        <p:sp>
          <p:nvSpPr>
            <p:cNvPr id="10128" name="Google Shape;10128;p62"/>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62"/>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62"/>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62"/>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2" name="Google Shape;10132;p62"/>
          <p:cNvGrpSpPr/>
          <p:nvPr/>
        </p:nvGrpSpPr>
        <p:grpSpPr>
          <a:xfrm>
            <a:off x="7145794" y="3612458"/>
            <a:ext cx="274254" cy="350444"/>
            <a:chOff x="7145794" y="3787858"/>
            <a:chExt cx="274254" cy="350444"/>
          </a:xfrm>
        </p:grpSpPr>
        <p:sp>
          <p:nvSpPr>
            <p:cNvPr id="10133" name="Google Shape;10133;p62"/>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62"/>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62"/>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62"/>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62"/>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62"/>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9" name="Google Shape;10139;p62"/>
          <p:cNvGrpSpPr/>
          <p:nvPr/>
        </p:nvGrpSpPr>
        <p:grpSpPr>
          <a:xfrm>
            <a:off x="8054060" y="3611698"/>
            <a:ext cx="266334" cy="353834"/>
            <a:chOff x="8054060" y="3787098"/>
            <a:chExt cx="266334" cy="353834"/>
          </a:xfrm>
        </p:grpSpPr>
        <p:sp>
          <p:nvSpPr>
            <p:cNvPr id="10140" name="Google Shape;10140;p62"/>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62"/>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62"/>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62"/>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4" name="Google Shape;10144;p62"/>
          <p:cNvGrpSpPr/>
          <p:nvPr/>
        </p:nvGrpSpPr>
        <p:grpSpPr>
          <a:xfrm>
            <a:off x="6702211" y="3607199"/>
            <a:ext cx="270104" cy="361754"/>
            <a:chOff x="6702211" y="3782599"/>
            <a:chExt cx="270104" cy="361754"/>
          </a:xfrm>
        </p:grpSpPr>
        <p:sp>
          <p:nvSpPr>
            <p:cNvPr id="10145" name="Google Shape;10145;p62"/>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62"/>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62"/>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62"/>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62"/>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0" name="Google Shape;10150;p62"/>
          <p:cNvGrpSpPr/>
          <p:nvPr/>
        </p:nvGrpSpPr>
        <p:grpSpPr>
          <a:xfrm>
            <a:off x="3516886" y="3263327"/>
            <a:ext cx="391854" cy="269922"/>
            <a:chOff x="3516850" y="3406526"/>
            <a:chExt cx="369674" cy="254644"/>
          </a:xfrm>
        </p:grpSpPr>
        <p:sp>
          <p:nvSpPr>
            <p:cNvPr id="10151" name="Google Shape;10151;p62"/>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62"/>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62"/>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62"/>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5" name="Google Shape;10155;p62"/>
          <p:cNvGrpSpPr/>
          <p:nvPr/>
        </p:nvGrpSpPr>
        <p:grpSpPr>
          <a:xfrm>
            <a:off x="1310655" y="3185127"/>
            <a:ext cx="306314" cy="347403"/>
            <a:chOff x="1310655" y="3360527"/>
            <a:chExt cx="306314" cy="347403"/>
          </a:xfrm>
        </p:grpSpPr>
        <p:sp>
          <p:nvSpPr>
            <p:cNvPr id="10156" name="Google Shape;10156;p62"/>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62"/>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62"/>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62"/>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62"/>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1" name="Google Shape;10161;p62"/>
          <p:cNvGrpSpPr/>
          <p:nvPr/>
        </p:nvGrpSpPr>
        <p:grpSpPr>
          <a:xfrm>
            <a:off x="3119678" y="3184746"/>
            <a:ext cx="269343" cy="348543"/>
            <a:chOff x="3119678" y="3360146"/>
            <a:chExt cx="269343" cy="348543"/>
          </a:xfrm>
        </p:grpSpPr>
        <p:sp>
          <p:nvSpPr>
            <p:cNvPr id="10162" name="Google Shape;10162;p62"/>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62"/>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62"/>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62"/>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62"/>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62"/>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62"/>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9" name="Google Shape;10169;p62"/>
          <p:cNvGrpSpPr/>
          <p:nvPr/>
        </p:nvGrpSpPr>
        <p:grpSpPr>
          <a:xfrm>
            <a:off x="3967213" y="3181547"/>
            <a:ext cx="368185" cy="354753"/>
            <a:chOff x="3967213" y="3356947"/>
            <a:chExt cx="368185" cy="354753"/>
          </a:xfrm>
        </p:grpSpPr>
        <p:sp>
          <p:nvSpPr>
            <p:cNvPr id="10170" name="Google Shape;10170;p62"/>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62"/>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62"/>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62"/>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62"/>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5" name="Google Shape;10175;p62"/>
          <p:cNvGrpSpPr/>
          <p:nvPr/>
        </p:nvGrpSpPr>
        <p:grpSpPr>
          <a:xfrm>
            <a:off x="871254" y="3184746"/>
            <a:ext cx="285183" cy="347023"/>
            <a:chOff x="871254" y="3360146"/>
            <a:chExt cx="285183" cy="347023"/>
          </a:xfrm>
        </p:grpSpPr>
        <p:sp>
          <p:nvSpPr>
            <p:cNvPr id="10176" name="Google Shape;10176;p62"/>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62"/>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62"/>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62"/>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0" name="Google Shape;10180;p62"/>
          <p:cNvGrpSpPr/>
          <p:nvPr/>
        </p:nvGrpSpPr>
        <p:grpSpPr>
          <a:xfrm>
            <a:off x="2665165" y="3184746"/>
            <a:ext cx="281794" cy="349684"/>
            <a:chOff x="2665165" y="3360146"/>
            <a:chExt cx="281794" cy="349684"/>
          </a:xfrm>
        </p:grpSpPr>
        <p:sp>
          <p:nvSpPr>
            <p:cNvPr id="10181" name="Google Shape;10181;p62"/>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62"/>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62"/>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62"/>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62"/>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6" name="Google Shape;10186;p62"/>
          <p:cNvGrpSpPr/>
          <p:nvPr/>
        </p:nvGrpSpPr>
        <p:grpSpPr>
          <a:xfrm>
            <a:off x="7156344" y="3172296"/>
            <a:ext cx="264465" cy="353074"/>
            <a:chOff x="7156344" y="3347696"/>
            <a:chExt cx="264465" cy="353074"/>
          </a:xfrm>
        </p:grpSpPr>
        <p:sp>
          <p:nvSpPr>
            <p:cNvPr id="10187" name="Google Shape;10187;p62"/>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62"/>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62"/>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62"/>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62"/>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2" name="Google Shape;10192;p62"/>
          <p:cNvGrpSpPr/>
          <p:nvPr/>
        </p:nvGrpSpPr>
        <p:grpSpPr>
          <a:xfrm>
            <a:off x="6703732" y="3171536"/>
            <a:ext cx="264813" cy="352693"/>
            <a:chOff x="6703732" y="3346936"/>
            <a:chExt cx="264813" cy="352693"/>
          </a:xfrm>
        </p:grpSpPr>
        <p:sp>
          <p:nvSpPr>
            <p:cNvPr id="10193" name="Google Shape;10193;p62"/>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62"/>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62"/>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62"/>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62"/>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8" name="Google Shape;10198;p62"/>
          <p:cNvGrpSpPr/>
          <p:nvPr/>
        </p:nvGrpSpPr>
        <p:grpSpPr>
          <a:xfrm>
            <a:off x="6252228" y="3171536"/>
            <a:ext cx="265193" cy="352693"/>
            <a:chOff x="6252228" y="3346936"/>
            <a:chExt cx="265193" cy="352693"/>
          </a:xfrm>
        </p:grpSpPr>
        <p:sp>
          <p:nvSpPr>
            <p:cNvPr id="10199" name="Google Shape;10199;p62"/>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62"/>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62"/>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2" name="Google Shape;10202;p62"/>
          <p:cNvGrpSpPr/>
          <p:nvPr/>
        </p:nvGrpSpPr>
        <p:grpSpPr>
          <a:xfrm>
            <a:off x="5801105" y="3172296"/>
            <a:ext cx="264813" cy="351933"/>
            <a:chOff x="5801105" y="3347696"/>
            <a:chExt cx="264813" cy="351933"/>
          </a:xfrm>
        </p:grpSpPr>
        <p:sp>
          <p:nvSpPr>
            <p:cNvPr id="10203" name="Google Shape;10203;p62"/>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62"/>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62"/>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62"/>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7" name="Google Shape;10207;p62"/>
          <p:cNvGrpSpPr/>
          <p:nvPr/>
        </p:nvGrpSpPr>
        <p:grpSpPr>
          <a:xfrm>
            <a:off x="5349253" y="3171536"/>
            <a:ext cx="265922" cy="352693"/>
            <a:chOff x="5349253" y="3346936"/>
            <a:chExt cx="265922" cy="352693"/>
          </a:xfrm>
        </p:grpSpPr>
        <p:sp>
          <p:nvSpPr>
            <p:cNvPr id="10208" name="Google Shape;10208;p62"/>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62"/>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62"/>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62"/>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62"/>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62"/>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4" name="Google Shape;10214;p62"/>
          <p:cNvGrpSpPr/>
          <p:nvPr/>
        </p:nvGrpSpPr>
        <p:grpSpPr>
          <a:xfrm>
            <a:off x="4907159" y="3171536"/>
            <a:ext cx="264845" cy="354214"/>
            <a:chOff x="4907159" y="3346936"/>
            <a:chExt cx="264845" cy="354214"/>
          </a:xfrm>
        </p:grpSpPr>
        <p:sp>
          <p:nvSpPr>
            <p:cNvPr id="10215" name="Google Shape;10215;p62"/>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62"/>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7" name="Google Shape;10217;p62"/>
          <p:cNvGrpSpPr/>
          <p:nvPr/>
        </p:nvGrpSpPr>
        <p:grpSpPr>
          <a:xfrm>
            <a:off x="8048421" y="3159086"/>
            <a:ext cx="276503" cy="369674"/>
            <a:chOff x="8048421" y="3334486"/>
            <a:chExt cx="276503" cy="369674"/>
          </a:xfrm>
        </p:grpSpPr>
        <p:sp>
          <p:nvSpPr>
            <p:cNvPr id="10218" name="Google Shape;10218;p62"/>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62"/>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62"/>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62"/>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62"/>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62"/>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4" name="Google Shape;10224;p62"/>
          <p:cNvGrpSpPr/>
          <p:nvPr/>
        </p:nvGrpSpPr>
        <p:grpSpPr>
          <a:xfrm>
            <a:off x="7575787" y="3154555"/>
            <a:ext cx="295384" cy="376834"/>
            <a:chOff x="7575787" y="3329955"/>
            <a:chExt cx="295384" cy="376834"/>
          </a:xfrm>
        </p:grpSpPr>
        <p:sp>
          <p:nvSpPr>
            <p:cNvPr id="10225" name="Google Shape;10225;p62"/>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62"/>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62"/>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62"/>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62"/>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62"/>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1" name="Google Shape;10231;p62"/>
          <p:cNvGrpSpPr/>
          <p:nvPr/>
        </p:nvGrpSpPr>
        <p:grpSpPr>
          <a:xfrm>
            <a:off x="864062" y="2709103"/>
            <a:ext cx="264084" cy="347783"/>
            <a:chOff x="864062" y="2884503"/>
            <a:chExt cx="264084" cy="347783"/>
          </a:xfrm>
        </p:grpSpPr>
        <p:sp>
          <p:nvSpPr>
            <p:cNvPr id="10232" name="Google Shape;10232;p62"/>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62"/>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62"/>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62"/>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62"/>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62"/>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62"/>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62"/>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62"/>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62"/>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2" name="Google Shape;10242;p62"/>
          <p:cNvGrpSpPr/>
          <p:nvPr/>
        </p:nvGrpSpPr>
        <p:grpSpPr>
          <a:xfrm>
            <a:off x="3978523" y="2709261"/>
            <a:ext cx="348955" cy="346516"/>
            <a:chOff x="3978523" y="2884661"/>
            <a:chExt cx="348955" cy="346516"/>
          </a:xfrm>
        </p:grpSpPr>
        <p:sp>
          <p:nvSpPr>
            <p:cNvPr id="10243" name="Google Shape;10243;p62"/>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62"/>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62"/>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62"/>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62"/>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62"/>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62"/>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62"/>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1" name="Google Shape;10251;p62"/>
          <p:cNvGrpSpPr/>
          <p:nvPr/>
        </p:nvGrpSpPr>
        <p:grpSpPr>
          <a:xfrm>
            <a:off x="3556255" y="2709863"/>
            <a:ext cx="347435" cy="345534"/>
            <a:chOff x="3527780" y="2885263"/>
            <a:chExt cx="347435" cy="345534"/>
          </a:xfrm>
        </p:grpSpPr>
        <p:sp>
          <p:nvSpPr>
            <p:cNvPr id="10252" name="Google Shape;10252;p62"/>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62"/>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62"/>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62"/>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62"/>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62"/>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62"/>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62"/>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62"/>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62"/>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62"/>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62"/>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62"/>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62"/>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62"/>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62"/>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62"/>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62"/>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62"/>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62"/>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62"/>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62"/>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62"/>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5" name="Google Shape;10275;p62"/>
          <p:cNvGrpSpPr/>
          <p:nvPr/>
        </p:nvGrpSpPr>
        <p:grpSpPr>
          <a:xfrm>
            <a:off x="2239671" y="2709103"/>
            <a:ext cx="218053" cy="348543"/>
            <a:chOff x="2239671" y="2884503"/>
            <a:chExt cx="218053" cy="348543"/>
          </a:xfrm>
        </p:grpSpPr>
        <p:sp>
          <p:nvSpPr>
            <p:cNvPr id="10276" name="Google Shape;10276;p62"/>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62"/>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62"/>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62"/>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62"/>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1" name="Google Shape;10281;p62"/>
          <p:cNvGrpSpPr/>
          <p:nvPr/>
        </p:nvGrpSpPr>
        <p:grpSpPr>
          <a:xfrm>
            <a:off x="2691555" y="2709103"/>
            <a:ext cx="215044" cy="348924"/>
            <a:chOff x="2691555" y="2884503"/>
            <a:chExt cx="215044" cy="348924"/>
          </a:xfrm>
        </p:grpSpPr>
        <p:sp>
          <p:nvSpPr>
            <p:cNvPr id="10282" name="Google Shape;10282;p62"/>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62"/>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62"/>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5" name="Google Shape;10285;p62"/>
          <p:cNvGrpSpPr/>
          <p:nvPr/>
        </p:nvGrpSpPr>
        <p:grpSpPr>
          <a:xfrm>
            <a:off x="1770459" y="2709103"/>
            <a:ext cx="254644" cy="348828"/>
            <a:chOff x="1770459" y="2884503"/>
            <a:chExt cx="254644" cy="348828"/>
          </a:xfrm>
        </p:grpSpPr>
        <p:sp>
          <p:nvSpPr>
            <p:cNvPr id="10286" name="Google Shape;10286;p62"/>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62"/>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62"/>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62"/>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62"/>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62"/>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62"/>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62"/>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4" name="Google Shape;10294;p62"/>
          <p:cNvGrpSpPr/>
          <p:nvPr/>
        </p:nvGrpSpPr>
        <p:grpSpPr>
          <a:xfrm>
            <a:off x="1317466" y="2709483"/>
            <a:ext cx="258382" cy="348543"/>
            <a:chOff x="1317466" y="2884883"/>
            <a:chExt cx="258382" cy="348543"/>
          </a:xfrm>
        </p:grpSpPr>
        <p:sp>
          <p:nvSpPr>
            <p:cNvPr id="10295" name="Google Shape;10295;p62"/>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62"/>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62"/>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62"/>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62"/>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62"/>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62"/>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62"/>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3" name="Google Shape;10303;p62"/>
          <p:cNvGrpSpPr/>
          <p:nvPr/>
        </p:nvGrpSpPr>
        <p:grpSpPr>
          <a:xfrm>
            <a:off x="3121167" y="2709483"/>
            <a:ext cx="258414" cy="348543"/>
            <a:chOff x="3121167" y="2884883"/>
            <a:chExt cx="258414" cy="348543"/>
          </a:xfrm>
        </p:grpSpPr>
        <p:sp>
          <p:nvSpPr>
            <p:cNvPr id="10304" name="Google Shape;10304;p62"/>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62"/>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62"/>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62"/>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62"/>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62"/>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62"/>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62"/>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2" name="Google Shape;10312;p62"/>
          <p:cNvGrpSpPr/>
          <p:nvPr/>
        </p:nvGrpSpPr>
        <p:grpSpPr>
          <a:xfrm>
            <a:off x="4899999" y="2706695"/>
            <a:ext cx="271244" cy="346801"/>
            <a:chOff x="4899999" y="2882095"/>
            <a:chExt cx="271244" cy="346801"/>
          </a:xfrm>
        </p:grpSpPr>
        <p:sp>
          <p:nvSpPr>
            <p:cNvPr id="10313" name="Google Shape;10313;p62"/>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62"/>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62"/>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62"/>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62"/>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62"/>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62"/>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62"/>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62"/>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62"/>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3" name="Google Shape;10323;p62"/>
          <p:cNvGrpSpPr/>
          <p:nvPr/>
        </p:nvGrpSpPr>
        <p:grpSpPr>
          <a:xfrm>
            <a:off x="7162775" y="2705713"/>
            <a:ext cx="259523" cy="346294"/>
            <a:chOff x="7162775" y="2881113"/>
            <a:chExt cx="259523" cy="346294"/>
          </a:xfrm>
        </p:grpSpPr>
        <p:sp>
          <p:nvSpPr>
            <p:cNvPr id="10324" name="Google Shape;10324;p62"/>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62"/>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62"/>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62"/>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62"/>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62"/>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0" name="Google Shape;10330;p62"/>
          <p:cNvGrpSpPr/>
          <p:nvPr/>
        </p:nvGrpSpPr>
        <p:grpSpPr>
          <a:xfrm>
            <a:off x="6709751" y="2706442"/>
            <a:ext cx="261075" cy="347815"/>
            <a:chOff x="6709751" y="2881842"/>
            <a:chExt cx="261075" cy="347815"/>
          </a:xfrm>
        </p:grpSpPr>
        <p:sp>
          <p:nvSpPr>
            <p:cNvPr id="10331" name="Google Shape;10331;p62"/>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62"/>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62"/>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62"/>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62"/>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62"/>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7" name="Google Shape;10337;p62"/>
          <p:cNvGrpSpPr/>
          <p:nvPr/>
        </p:nvGrpSpPr>
        <p:grpSpPr>
          <a:xfrm>
            <a:off x="5807156" y="2705713"/>
            <a:ext cx="261043" cy="348163"/>
            <a:chOff x="5807156" y="2881113"/>
            <a:chExt cx="261043" cy="348163"/>
          </a:xfrm>
        </p:grpSpPr>
        <p:sp>
          <p:nvSpPr>
            <p:cNvPr id="10338" name="Google Shape;10338;p62"/>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62"/>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62"/>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62"/>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62"/>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3" name="Google Shape;10343;p62"/>
          <p:cNvGrpSpPr/>
          <p:nvPr/>
        </p:nvGrpSpPr>
        <p:grpSpPr>
          <a:xfrm>
            <a:off x="5355653" y="2706093"/>
            <a:ext cx="262184" cy="346643"/>
            <a:chOff x="5355653" y="2881493"/>
            <a:chExt cx="262184" cy="346643"/>
          </a:xfrm>
        </p:grpSpPr>
        <p:sp>
          <p:nvSpPr>
            <p:cNvPr id="10344" name="Google Shape;10344;p62"/>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62"/>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62"/>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62"/>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62"/>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9" name="Google Shape;10349;p62"/>
          <p:cNvGrpSpPr/>
          <p:nvPr/>
        </p:nvGrpSpPr>
        <p:grpSpPr>
          <a:xfrm>
            <a:off x="8055961" y="2706442"/>
            <a:ext cx="260283" cy="345914"/>
            <a:chOff x="8055961" y="2881842"/>
            <a:chExt cx="260283" cy="345914"/>
          </a:xfrm>
        </p:grpSpPr>
        <p:sp>
          <p:nvSpPr>
            <p:cNvPr id="10350" name="Google Shape;10350;p62"/>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62"/>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62"/>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62"/>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4" name="Google Shape;10354;p62"/>
          <p:cNvGrpSpPr/>
          <p:nvPr/>
        </p:nvGrpSpPr>
        <p:grpSpPr>
          <a:xfrm>
            <a:off x="7609368" y="2718512"/>
            <a:ext cx="264813" cy="353105"/>
            <a:chOff x="7609368" y="2893912"/>
            <a:chExt cx="264813" cy="353105"/>
          </a:xfrm>
        </p:grpSpPr>
        <p:sp>
          <p:nvSpPr>
            <p:cNvPr id="10355" name="Google Shape;10355;p62"/>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62"/>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62"/>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62"/>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62"/>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62"/>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1" name="Google Shape;10361;p62"/>
          <p:cNvGrpSpPr/>
          <p:nvPr/>
        </p:nvGrpSpPr>
        <p:grpSpPr>
          <a:xfrm>
            <a:off x="6248458" y="2694372"/>
            <a:ext cx="270864" cy="360645"/>
            <a:chOff x="6248458" y="2869772"/>
            <a:chExt cx="270864" cy="360645"/>
          </a:xfrm>
        </p:grpSpPr>
        <p:sp>
          <p:nvSpPr>
            <p:cNvPr id="10362" name="Google Shape;10362;p62"/>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62"/>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62"/>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62"/>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62"/>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7" name="Google Shape;10367;p62"/>
          <p:cNvGrpSpPr/>
          <p:nvPr/>
        </p:nvGrpSpPr>
        <p:grpSpPr>
          <a:xfrm>
            <a:off x="3075928" y="2270398"/>
            <a:ext cx="363243" cy="300675"/>
            <a:chOff x="3075928" y="2445798"/>
            <a:chExt cx="363243" cy="300675"/>
          </a:xfrm>
        </p:grpSpPr>
        <p:sp>
          <p:nvSpPr>
            <p:cNvPr id="10368" name="Google Shape;10368;p62"/>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62"/>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62"/>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62"/>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62"/>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62"/>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62"/>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62"/>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62"/>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62"/>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62"/>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9" name="Google Shape;10379;p62"/>
          <p:cNvGrpSpPr/>
          <p:nvPr/>
        </p:nvGrpSpPr>
        <p:grpSpPr>
          <a:xfrm>
            <a:off x="2633105" y="2256459"/>
            <a:ext cx="363243" cy="328585"/>
            <a:chOff x="2633105" y="2431859"/>
            <a:chExt cx="363243" cy="328585"/>
          </a:xfrm>
        </p:grpSpPr>
        <p:sp>
          <p:nvSpPr>
            <p:cNvPr id="10380" name="Google Shape;10380;p62"/>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62"/>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62"/>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62"/>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62"/>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62"/>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62"/>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62"/>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8" name="Google Shape;10388;p62"/>
          <p:cNvGrpSpPr/>
          <p:nvPr/>
        </p:nvGrpSpPr>
        <p:grpSpPr>
          <a:xfrm>
            <a:off x="2189142" y="2245910"/>
            <a:ext cx="365904" cy="350064"/>
            <a:chOff x="2189142" y="2421310"/>
            <a:chExt cx="365904" cy="350064"/>
          </a:xfrm>
        </p:grpSpPr>
        <p:sp>
          <p:nvSpPr>
            <p:cNvPr id="10389" name="Google Shape;10389;p62"/>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62"/>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62"/>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62"/>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62"/>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62"/>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62"/>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62"/>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62"/>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98" name="Google Shape;10398;p62"/>
          <p:cNvSpPr/>
          <p:nvPr/>
        </p:nvSpPr>
        <p:spPr>
          <a:xfrm>
            <a:off x="3518751" y="22398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99" name="Google Shape;10399;p62"/>
          <p:cNvGrpSpPr/>
          <p:nvPr/>
        </p:nvGrpSpPr>
        <p:grpSpPr>
          <a:xfrm>
            <a:off x="3961923" y="2310917"/>
            <a:ext cx="364415" cy="220936"/>
            <a:chOff x="3961923" y="2486317"/>
            <a:chExt cx="364415" cy="220936"/>
          </a:xfrm>
        </p:grpSpPr>
        <p:sp>
          <p:nvSpPr>
            <p:cNvPr id="10400" name="Google Shape;10400;p62"/>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62"/>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62"/>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62"/>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04" name="Google Shape;10404;p62"/>
          <p:cNvSpPr/>
          <p:nvPr/>
        </p:nvSpPr>
        <p:spPr>
          <a:xfrm>
            <a:off x="1747839" y="22387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05" name="Google Shape;10405;p62"/>
          <p:cNvGrpSpPr/>
          <p:nvPr/>
        </p:nvGrpSpPr>
        <p:grpSpPr>
          <a:xfrm>
            <a:off x="1303876" y="2243977"/>
            <a:ext cx="363275" cy="354626"/>
            <a:chOff x="1303876" y="2419377"/>
            <a:chExt cx="363275" cy="354626"/>
          </a:xfrm>
        </p:grpSpPr>
        <p:sp>
          <p:nvSpPr>
            <p:cNvPr id="10406" name="Google Shape;10406;p62"/>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62"/>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62"/>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62"/>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62"/>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62"/>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62"/>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62"/>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4" name="Google Shape;10414;p62"/>
          <p:cNvGrpSpPr/>
          <p:nvPr/>
        </p:nvGrpSpPr>
        <p:grpSpPr>
          <a:xfrm>
            <a:off x="861053" y="2239510"/>
            <a:ext cx="362134" cy="363623"/>
            <a:chOff x="861053" y="2414910"/>
            <a:chExt cx="362134" cy="363623"/>
          </a:xfrm>
        </p:grpSpPr>
        <p:sp>
          <p:nvSpPr>
            <p:cNvPr id="10415" name="Google Shape;10415;p62"/>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62"/>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62"/>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62"/>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62"/>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0" name="Google Shape;10420;p62"/>
          <p:cNvGrpSpPr/>
          <p:nvPr/>
        </p:nvGrpSpPr>
        <p:grpSpPr>
          <a:xfrm>
            <a:off x="7594288" y="2239859"/>
            <a:ext cx="279513" cy="355735"/>
            <a:chOff x="7594288" y="2415259"/>
            <a:chExt cx="279513" cy="355735"/>
          </a:xfrm>
        </p:grpSpPr>
        <p:sp>
          <p:nvSpPr>
            <p:cNvPr id="10421" name="Google Shape;10421;p62"/>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62"/>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62"/>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62"/>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62"/>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62"/>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7" name="Google Shape;10427;p62"/>
          <p:cNvGrpSpPr/>
          <p:nvPr/>
        </p:nvGrpSpPr>
        <p:grpSpPr>
          <a:xfrm>
            <a:off x="7145794" y="2240239"/>
            <a:ext cx="278784" cy="355735"/>
            <a:chOff x="7145794" y="2415639"/>
            <a:chExt cx="278784" cy="355735"/>
          </a:xfrm>
        </p:grpSpPr>
        <p:sp>
          <p:nvSpPr>
            <p:cNvPr id="10428" name="Google Shape;10428;p62"/>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62"/>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62"/>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62"/>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62"/>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62"/>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62"/>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62"/>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62"/>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62"/>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8" name="Google Shape;10438;p62"/>
          <p:cNvGrpSpPr/>
          <p:nvPr/>
        </p:nvGrpSpPr>
        <p:grpSpPr>
          <a:xfrm>
            <a:off x="6698441" y="2239130"/>
            <a:ext cx="277644" cy="357984"/>
            <a:chOff x="6698441" y="2414530"/>
            <a:chExt cx="277644" cy="357984"/>
          </a:xfrm>
        </p:grpSpPr>
        <p:sp>
          <p:nvSpPr>
            <p:cNvPr id="10439" name="Google Shape;10439;p62"/>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62"/>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62"/>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62"/>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62"/>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62"/>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5" name="Google Shape;10445;p62"/>
          <p:cNvGrpSpPr/>
          <p:nvPr/>
        </p:nvGrpSpPr>
        <p:grpSpPr>
          <a:xfrm>
            <a:off x="4897750" y="2240239"/>
            <a:ext cx="279513" cy="357255"/>
            <a:chOff x="4897750" y="2415639"/>
            <a:chExt cx="279513" cy="357255"/>
          </a:xfrm>
        </p:grpSpPr>
        <p:sp>
          <p:nvSpPr>
            <p:cNvPr id="10446" name="Google Shape;10446;p62"/>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62"/>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62"/>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62"/>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62"/>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62"/>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62"/>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62"/>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4" name="Google Shape;10454;p62"/>
          <p:cNvGrpSpPr/>
          <p:nvPr/>
        </p:nvGrpSpPr>
        <p:grpSpPr>
          <a:xfrm>
            <a:off x="5812066" y="2240619"/>
            <a:ext cx="264813" cy="353454"/>
            <a:chOff x="5812066" y="2416019"/>
            <a:chExt cx="264813" cy="353454"/>
          </a:xfrm>
        </p:grpSpPr>
        <p:sp>
          <p:nvSpPr>
            <p:cNvPr id="10455" name="Google Shape;10455;p62"/>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62"/>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62"/>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62"/>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62"/>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62"/>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62"/>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2" name="Google Shape;10462;p62"/>
          <p:cNvGrpSpPr/>
          <p:nvPr/>
        </p:nvGrpSpPr>
        <p:grpSpPr>
          <a:xfrm>
            <a:off x="8054820" y="2240999"/>
            <a:ext cx="264433" cy="353454"/>
            <a:chOff x="8054820" y="2416399"/>
            <a:chExt cx="264433" cy="353454"/>
          </a:xfrm>
        </p:grpSpPr>
        <p:sp>
          <p:nvSpPr>
            <p:cNvPr id="10463" name="Google Shape;10463;p62"/>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62"/>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62"/>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62"/>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62"/>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62"/>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9" name="Google Shape;10469;p62"/>
          <p:cNvGrpSpPr/>
          <p:nvPr/>
        </p:nvGrpSpPr>
        <p:grpSpPr>
          <a:xfrm>
            <a:off x="5356413" y="2237990"/>
            <a:ext cx="271212" cy="361374"/>
            <a:chOff x="5356413" y="2413390"/>
            <a:chExt cx="271212" cy="361374"/>
          </a:xfrm>
        </p:grpSpPr>
        <p:sp>
          <p:nvSpPr>
            <p:cNvPr id="10470" name="Google Shape;10470;p62"/>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62"/>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62"/>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62"/>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62"/>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5" name="Google Shape;10475;p62"/>
          <p:cNvGrpSpPr/>
          <p:nvPr/>
        </p:nvGrpSpPr>
        <p:grpSpPr>
          <a:xfrm>
            <a:off x="6255238" y="2236849"/>
            <a:ext cx="271244" cy="360994"/>
            <a:chOff x="6255238" y="2412249"/>
            <a:chExt cx="271244" cy="360994"/>
          </a:xfrm>
        </p:grpSpPr>
        <p:sp>
          <p:nvSpPr>
            <p:cNvPr id="10476" name="Google Shape;10476;p62"/>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62"/>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62"/>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62"/>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62"/>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62"/>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2" name="Google Shape;10482;p62"/>
          <p:cNvGrpSpPr/>
          <p:nvPr/>
        </p:nvGrpSpPr>
        <p:grpSpPr>
          <a:xfrm>
            <a:off x="2185372" y="1782399"/>
            <a:ext cx="366664" cy="366981"/>
            <a:chOff x="2185372" y="1957799"/>
            <a:chExt cx="366664" cy="366981"/>
          </a:xfrm>
        </p:grpSpPr>
        <p:sp>
          <p:nvSpPr>
            <p:cNvPr id="10483" name="Google Shape;10483;p62"/>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62"/>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62"/>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62"/>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62"/>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62"/>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62"/>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62"/>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1" name="Google Shape;10491;p62"/>
          <p:cNvGrpSpPr/>
          <p:nvPr/>
        </p:nvGrpSpPr>
        <p:grpSpPr>
          <a:xfrm>
            <a:off x="1737258" y="1812971"/>
            <a:ext cx="370814" cy="307359"/>
            <a:chOff x="1737258" y="1988371"/>
            <a:chExt cx="370814" cy="307359"/>
          </a:xfrm>
        </p:grpSpPr>
        <p:sp>
          <p:nvSpPr>
            <p:cNvPr id="10492" name="Google Shape;10492;p62"/>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62"/>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62"/>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62"/>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6" name="Google Shape;10496;p62"/>
          <p:cNvGrpSpPr/>
          <p:nvPr/>
        </p:nvGrpSpPr>
        <p:grpSpPr>
          <a:xfrm>
            <a:off x="848983" y="1814111"/>
            <a:ext cx="369294" cy="304350"/>
            <a:chOff x="848983" y="1989511"/>
            <a:chExt cx="369294" cy="304350"/>
          </a:xfrm>
        </p:grpSpPr>
        <p:sp>
          <p:nvSpPr>
            <p:cNvPr id="10497" name="Google Shape;10497;p62"/>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62"/>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62"/>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62"/>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62"/>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2" name="Google Shape;10502;p62"/>
          <p:cNvGrpSpPr/>
          <p:nvPr/>
        </p:nvGrpSpPr>
        <p:grpSpPr>
          <a:xfrm>
            <a:off x="3074027" y="1808377"/>
            <a:ext cx="380604" cy="313854"/>
            <a:chOff x="3074027" y="1983777"/>
            <a:chExt cx="380604" cy="313854"/>
          </a:xfrm>
        </p:grpSpPr>
        <p:sp>
          <p:nvSpPr>
            <p:cNvPr id="10503" name="Google Shape;10503;p62"/>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62"/>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62"/>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62"/>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62"/>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8" name="Google Shape;10508;p62"/>
          <p:cNvGrpSpPr/>
          <p:nvPr/>
        </p:nvGrpSpPr>
        <p:grpSpPr>
          <a:xfrm>
            <a:off x="3522521" y="1800457"/>
            <a:ext cx="367013" cy="331278"/>
            <a:chOff x="3522521" y="1975857"/>
            <a:chExt cx="367013" cy="331278"/>
          </a:xfrm>
        </p:grpSpPr>
        <p:sp>
          <p:nvSpPr>
            <p:cNvPr id="10509" name="Google Shape;10509;p62"/>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62"/>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62"/>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62"/>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62"/>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62"/>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62"/>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6" name="Google Shape;10516;p62"/>
          <p:cNvGrpSpPr/>
          <p:nvPr/>
        </p:nvGrpSpPr>
        <p:grpSpPr>
          <a:xfrm>
            <a:off x="2630824" y="1801566"/>
            <a:ext cx="368185" cy="330454"/>
            <a:chOff x="2630824" y="1976966"/>
            <a:chExt cx="368185" cy="330454"/>
          </a:xfrm>
        </p:grpSpPr>
        <p:sp>
          <p:nvSpPr>
            <p:cNvPr id="10517" name="Google Shape;10517;p62"/>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62"/>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62"/>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62"/>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62"/>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62"/>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62"/>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62"/>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5" name="Google Shape;10525;p62"/>
          <p:cNvGrpSpPr/>
          <p:nvPr/>
        </p:nvGrpSpPr>
        <p:grpSpPr>
          <a:xfrm>
            <a:off x="1293706" y="1791016"/>
            <a:ext cx="369294" cy="350444"/>
            <a:chOff x="1293706" y="1966416"/>
            <a:chExt cx="369294" cy="350444"/>
          </a:xfrm>
        </p:grpSpPr>
        <p:sp>
          <p:nvSpPr>
            <p:cNvPr id="10526" name="Google Shape;10526;p62"/>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62"/>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62"/>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62"/>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62"/>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62"/>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62"/>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62"/>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4" name="Google Shape;10534;p62"/>
          <p:cNvGrpSpPr/>
          <p:nvPr/>
        </p:nvGrpSpPr>
        <p:grpSpPr>
          <a:xfrm>
            <a:off x="3967213" y="1800077"/>
            <a:ext cx="368185" cy="331816"/>
            <a:chOff x="3967213" y="1975477"/>
            <a:chExt cx="368185" cy="331816"/>
          </a:xfrm>
        </p:grpSpPr>
        <p:sp>
          <p:nvSpPr>
            <p:cNvPr id="10535" name="Google Shape;10535;p62"/>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62"/>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62"/>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8" name="Google Shape;10538;p62"/>
          <p:cNvGrpSpPr/>
          <p:nvPr/>
        </p:nvGrpSpPr>
        <p:grpSpPr>
          <a:xfrm>
            <a:off x="8047661" y="1793646"/>
            <a:ext cx="279132" cy="356875"/>
            <a:chOff x="8047661" y="1969046"/>
            <a:chExt cx="279132" cy="356875"/>
          </a:xfrm>
        </p:grpSpPr>
        <p:sp>
          <p:nvSpPr>
            <p:cNvPr id="10539" name="Google Shape;10539;p62"/>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62"/>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62"/>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62"/>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3" name="Google Shape;10543;p62"/>
          <p:cNvGrpSpPr/>
          <p:nvPr/>
        </p:nvGrpSpPr>
        <p:grpSpPr>
          <a:xfrm>
            <a:off x="7596157" y="1792759"/>
            <a:ext cx="279544" cy="358142"/>
            <a:chOff x="7596157" y="1968159"/>
            <a:chExt cx="279544" cy="358142"/>
          </a:xfrm>
        </p:grpSpPr>
        <p:sp>
          <p:nvSpPr>
            <p:cNvPr id="10544" name="Google Shape;10544;p62"/>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62"/>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62"/>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62"/>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62"/>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62"/>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0" name="Google Shape;10550;p62"/>
          <p:cNvGrpSpPr/>
          <p:nvPr/>
        </p:nvGrpSpPr>
        <p:grpSpPr>
          <a:xfrm>
            <a:off x="7147315" y="1793646"/>
            <a:ext cx="279513" cy="357636"/>
            <a:chOff x="7147315" y="1969046"/>
            <a:chExt cx="279513" cy="357636"/>
          </a:xfrm>
        </p:grpSpPr>
        <p:sp>
          <p:nvSpPr>
            <p:cNvPr id="10551" name="Google Shape;10551;p62"/>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62"/>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62"/>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62"/>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62"/>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62"/>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62"/>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8" name="Google Shape;10558;p62"/>
          <p:cNvGrpSpPr/>
          <p:nvPr/>
        </p:nvGrpSpPr>
        <p:grpSpPr>
          <a:xfrm>
            <a:off x="6697681" y="1792917"/>
            <a:ext cx="280305" cy="359093"/>
            <a:chOff x="6697681" y="1968317"/>
            <a:chExt cx="280305" cy="359093"/>
          </a:xfrm>
        </p:grpSpPr>
        <p:sp>
          <p:nvSpPr>
            <p:cNvPr id="10559" name="Google Shape;10559;p62"/>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62"/>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62"/>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62"/>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62"/>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62"/>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62"/>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6" name="Google Shape;10566;p62"/>
          <p:cNvGrpSpPr/>
          <p:nvPr/>
        </p:nvGrpSpPr>
        <p:grpSpPr>
          <a:xfrm>
            <a:off x="6248839" y="1792537"/>
            <a:ext cx="280273" cy="358744"/>
            <a:chOff x="6248839" y="1967937"/>
            <a:chExt cx="280273" cy="358744"/>
          </a:xfrm>
        </p:grpSpPr>
        <p:sp>
          <p:nvSpPr>
            <p:cNvPr id="10567" name="Google Shape;10567;p62"/>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62"/>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62"/>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62"/>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62"/>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62"/>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3" name="Google Shape;10573;p62"/>
          <p:cNvGrpSpPr/>
          <p:nvPr/>
        </p:nvGrpSpPr>
        <p:grpSpPr>
          <a:xfrm>
            <a:off x="5801485" y="1793646"/>
            <a:ext cx="279164" cy="357794"/>
            <a:chOff x="5801485" y="1969046"/>
            <a:chExt cx="279164" cy="357794"/>
          </a:xfrm>
        </p:grpSpPr>
        <p:sp>
          <p:nvSpPr>
            <p:cNvPr id="10574" name="Google Shape;10574;p62"/>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62"/>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62"/>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62"/>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62"/>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62"/>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62"/>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62"/>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62"/>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62"/>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62"/>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62"/>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62"/>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7" name="Google Shape;10587;p62"/>
          <p:cNvGrpSpPr/>
          <p:nvPr/>
        </p:nvGrpSpPr>
        <p:grpSpPr>
          <a:xfrm>
            <a:off x="5352643" y="1793646"/>
            <a:ext cx="278404" cy="358364"/>
            <a:chOff x="5352643" y="1969046"/>
            <a:chExt cx="278404" cy="358364"/>
          </a:xfrm>
        </p:grpSpPr>
        <p:sp>
          <p:nvSpPr>
            <p:cNvPr id="10588" name="Google Shape;10588;p62"/>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62"/>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62"/>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62"/>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2" name="Google Shape;10592;p62"/>
          <p:cNvGrpSpPr/>
          <p:nvPr/>
        </p:nvGrpSpPr>
        <p:grpSpPr>
          <a:xfrm>
            <a:off x="4897750" y="1792917"/>
            <a:ext cx="279132" cy="358364"/>
            <a:chOff x="4897750" y="1968317"/>
            <a:chExt cx="279132" cy="358364"/>
          </a:xfrm>
        </p:grpSpPr>
        <p:sp>
          <p:nvSpPr>
            <p:cNvPr id="10593" name="Google Shape;10593;p62"/>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62"/>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62"/>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62"/>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62"/>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62"/>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62"/>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62"/>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62"/>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62"/>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62"/>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62"/>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62"/>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06" name="Google Shape;10606;p62"/>
          <p:cNvSpPr/>
          <p:nvPr/>
        </p:nvSpPr>
        <p:spPr>
          <a:xfrm>
            <a:off x="872362" y="13376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07" name="Google Shape;10607;p62"/>
          <p:cNvGrpSpPr/>
          <p:nvPr/>
        </p:nvGrpSpPr>
        <p:grpSpPr>
          <a:xfrm>
            <a:off x="1767449" y="1337644"/>
            <a:ext cx="324403" cy="347783"/>
            <a:chOff x="1767449" y="1513044"/>
            <a:chExt cx="324403" cy="347783"/>
          </a:xfrm>
        </p:grpSpPr>
        <p:sp>
          <p:nvSpPr>
            <p:cNvPr id="10608" name="Google Shape;10608;p62"/>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62"/>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62"/>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62"/>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62"/>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62"/>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62"/>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62"/>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62"/>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7" name="Google Shape;10617;p62"/>
          <p:cNvGrpSpPr/>
          <p:nvPr/>
        </p:nvGrpSpPr>
        <p:grpSpPr>
          <a:xfrm>
            <a:off x="4007193" y="1337327"/>
            <a:ext cx="320633" cy="348100"/>
            <a:chOff x="4007193" y="1512727"/>
            <a:chExt cx="320633" cy="348100"/>
          </a:xfrm>
        </p:grpSpPr>
        <p:sp>
          <p:nvSpPr>
            <p:cNvPr id="10618" name="Google Shape;10618;p62"/>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62"/>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62"/>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62"/>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62"/>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3" name="Google Shape;10623;p62"/>
          <p:cNvGrpSpPr/>
          <p:nvPr/>
        </p:nvGrpSpPr>
        <p:grpSpPr>
          <a:xfrm>
            <a:off x="3530425" y="1333347"/>
            <a:ext cx="368175" cy="344594"/>
            <a:chOff x="3530425" y="1508747"/>
            <a:chExt cx="368175" cy="344594"/>
          </a:xfrm>
        </p:grpSpPr>
        <p:sp>
          <p:nvSpPr>
            <p:cNvPr id="10624" name="Google Shape;10624;p62"/>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62"/>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62"/>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62"/>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8" name="Google Shape;10628;p62"/>
          <p:cNvGrpSpPr/>
          <p:nvPr/>
        </p:nvGrpSpPr>
        <p:grpSpPr>
          <a:xfrm>
            <a:off x="3127598" y="1337834"/>
            <a:ext cx="289714" cy="347593"/>
            <a:chOff x="3127598" y="1513234"/>
            <a:chExt cx="289714" cy="347593"/>
          </a:xfrm>
        </p:grpSpPr>
        <p:sp>
          <p:nvSpPr>
            <p:cNvPr id="10629" name="Google Shape;10629;p62"/>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62"/>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62"/>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62"/>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62"/>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4" name="Google Shape;10634;p62"/>
          <p:cNvGrpSpPr/>
          <p:nvPr/>
        </p:nvGrpSpPr>
        <p:grpSpPr>
          <a:xfrm>
            <a:off x="2662884" y="1337644"/>
            <a:ext cx="322914" cy="348543"/>
            <a:chOff x="2662884" y="1513044"/>
            <a:chExt cx="322914" cy="348543"/>
          </a:xfrm>
        </p:grpSpPr>
        <p:sp>
          <p:nvSpPr>
            <p:cNvPr id="10635" name="Google Shape;10635;p62"/>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62"/>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62"/>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62"/>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62"/>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62"/>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62"/>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62"/>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62"/>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62"/>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5" name="Google Shape;10645;p62"/>
          <p:cNvGrpSpPr/>
          <p:nvPr/>
        </p:nvGrpSpPr>
        <p:grpSpPr>
          <a:xfrm>
            <a:off x="2232511" y="1337359"/>
            <a:ext cx="299534" cy="348068"/>
            <a:chOff x="2232511" y="1512759"/>
            <a:chExt cx="299534" cy="348068"/>
          </a:xfrm>
        </p:grpSpPr>
        <p:sp>
          <p:nvSpPr>
            <p:cNvPr id="10646" name="Google Shape;10646;p62"/>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62"/>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62"/>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62"/>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62"/>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62"/>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62"/>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62"/>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62"/>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62"/>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62"/>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7" name="Google Shape;10657;p62"/>
          <p:cNvGrpSpPr/>
          <p:nvPr/>
        </p:nvGrpSpPr>
        <p:grpSpPr>
          <a:xfrm>
            <a:off x="1331406" y="1337961"/>
            <a:ext cx="301784" cy="348607"/>
            <a:chOff x="1331406" y="1513361"/>
            <a:chExt cx="301784" cy="348607"/>
          </a:xfrm>
        </p:grpSpPr>
        <p:sp>
          <p:nvSpPr>
            <p:cNvPr id="10658" name="Google Shape;10658;p62"/>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62"/>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62"/>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62"/>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2" name="Google Shape;10662;p62"/>
          <p:cNvGrpSpPr/>
          <p:nvPr/>
        </p:nvGrpSpPr>
        <p:grpSpPr>
          <a:xfrm>
            <a:off x="7144274" y="1324814"/>
            <a:ext cx="282174" cy="355735"/>
            <a:chOff x="7144274" y="1500214"/>
            <a:chExt cx="282174" cy="355735"/>
          </a:xfrm>
        </p:grpSpPr>
        <p:sp>
          <p:nvSpPr>
            <p:cNvPr id="10663" name="Google Shape;10663;p62"/>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62"/>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62"/>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62"/>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62"/>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62"/>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9" name="Google Shape;10669;p62"/>
          <p:cNvGrpSpPr/>
          <p:nvPr/>
        </p:nvGrpSpPr>
        <p:grpSpPr>
          <a:xfrm>
            <a:off x="6685262" y="1324814"/>
            <a:ext cx="289682" cy="354594"/>
            <a:chOff x="6685262" y="1500214"/>
            <a:chExt cx="289682" cy="354594"/>
          </a:xfrm>
        </p:grpSpPr>
        <p:sp>
          <p:nvSpPr>
            <p:cNvPr id="10670" name="Google Shape;10670;p62"/>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62"/>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62"/>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62"/>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4" name="Google Shape;10674;p62"/>
          <p:cNvGrpSpPr/>
          <p:nvPr/>
        </p:nvGrpSpPr>
        <p:grpSpPr>
          <a:xfrm>
            <a:off x="6200938" y="1325194"/>
            <a:ext cx="322154" cy="355355"/>
            <a:chOff x="6200938" y="1500594"/>
            <a:chExt cx="322154" cy="355355"/>
          </a:xfrm>
        </p:grpSpPr>
        <p:sp>
          <p:nvSpPr>
            <p:cNvPr id="10675" name="Google Shape;10675;p62"/>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62"/>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62"/>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62"/>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62"/>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0" name="Google Shape;10680;p62"/>
          <p:cNvGrpSpPr/>
          <p:nvPr/>
        </p:nvGrpSpPr>
        <p:grpSpPr>
          <a:xfrm>
            <a:off x="5289631" y="1324814"/>
            <a:ext cx="332355" cy="354974"/>
            <a:chOff x="5289631" y="1500214"/>
            <a:chExt cx="332355" cy="354974"/>
          </a:xfrm>
        </p:grpSpPr>
        <p:sp>
          <p:nvSpPr>
            <p:cNvPr id="10681" name="Google Shape;10681;p62"/>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62"/>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62"/>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62"/>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62"/>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62"/>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7" name="Google Shape;10687;p62"/>
          <p:cNvGrpSpPr/>
          <p:nvPr/>
        </p:nvGrpSpPr>
        <p:grpSpPr>
          <a:xfrm>
            <a:off x="5748295" y="1324433"/>
            <a:ext cx="323294" cy="356115"/>
            <a:chOff x="5748295" y="1499833"/>
            <a:chExt cx="323294" cy="356115"/>
          </a:xfrm>
        </p:grpSpPr>
        <p:sp>
          <p:nvSpPr>
            <p:cNvPr id="10688" name="Google Shape;10688;p62"/>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62"/>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62"/>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62"/>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62"/>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62"/>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62"/>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5" name="Google Shape;10695;p62"/>
          <p:cNvGrpSpPr/>
          <p:nvPr/>
        </p:nvGrpSpPr>
        <p:grpSpPr>
          <a:xfrm>
            <a:off x="8047661" y="1325637"/>
            <a:ext cx="278404" cy="355260"/>
            <a:chOff x="8047661" y="1501037"/>
            <a:chExt cx="278404" cy="355260"/>
          </a:xfrm>
        </p:grpSpPr>
        <p:sp>
          <p:nvSpPr>
            <p:cNvPr id="10696" name="Google Shape;10696;p62"/>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62"/>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62"/>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62"/>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0" name="Google Shape;10700;p62"/>
          <p:cNvGrpSpPr/>
          <p:nvPr/>
        </p:nvGrpSpPr>
        <p:grpSpPr>
          <a:xfrm>
            <a:off x="4903389" y="1324814"/>
            <a:ext cx="267854" cy="355735"/>
            <a:chOff x="4903389" y="1500214"/>
            <a:chExt cx="267854" cy="355735"/>
          </a:xfrm>
        </p:grpSpPr>
        <p:sp>
          <p:nvSpPr>
            <p:cNvPr id="10701" name="Google Shape;10701;p62"/>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62"/>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62"/>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62"/>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62"/>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6" name="Google Shape;10706;p62"/>
          <p:cNvGrpSpPr/>
          <p:nvPr/>
        </p:nvGrpSpPr>
        <p:grpSpPr>
          <a:xfrm>
            <a:off x="7613518" y="1325954"/>
            <a:ext cx="264433" cy="353074"/>
            <a:chOff x="7613518" y="1501354"/>
            <a:chExt cx="264433" cy="353074"/>
          </a:xfrm>
        </p:grpSpPr>
        <p:sp>
          <p:nvSpPr>
            <p:cNvPr id="10707" name="Google Shape;10707;p62"/>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62"/>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62"/>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62"/>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62"/>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62"/>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13" name="Google Shape;10713;p62"/>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0714" name="Google Shape;10714;p62"/>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718" name="Shape 10718"/>
        <p:cNvGrpSpPr/>
        <p:nvPr/>
      </p:nvGrpSpPr>
      <p:grpSpPr>
        <a:xfrm>
          <a:off x="0" y="0"/>
          <a:ext cx="0" cy="0"/>
          <a:chOff x="0" y="0"/>
          <a:chExt cx="0" cy="0"/>
        </a:xfrm>
      </p:grpSpPr>
      <p:grpSp>
        <p:nvGrpSpPr>
          <p:cNvPr id="10719" name="Google Shape;10719;p63"/>
          <p:cNvGrpSpPr/>
          <p:nvPr/>
        </p:nvGrpSpPr>
        <p:grpSpPr>
          <a:xfrm>
            <a:off x="1757085" y="1325225"/>
            <a:ext cx="371069" cy="359396"/>
            <a:chOff x="1757085" y="1500675"/>
            <a:chExt cx="371069" cy="359396"/>
          </a:xfrm>
        </p:grpSpPr>
        <p:sp>
          <p:nvSpPr>
            <p:cNvPr id="10720" name="Google Shape;10720;p63"/>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63"/>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63"/>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63"/>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63"/>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6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63"/>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63"/>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63"/>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63"/>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63"/>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3"/>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6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63"/>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63"/>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6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63"/>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63"/>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6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63"/>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63"/>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63"/>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63"/>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63"/>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63"/>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63"/>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63"/>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63"/>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63"/>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9" name="Google Shape;10749;p63"/>
          <p:cNvGrpSpPr/>
          <p:nvPr/>
        </p:nvGrpSpPr>
        <p:grpSpPr>
          <a:xfrm>
            <a:off x="2774209" y="1779241"/>
            <a:ext cx="116693" cy="374186"/>
            <a:chOff x="2774209" y="1954691"/>
            <a:chExt cx="116693" cy="374186"/>
          </a:xfrm>
        </p:grpSpPr>
        <p:sp>
          <p:nvSpPr>
            <p:cNvPr id="10750" name="Google Shape;10750;p63"/>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63"/>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2" name="Google Shape;10752;p63"/>
          <p:cNvGrpSpPr/>
          <p:nvPr/>
        </p:nvGrpSpPr>
        <p:grpSpPr>
          <a:xfrm>
            <a:off x="4017435" y="1324462"/>
            <a:ext cx="315092" cy="359397"/>
            <a:chOff x="4017435" y="1499912"/>
            <a:chExt cx="315092" cy="359397"/>
          </a:xfrm>
        </p:grpSpPr>
        <p:sp>
          <p:nvSpPr>
            <p:cNvPr id="10753" name="Google Shape;10753;p63"/>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63"/>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5" name="Google Shape;10755;p63"/>
          <p:cNvGrpSpPr/>
          <p:nvPr/>
        </p:nvGrpSpPr>
        <p:grpSpPr>
          <a:xfrm>
            <a:off x="3963652" y="1824309"/>
            <a:ext cx="374154" cy="284050"/>
            <a:chOff x="3963652" y="1999759"/>
            <a:chExt cx="374154" cy="284050"/>
          </a:xfrm>
        </p:grpSpPr>
        <p:sp>
          <p:nvSpPr>
            <p:cNvPr id="10756" name="Google Shape;10756;p63"/>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63"/>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63"/>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9" name="Google Shape;10759;p63"/>
          <p:cNvGrpSpPr/>
          <p:nvPr/>
        </p:nvGrpSpPr>
        <p:grpSpPr>
          <a:xfrm>
            <a:off x="1777536" y="1839416"/>
            <a:ext cx="376444" cy="253772"/>
            <a:chOff x="1777536" y="2014866"/>
            <a:chExt cx="376444" cy="253772"/>
          </a:xfrm>
        </p:grpSpPr>
        <p:sp>
          <p:nvSpPr>
            <p:cNvPr id="10760" name="Google Shape;10760;p63"/>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63"/>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63"/>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63"/>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63"/>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5" name="Google Shape;10765;p63"/>
          <p:cNvGrpSpPr/>
          <p:nvPr/>
        </p:nvGrpSpPr>
        <p:grpSpPr>
          <a:xfrm>
            <a:off x="1309875" y="1881876"/>
            <a:ext cx="374154" cy="169680"/>
            <a:chOff x="1309875" y="2057326"/>
            <a:chExt cx="374154" cy="169680"/>
          </a:xfrm>
        </p:grpSpPr>
        <p:sp>
          <p:nvSpPr>
            <p:cNvPr id="10766" name="Google Shape;10766;p6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6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6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63"/>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63"/>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63"/>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6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6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63"/>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63"/>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63"/>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77" name="Google Shape;10777;p63"/>
          <p:cNvSpPr/>
          <p:nvPr/>
        </p:nvSpPr>
        <p:spPr>
          <a:xfrm>
            <a:off x="862283" y="190080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78" name="Google Shape;10778;p63"/>
          <p:cNvGrpSpPr/>
          <p:nvPr/>
        </p:nvGrpSpPr>
        <p:grpSpPr>
          <a:xfrm>
            <a:off x="2347450" y="1779114"/>
            <a:ext cx="113639" cy="373168"/>
            <a:chOff x="2347450" y="1954564"/>
            <a:chExt cx="113639" cy="373168"/>
          </a:xfrm>
        </p:grpSpPr>
        <p:sp>
          <p:nvSpPr>
            <p:cNvPr id="10779" name="Google Shape;10779;p63"/>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63"/>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81" name="Google Shape;10781;p63"/>
          <p:cNvSpPr/>
          <p:nvPr/>
        </p:nvSpPr>
        <p:spPr>
          <a:xfrm>
            <a:off x="861520" y="141138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82" name="Google Shape;10782;p63"/>
          <p:cNvGrpSpPr/>
          <p:nvPr/>
        </p:nvGrpSpPr>
        <p:grpSpPr>
          <a:xfrm>
            <a:off x="3110102" y="1324430"/>
            <a:ext cx="330613" cy="358379"/>
            <a:chOff x="3110102" y="1499880"/>
            <a:chExt cx="330613" cy="358379"/>
          </a:xfrm>
        </p:grpSpPr>
        <p:sp>
          <p:nvSpPr>
            <p:cNvPr id="10783" name="Google Shape;10783;p63"/>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63"/>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63"/>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63"/>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63"/>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63"/>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63"/>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90" name="Google Shape;10790;p63"/>
          <p:cNvSpPr/>
          <p:nvPr/>
        </p:nvSpPr>
        <p:spPr>
          <a:xfrm>
            <a:off x="3196834" y="177876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91" name="Google Shape;10791;p63"/>
          <p:cNvGrpSpPr/>
          <p:nvPr/>
        </p:nvGrpSpPr>
        <p:grpSpPr>
          <a:xfrm>
            <a:off x="3485575" y="1824309"/>
            <a:ext cx="373772" cy="284050"/>
            <a:chOff x="3531200" y="1999759"/>
            <a:chExt cx="373772" cy="284050"/>
          </a:xfrm>
        </p:grpSpPr>
        <p:sp>
          <p:nvSpPr>
            <p:cNvPr id="10792" name="Google Shape;10792;p63"/>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63"/>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63"/>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63"/>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6" name="Google Shape;10796;p63"/>
          <p:cNvGrpSpPr/>
          <p:nvPr/>
        </p:nvGrpSpPr>
        <p:grpSpPr>
          <a:xfrm>
            <a:off x="2667058" y="1324843"/>
            <a:ext cx="330231" cy="359015"/>
            <a:chOff x="2667058" y="1500293"/>
            <a:chExt cx="330231" cy="359015"/>
          </a:xfrm>
        </p:grpSpPr>
        <p:sp>
          <p:nvSpPr>
            <p:cNvPr id="10797" name="Google Shape;10797;p63"/>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63"/>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63"/>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63"/>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63"/>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63"/>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63"/>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6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6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63"/>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63"/>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6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6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63"/>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63"/>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63"/>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63"/>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63"/>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5" name="Google Shape;10815;p63"/>
          <p:cNvGrpSpPr/>
          <p:nvPr/>
        </p:nvGrpSpPr>
        <p:grpSpPr>
          <a:xfrm>
            <a:off x="3567553" y="1324462"/>
            <a:ext cx="320022" cy="359778"/>
            <a:chOff x="3567553" y="1499912"/>
            <a:chExt cx="320022" cy="359778"/>
          </a:xfrm>
        </p:grpSpPr>
        <p:sp>
          <p:nvSpPr>
            <p:cNvPr id="10816" name="Google Shape;10816;p63"/>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63"/>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63"/>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63"/>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63"/>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63"/>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2" name="Google Shape;10822;p63"/>
          <p:cNvGrpSpPr/>
          <p:nvPr/>
        </p:nvGrpSpPr>
        <p:grpSpPr>
          <a:xfrm>
            <a:off x="1309875" y="1324462"/>
            <a:ext cx="359015" cy="358633"/>
            <a:chOff x="1309875" y="1499912"/>
            <a:chExt cx="359015" cy="358633"/>
          </a:xfrm>
        </p:grpSpPr>
        <p:sp>
          <p:nvSpPr>
            <p:cNvPr id="10823" name="Google Shape;10823;p63"/>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63"/>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63"/>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63"/>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63"/>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63"/>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63"/>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63"/>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63"/>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2" name="Google Shape;10832;p63"/>
          <p:cNvGrpSpPr/>
          <p:nvPr/>
        </p:nvGrpSpPr>
        <p:grpSpPr>
          <a:xfrm>
            <a:off x="2219466" y="1324843"/>
            <a:ext cx="330613" cy="359015"/>
            <a:chOff x="2219466" y="1500293"/>
            <a:chExt cx="330613" cy="359015"/>
          </a:xfrm>
        </p:grpSpPr>
        <p:sp>
          <p:nvSpPr>
            <p:cNvPr id="10833" name="Google Shape;10833;p63"/>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63"/>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5" name="Google Shape;10835;p63"/>
          <p:cNvGrpSpPr/>
          <p:nvPr/>
        </p:nvGrpSpPr>
        <p:grpSpPr>
          <a:xfrm>
            <a:off x="5343544" y="1333908"/>
            <a:ext cx="244676" cy="351095"/>
            <a:chOff x="5343544" y="1509358"/>
            <a:chExt cx="244676" cy="351095"/>
          </a:xfrm>
        </p:grpSpPr>
        <p:sp>
          <p:nvSpPr>
            <p:cNvPr id="10836" name="Google Shape;10836;p63"/>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63"/>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63"/>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9" name="Google Shape;10839;p63"/>
          <p:cNvGrpSpPr/>
          <p:nvPr/>
        </p:nvGrpSpPr>
        <p:grpSpPr>
          <a:xfrm>
            <a:off x="4882340" y="1333908"/>
            <a:ext cx="246171" cy="351095"/>
            <a:chOff x="4882340" y="1509358"/>
            <a:chExt cx="246171" cy="351095"/>
          </a:xfrm>
        </p:grpSpPr>
        <p:sp>
          <p:nvSpPr>
            <p:cNvPr id="10840" name="Google Shape;10840;p63"/>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63"/>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63"/>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63"/>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63"/>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5" name="Google Shape;10845;p63"/>
          <p:cNvGrpSpPr/>
          <p:nvPr/>
        </p:nvGrpSpPr>
        <p:grpSpPr>
          <a:xfrm>
            <a:off x="6273204" y="1333558"/>
            <a:ext cx="236343" cy="351445"/>
            <a:chOff x="6273204" y="1509008"/>
            <a:chExt cx="236343" cy="351445"/>
          </a:xfrm>
        </p:grpSpPr>
        <p:sp>
          <p:nvSpPr>
            <p:cNvPr id="10846" name="Google Shape;10846;p63"/>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63"/>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48" name="Google Shape;10848;p63"/>
          <p:cNvSpPr/>
          <p:nvPr/>
        </p:nvSpPr>
        <p:spPr>
          <a:xfrm>
            <a:off x="5809710" y="133428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49" name="Google Shape;10849;p63"/>
          <p:cNvGrpSpPr/>
          <p:nvPr/>
        </p:nvGrpSpPr>
        <p:grpSpPr>
          <a:xfrm>
            <a:off x="7219530" y="1332794"/>
            <a:ext cx="191625" cy="352209"/>
            <a:chOff x="7219530" y="1508244"/>
            <a:chExt cx="191625" cy="352209"/>
          </a:xfrm>
        </p:grpSpPr>
        <p:sp>
          <p:nvSpPr>
            <p:cNvPr id="10850" name="Google Shape;10850;p63"/>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63"/>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2" name="Google Shape;10852;p63"/>
          <p:cNvGrpSpPr/>
          <p:nvPr/>
        </p:nvGrpSpPr>
        <p:grpSpPr>
          <a:xfrm>
            <a:off x="7699309" y="1333176"/>
            <a:ext cx="154922" cy="351827"/>
            <a:chOff x="7699309" y="1508626"/>
            <a:chExt cx="154922" cy="351827"/>
          </a:xfrm>
        </p:grpSpPr>
        <p:sp>
          <p:nvSpPr>
            <p:cNvPr id="10853" name="Google Shape;10853;p63"/>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63"/>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63"/>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63"/>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63"/>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63"/>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63"/>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0" name="Google Shape;10860;p63"/>
          <p:cNvGrpSpPr/>
          <p:nvPr/>
        </p:nvGrpSpPr>
        <p:grpSpPr>
          <a:xfrm>
            <a:off x="8161690" y="1333558"/>
            <a:ext cx="153396" cy="351064"/>
            <a:chOff x="8161690" y="1509008"/>
            <a:chExt cx="153396" cy="351064"/>
          </a:xfrm>
        </p:grpSpPr>
        <p:sp>
          <p:nvSpPr>
            <p:cNvPr id="10861" name="Google Shape;10861;p63"/>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63"/>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63"/>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63"/>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5" name="Google Shape;10865;p63"/>
          <p:cNvGrpSpPr/>
          <p:nvPr/>
        </p:nvGrpSpPr>
        <p:grpSpPr>
          <a:xfrm>
            <a:off x="6746940" y="1333431"/>
            <a:ext cx="213221" cy="352304"/>
            <a:chOff x="6746940" y="1508881"/>
            <a:chExt cx="213221" cy="352304"/>
          </a:xfrm>
        </p:grpSpPr>
        <p:sp>
          <p:nvSpPr>
            <p:cNvPr id="10866" name="Google Shape;10866;p63"/>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63"/>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63"/>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63"/>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0" name="Google Shape;10870;p63"/>
          <p:cNvGrpSpPr/>
          <p:nvPr/>
        </p:nvGrpSpPr>
        <p:grpSpPr>
          <a:xfrm>
            <a:off x="5770336" y="1832165"/>
            <a:ext cx="350682" cy="292097"/>
            <a:chOff x="5770336" y="2007615"/>
            <a:chExt cx="350682" cy="292097"/>
          </a:xfrm>
        </p:grpSpPr>
        <p:sp>
          <p:nvSpPr>
            <p:cNvPr id="10871" name="Google Shape;10871;p63"/>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63"/>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63"/>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63"/>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5" name="Google Shape;10875;p63"/>
          <p:cNvGrpSpPr/>
          <p:nvPr/>
        </p:nvGrpSpPr>
        <p:grpSpPr>
          <a:xfrm>
            <a:off x="5326878" y="1804908"/>
            <a:ext cx="350332" cy="346229"/>
            <a:chOff x="5326878" y="1980358"/>
            <a:chExt cx="350332" cy="346229"/>
          </a:xfrm>
        </p:grpSpPr>
        <p:sp>
          <p:nvSpPr>
            <p:cNvPr id="10876" name="Google Shape;10876;p63"/>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63"/>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63"/>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63"/>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80" name="Google Shape;10880;p63"/>
          <p:cNvSpPr/>
          <p:nvPr/>
        </p:nvSpPr>
        <p:spPr>
          <a:xfrm>
            <a:off x="7992774" y="180233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81" name="Google Shape;10881;p63"/>
          <p:cNvGrpSpPr/>
          <p:nvPr/>
        </p:nvGrpSpPr>
        <p:grpSpPr>
          <a:xfrm>
            <a:off x="4883835" y="1817121"/>
            <a:ext cx="350300" cy="323043"/>
            <a:chOff x="4883835" y="1992571"/>
            <a:chExt cx="350300" cy="323043"/>
          </a:xfrm>
        </p:grpSpPr>
        <p:sp>
          <p:nvSpPr>
            <p:cNvPr id="10882" name="Google Shape;10882;p63"/>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63"/>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63"/>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63"/>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63"/>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63"/>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8" name="Google Shape;10888;p63"/>
          <p:cNvGrpSpPr/>
          <p:nvPr/>
        </p:nvGrpSpPr>
        <p:grpSpPr>
          <a:xfrm>
            <a:off x="7548967" y="1803477"/>
            <a:ext cx="333285" cy="349950"/>
            <a:chOff x="7548967" y="1978927"/>
            <a:chExt cx="333285" cy="349950"/>
          </a:xfrm>
        </p:grpSpPr>
        <p:sp>
          <p:nvSpPr>
            <p:cNvPr id="10889" name="Google Shape;10889;p63"/>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63"/>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63"/>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63"/>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63"/>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63"/>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63"/>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6" name="Google Shape;10896;p63"/>
          <p:cNvGrpSpPr/>
          <p:nvPr/>
        </p:nvGrpSpPr>
        <p:grpSpPr>
          <a:xfrm>
            <a:off x="6214142" y="1803477"/>
            <a:ext cx="346515" cy="350300"/>
            <a:chOff x="6214142" y="1978927"/>
            <a:chExt cx="346515" cy="350300"/>
          </a:xfrm>
        </p:grpSpPr>
        <p:sp>
          <p:nvSpPr>
            <p:cNvPr id="10897" name="Google Shape;10897;p63"/>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63"/>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9" name="Google Shape;10899;p63"/>
          <p:cNvGrpSpPr/>
          <p:nvPr/>
        </p:nvGrpSpPr>
        <p:grpSpPr>
          <a:xfrm>
            <a:off x="7105923" y="1803095"/>
            <a:ext cx="333285" cy="350682"/>
            <a:chOff x="7105923" y="1978545"/>
            <a:chExt cx="333285" cy="350682"/>
          </a:xfrm>
        </p:grpSpPr>
        <p:sp>
          <p:nvSpPr>
            <p:cNvPr id="10900" name="Google Shape;10900;p63"/>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63"/>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63"/>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63"/>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63"/>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63"/>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63"/>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07" name="Google Shape;10907;p63"/>
          <p:cNvSpPr/>
          <p:nvPr/>
        </p:nvSpPr>
        <p:spPr>
          <a:xfrm>
            <a:off x="6658713" y="180309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63"/>
          <p:cNvSpPr/>
          <p:nvPr/>
        </p:nvSpPr>
        <p:spPr>
          <a:xfrm>
            <a:off x="4104898" y="224680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09" name="Google Shape;10909;p63"/>
          <p:cNvGrpSpPr/>
          <p:nvPr/>
        </p:nvGrpSpPr>
        <p:grpSpPr>
          <a:xfrm>
            <a:off x="3616406" y="2246902"/>
            <a:ext cx="203393" cy="351827"/>
            <a:chOff x="3616406" y="2422352"/>
            <a:chExt cx="203393" cy="351827"/>
          </a:xfrm>
        </p:grpSpPr>
        <p:sp>
          <p:nvSpPr>
            <p:cNvPr id="10910" name="Google Shape;10910;p63"/>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63"/>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2" name="Google Shape;10912;p63"/>
          <p:cNvGrpSpPr/>
          <p:nvPr/>
        </p:nvGrpSpPr>
        <p:grpSpPr>
          <a:xfrm>
            <a:off x="878187" y="2246520"/>
            <a:ext cx="272696" cy="351827"/>
            <a:chOff x="913012" y="2421970"/>
            <a:chExt cx="272696" cy="351827"/>
          </a:xfrm>
        </p:grpSpPr>
        <p:sp>
          <p:nvSpPr>
            <p:cNvPr id="10913" name="Google Shape;10913;p63"/>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63"/>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63"/>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63"/>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7" name="Google Shape;10917;p63"/>
          <p:cNvGrpSpPr/>
          <p:nvPr/>
        </p:nvGrpSpPr>
        <p:grpSpPr>
          <a:xfrm>
            <a:off x="2274743" y="2246902"/>
            <a:ext cx="255649" cy="351445"/>
            <a:chOff x="2274743" y="2422352"/>
            <a:chExt cx="255649" cy="351445"/>
          </a:xfrm>
        </p:grpSpPr>
        <p:sp>
          <p:nvSpPr>
            <p:cNvPr id="10918" name="Google Shape;10918;p63"/>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63"/>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63"/>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1" name="Google Shape;10921;p63"/>
          <p:cNvGrpSpPr/>
          <p:nvPr/>
        </p:nvGrpSpPr>
        <p:grpSpPr>
          <a:xfrm>
            <a:off x="2708723" y="2245789"/>
            <a:ext cx="246552" cy="352558"/>
            <a:chOff x="2708723" y="2421239"/>
            <a:chExt cx="246552" cy="352558"/>
          </a:xfrm>
        </p:grpSpPr>
        <p:sp>
          <p:nvSpPr>
            <p:cNvPr id="10922" name="Google Shape;10922;p63"/>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63"/>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4" name="Google Shape;10924;p63"/>
          <p:cNvGrpSpPr/>
          <p:nvPr/>
        </p:nvGrpSpPr>
        <p:grpSpPr>
          <a:xfrm>
            <a:off x="1835485" y="2246902"/>
            <a:ext cx="259433" cy="350714"/>
            <a:chOff x="1835485" y="2422352"/>
            <a:chExt cx="259433" cy="350714"/>
          </a:xfrm>
        </p:grpSpPr>
        <p:sp>
          <p:nvSpPr>
            <p:cNvPr id="10925" name="Google Shape;10925;p63"/>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63"/>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63"/>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63"/>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63"/>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63"/>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63"/>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2" name="Google Shape;10932;p63"/>
          <p:cNvGrpSpPr/>
          <p:nvPr/>
        </p:nvGrpSpPr>
        <p:grpSpPr>
          <a:xfrm>
            <a:off x="3150240" y="2246902"/>
            <a:ext cx="212489" cy="351445"/>
            <a:chOff x="3150240" y="2422352"/>
            <a:chExt cx="212489" cy="351445"/>
          </a:xfrm>
        </p:grpSpPr>
        <p:sp>
          <p:nvSpPr>
            <p:cNvPr id="10933" name="Google Shape;10933;p63"/>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63"/>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5" name="Google Shape;10935;p63"/>
          <p:cNvGrpSpPr/>
          <p:nvPr/>
        </p:nvGrpSpPr>
        <p:grpSpPr>
          <a:xfrm>
            <a:off x="1367060" y="2246679"/>
            <a:ext cx="269261" cy="352050"/>
            <a:chOff x="1367060" y="2422129"/>
            <a:chExt cx="269261" cy="352050"/>
          </a:xfrm>
        </p:grpSpPr>
        <p:sp>
          <p:nvSpPr>
            <p:cNvPr id="10936" name="Google Shape;10936;p63"/>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63"/>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63"/>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63"/>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63"/>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63"/>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63"/>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63"/>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63"/>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63"/>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63"/>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63"/>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63"/>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63"/>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50" name="Google Shape;10950;p63"/>
          <p:cNvSpPr/>
          <p:nvPr/>
        </p:nvSpPr>
        <p:spPr>
          <a:xfrm>
            <a:off x="7075994" y="225046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51" name="Google Shape;10951;p63"/>
          <p:cNvGrpSpPr/>
          <p:nvPr/>
        </p:nvGrpSpPr>
        <p:grpSpPr>
          <a:xfrm>
            <a:off x="4882690" y="2249955"/>
            <a:ext cx="274573" cy="350682"/>
            <a:chOff x="4882690" y="2425405"/>
            <a:chExt cx="274573" cy="350682"/>
          </a:xfrm>
        </p:grpSpPr>
        <p:sp>
          <p:nvSpPr>
            <p:cNvPr id="10952" name="Google Shape;10952;p63"/>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63"/>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4" name="Google Shape;10954;p63"/>
          <p:cNvGrpSpPr/>
          <p:nvPr/>
        </p:nvGrpSpPr>
        <p:grpSpPr>
          <a:xfrm>
            <a:off x="6627639" y="2268434"/>
            <a:ext cx="355993" cy="313247"/>
            <a:chOff x="6627639" y="2443884"/>
            <a:chExt cx="355993" cy="313247"/>
          </a:xfrm>
        </p:grpSpPr>
        <p:sp>
          <p:nvSpPr>
            <p:cNvPr id="10955" name="Google Shape;10955;p63"/>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63"/>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63"/>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8" name="Google Shape;10958;p63"/>
          <p:cNvGrpSpPr/>
          <p:nvPr/>
        </p:nvGrpSpPr>
        <p:grpSpPr>
          <a:xfrm>
            <a:off x="6183451" y="2286690"/>
            <a:ext cx="351445" cy="277976"/>
            <a:chOff x="6183451" y="2462140"/>
            <a:chExt cx="351445" cy="277976"/>
          </a:xfrm>
        </p:grpSpPr>
        <p:sp>
          <p:nvSpPr>
            <p:cNvPr id="10959" name="Google Shape;10959;p63"/>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63"/>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63"/>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63"/>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63"/>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63"/>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63"/>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6" name="Google Shape;10966;p63"/>
          <p:cNvGrpSpPr/>
          <p:nvPr/>
        </p:nvGrpSpPr>
        <p:grpSpPr>
          <a:xfrm>
            <a:off x="5735477" y="2254408"/>
            <a:ext cx="353354" cy="341299"/>
            <a:chOff x="5735477" y="2429858"/>
            <a:chExt cx="353354" cy="341299"/>
          </a:xfrm>
        </p:grpSpPr>
        <p:sp>
          <p:nvSpPr>
            <p:cNvPr id="10967" name="Google Shape;10967;p63"/>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63"/>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63"/>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63"/>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63"/>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63"/>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3" name="Google Shape;10973;p63"/>
          <p:cNvGrpSpPr/>
          <p:nvPr/>
        </p:nvGrpSpPr>
        <p:grpSpPr>
          <a:xfrm>
            <a:off x="5243735" y="2271523"/>
            <a:ext cx="405255" cy="275499"/>
            <a:chOff x="5283337" y="2478774"/>
            <a:chExt cx="358633" cy="243913"/>
          </a:xfrm>
        </p:grpSpPr>
        <p:sp>
          <p:nvSpPr>
            <p:cNvPr id="10974" name="Google Shape;10974;p63"/>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63"/>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63"/>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63"/>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63"/>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63"/>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63"/>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63"/>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63"/>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63"/>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63"/>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63"/>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63"/>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63"/>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63"/>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63"/>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63"/>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1" name="Google Shape;10991;p63"/>
          <p:cNvGrpSpPr/>
          <p:nvPr/>
        </p:nvGrpSpPr>
        <p:grpSpPr>
          <a:xfrm>
            <a:off x="7964753" y="2295373"/>
            <a:ext cx="362068" cy="258670"/>
            <a:chOff x="7964753" y="2470823"/>
            <a:chExt cx="362068" cy="258670"/>
          </a:xfrm>
        </p:grpSpPr>
        <p:sp>
          <p:nvSpPr>
            <p:cNvPr id="10992" name="Google Shape;10992;p63"/>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63"/>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63"/>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63"/>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63"/>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63"/>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63"/>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63"/>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63"/>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1" name="Google Shape;11001;p63"/>
          <p:cNvGrpSpPr/>
          <p:nvPr/>
        </p:nvGrpSpPr>
        <p:grpSpPr>
          <a:xfrm>
            <a:off x="7524349" y="2280997"/>
            <a:ext cx="350332" cy="288948"/>
            <a:chOff x="7524349" y="2456447"/>
            <a:chExt cx="350332" cy="288948"/>
          </a:xfrm>
        </p:grpSpPr>
        <p:sp>
          <p:nvSpPr>
            <p:cNvPr id="11002" name="Google Shape;11002;p63"/>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63"/>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63"/>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63"/>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63"/>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7" name="Google Shape;11007;p63"/>
          <p:cNvGrpSpPr/>
          <p:nvPr/>
        </p:nvGrpSpPr>
        <p:grpSpPr>
          <a:xfrm>
            <a:off x="3972749" y="2719143"/>
            <a:ext cx="355230" cy="356725"/>
            <a:chOff x="3972749" y="2894211"/>
            <a:chExt cx="355230" cy="356725"/>
          </a:xfrm>
        </p:grpSpPr>
        <p:sp>
          <p:nvSpPr>
            <p:cNvPr id="11008" name="Google Shape;11008;p63"/>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63"/>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63"/>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63"/>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63"/>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3" name="Google Shape;11013;p63"/>
          <p:cNvGrpSpPr/>
          <p:nvPr/>
        </p:nvGrpSpPr>
        <p:grpSpPr>
          <a:xfrm>
            <a:off x="3527797" y="2743553"/>
            <a:ext cx="355993" cy="307904"/>
            <a:chOff x="3527797" y="2918796"/>
            <a:chExt cx="355993" cy="307904"/>
          </a:xfrm>
        </p:grpSpPr>
        <p:sp>
          <p:nvSpPr>
            <p:cNvPr id="11014" name="Google Shape;11014;p63"/>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63"/>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63"/>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63"/>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63"/>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63"/>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63"/>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63"/>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63"/>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63"/>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4" name="Google Shape;11024;p63"/>
          <p:cNvGrpSpPr/>
          <p:nvPr/>
        </p:nvGrpSpPr>
        <p:grpSpPr>
          <a:xfrm>
            <a:off x="3082845" y="2746336"/>
            <a:ext cx="356375" cy="302338"/>
            <a:chOff x="3082845" y="2920959"/>
            <a:chExt cx="356375" cy="302338"/>
          </a:xfrm>
        </p:grpSpPr>
        <p:sp>
          <p:nvSpPr>
            <p:cNvPr id="11025" name="Google Shape;11025;p63"/>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63"/>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7" name="Google Shape;11027;p63"/>
          <p:cNvGrpSpPr/>
          <p:nvPr/>
        </p:nvGrpSpPr>
        <p:grpSpPr>
          <a:xfrm>
            <a:off x="2639038" y="2719699"/>
            <a:ext cx="355612" cy="355612"/>
            <a:chOff x="2639038" y="2894942"/>
            <a:chExt cx="355612" cy="355612"/>
          </a:xfrm>
        </p:grpSpPr>
        <p:sp>
          <p:nvSpPr>
            <p:cNvPr id="11028" name="Google Shape;11028;p63"/>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63"/>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0" name="Google Shape;11030;p63"/>
          <p:cNvGrpSpPr/>
          <p:nvPr/>
        </p:nvGrpSpPr>
        <p:grpSpPr>
          <a:xfrm>
            <a:off x="2194468" y="2763622"/>
            <a:ext cx="355993" cy="267766"/>
            <a:chOff x="2194468" y="2938865"/>
            <a:chExt cx="355993" cy="267766"/>
          </a:xfrm>
        </p:grpSpPr>
        <p:sp>
          <p:nvSpPr>
            <p:cNvPr id="11031" name="Google Shape;11031;p63"/>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63"/>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63"/>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63"/>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63"/>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63"/>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63"/>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63"/>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63"/>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63"/>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63"/>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63"/>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63"/>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63"/>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63"/>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63"/>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63"/>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63"/>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63"/>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63"/>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1" name="Google Shape;11051;p63"/>
          <p:cNvGrpSpPr/>
          <p:nvPr/>
        </p:nvGrpSpPr>
        <p:grpSpPr>
          <a:xfrm>
            <a:off x="1749897" y="2719699"/>
            <a:ext cx="355993" cy="355612"/>
            <a:chOff x="1749897" y="2894561"/>
            <a:chExt cx="355993" cy="355612"/>
          </a:xfrm>
        </p:grpSpPr>
        <p:sp>
          <p:nvSpPr>
            <p:cNvPr id="11052" name="Google Shape;11052;p63"/>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63"/>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63"/>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63"/>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63"/>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63"/>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63"/>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63"/>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63"/>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63"/>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63"/>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3" name="Google Shape;11063;p63"/>
          <p:cNvGrpSpPr/>
          <p:nvPr/>
        </p:nvGrpSpPr>
        <p:grpSpPr>
          <a:xfrm>
            <a:off x="1305327" y="2718761"/>
            <a:ext cx="357520" cy="357488"/>
            <a:chOff x="1305327" y="2894211"/>
            <a:chExt cx="357520" cy="357488"/>
          </a:xfrm>
        </p:grpSpPr>
        <p:sp>
          <p:nvSpPr>
            <p:cNvPr id="11064" name="Google Shape;11064;p63"/>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63"/>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63"/>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63"/>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63"/>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9" name="Google Shape;11069;p63"/>
          <p:cNvGrpSpPr/>
          <p:nvPr/>
        </p:nvGrpSpPr>
        <p:grpSpPr>
          <a:xfrm>
            <a:off x="853950" y="2720860"/>
            <a:ext cx="364104" cy="353290"/>
            <a:chOff x="853950" y="2894720"/>
            <a:chExt cx="364104" cy="353290"/>
          </a:xfrm>
        </p:grpSpPr>
        <p:sp>
          <p:nvSpPr>
            <p:cNvPr id="11070" name="Google Shape;11070;p63"/>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63"/>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63"/>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63"/>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63"/>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63"/>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63"/>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7" name="Google Shape;11077;p63"/>
          <p:cNvGrpSpPr/>
          <p:nvPr/>
        </p:nvGrpSpPr>
        <p:grpSpPr>
          <a:xfrm>
            <a:off x="7066548" y="2737144"/>
            <a:ext cx="352209" cy="334938"/>
            <a:chOff x="7066548" y="2912594"/>
            <a:chExt cx="352209" cy="334938"/>
          </a:xfrm>
        </p:grpSpPr>
        <p:sp>
          <p:nvSpPr>
            <p:cNvPr id="11078" name="Google Shape;11078;p63"/>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63"/>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63"/>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63"/>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63"/>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63"/>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84" name="Google Shape;11084;p63"/>
          <p:cNvSpPr/>
          <p:nvPr/>
        </p:nvSpPr>
        <p:spPr>
          <a:xfrm>
            <a:off x="6591286" y="270852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63"/>
          <p:cNvSpPr/>
          <p:nvPr/>
        </p:nvSpPr>
        <p:spPr>
          <a:xfrm>
            <a:off x="6134980" y="272633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86" name="Google Shape;11086;p63"/>
          <p:cNvGrpSpPr/>
          <p:nvPr/>
        </p:nvGrpSpPr>
        <p:grpSpPr>
          <a:xfrm>
            <a:off x="7541397" y="2729352"/>
            <a:ext cx="318495" cy="352209"/>
            <a:chOff x="7541397" y="2904802"/>
            <a:chExt cx="318495" cy="352209"/>
          </a:xfrm>
        </p:grpSpPr>
        <p:sp>
          <p:nvSpPr>
            <p:cNvPr id="11087" name="Google Shape;11087;p63"/>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63"/>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9" name="Google Shape;11089;p63"/>
          <p:cNvGrpSpPr/>
          <p:nvPr/>
        </p:nvGrpSpPr>
        <p:grpSpPr>
          <a:xfrm>
            <a:off x="8003015" y="2728589"/>
            <a:ext cx="306759" cy="351445"/>
            <a:chOff x="8003015" y="2904039"/>
            <a:chExt cx="306759" cy="351445"/>
          </a:xfrm>
        </p:grpSpPr>
        <p:sp>
          <p:nvSpPr>
            <p:cNvPr id="11090" name="Google Shape;11090;p63"/>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63"/>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63"/>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63"/>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63"/>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63"/>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6" name="Google Shape;11096;p63"/>
          <p:cNvGrpSpPr/>
          <p:nvPr/>
        </p:nvGrpSpPr>
        <p:grpSpPr>
          <a:xfrm>
            <a:off x="5687770" y="2710046"/>
            <a:ext cx="369638" cy="369606"/>
            <a:chOff x="5687770" y="2885496"/>
            <a:chExt cx="369638" cy="369606"/>
          </a:xfrm>
        </p:grpSpPr>
        <p:sp>
          <p:nvSpPr>
            <p:cNvPr id="11097" name="Google Shape;11097;p63"/>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63"/>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63"/>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63"/>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63"/>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63"/>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63"/>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63"/>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63"/>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63"/>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7" name="Google Shape;11107;p63"/>
          <p:cNvGrpSpPr/>
          <p:nvPr/>
        </p:nvGrpSpPr>
        <p:grpSpPr>
          <a:xfrm>
            <a:off x="4881958" y="2729352"/>
            <a:ext cx="156417" cy="349537"/>
            <a:chOff x="4881958" y="2904802"/>
            <a:chExt cx="156417" cy="349537"/>
          </a:xfrm>
        </p:grpSpPr>
        <p:sp>
          <p:nvSpPr>
            <p:cNvPr id="11108" name="Google Shape;11108;p63"/>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63"/>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63"/>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63"/>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63"/>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63"/>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63"/>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5" name="Google Shape;11115;p63"/>
          <p:cNvGrpSpPr/>
          <p:nvPr/>
        </p:nvGrpSpPr>
        <p:grpSpPr>
          <a:xfrm>
            <a:off x="5230318" y="2711064"/>
            <a:ext cx="371133" cy="367443"/>
            <a:chOff x="5230318" y="2886514"/>
            <a:chExt cx="371133" cy="367443"/>
          </a:xfrm>
        </p:grpSpPr>
        <p:sp>
          <p:nvSpPr>
            <p:cNvPr id="11116" name="Google Shape;11116;p63"/>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63"/>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63"/>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63"/>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63"/>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63"/>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63"/>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63"/>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63"/>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5" name="Google Shape;11125;p63"/>
          <p:cNvGrpSpPr/>
          <p:nvPr/>
        </p:nvGrpSpPr>
        <p:grpSpPr>
          <a:xfrm>
            <a:off x="5748358" y="3259128"/>
            <a:ext cx="352590" cy="182561"/>
            <a:chOff x="5748358" y="3434578"/>
            <a:chExt cx="352590" cy="182561"/>
          </a:xfrm>
        </p:grpSpPr>
        <p:sp>
          <p:nvSpPr>
            <p:cNvPr id="11126" name="Google Shape;11126;p63"/>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63"/>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63"/>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63"/>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63"/>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63"/>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2" name="Google Shape;11132;p63"/>
          <p:cNvGrpSpPr/>
          <p:nvPr/>
        </p:nvGrpSpPr>
        <p:grpSpPr>
          <a:xfrm>
            <a:off x="862283" y="4099321"/>
            <a:ext cx="341204" cy="359301"/>
            <a:chOff x="862283" y="4274771"/>
            <a:chExt cx="341204" cy="359301"/>
          </a:xfrm>
        </p:grpSpPr>
        <p:sp>
          <p:nvSpPr>
            <p:cNvPr id="11133" name="Google Shape;11133;p63"/>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63"/>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63"/>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6" name="Google Shape;11136;p63"/>
          <p:cNvGrpSpPr/>
          <p:nvPr/>
        </p:nvGrpSpPr>
        <p:grpSpPr>
          <a:xfrm>
            <a:off x="1396957" y="4111915"/>
            <a:ext cx="301861" cy="332871"/>
            <a:chOff x="1396957" y="4287365"/>
            <a:chExt cx="301861" cy="332871"/>
          </a:xfrm>
        </p:grpSpPr>
        <p:sp>
          <p:nvSpPr>
            <p:cNvPr id="11137" name="Google Shape;11137;p63"/>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63"/>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63"/>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63"/>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63"/>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63"/>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63"/>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63"/>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63"/>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63"/>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63"/>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63"/>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63"/>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63"/>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63"/>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2" name="Google Shape;11152;p63"/>
          <p:cNvGrpSpPr/>
          <p:nvPr/>
        </p:nvGrpSpPr>
        <p:grpSpPr>
          <a:xfrm>
            <a:off x="1865381" y="4102056"/>
            <a:ext cx="396131" cy="355612"/>
            <a:chOff x="1865381" y="4277506"/>
            <a:chExt cx="396131" cy="355612"/>
          </a:xfrm>
        </p:grpSpPr>
        <p:sp>
          <p:nvSpPr>
            <p:cNvPr id="11153" name="Google Shape;11153;p63"/>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63"/>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63"/>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63"/>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63"/>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63"/>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9" name="Google Shape;11159;p63"/>
          <p:cNvGrpSpPr/>
          <p:nvPr/>
        </p:nvGrpSpPr>
        <p:grpSpPr>
          <a:xfrm>
            <a:off x="2411823" y="4128549"/>
            <a:ext cx="334398" cy="299953"/>
            <a:chOff x="2411823" y="4303999"/>
            <a:chExt cx="334398" cy="299953"/>
          </a:xfrm>
        </p:grpSpPr>
        <p:sp>
          <p:nvSpPr>
            <p:cNvPr id="11160" name="Google Shape;11160;p63"/>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63"/>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63"/>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63"/>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63"/>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63"/>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63"/>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7" name="Google Shape;11167;p63"/>
          <p:cNvGrpSpPr/>
          <p:nvPr/>
        </p:nvGrpSpPr>
        <p:grpSpPr>
          <a:xfrm>
            <a:off x="2903337" y="4103582"/>
            <a:ext cx="382519" cy="350682"/>
            <a:chOff x="2903337" y="4279032"/>
            <a:chExt cx="382519" cy="350682"/>
          </a:xfrm>
        </p:grpSpPr>
        <p:sp>
          <p:nvSpPr>
            <p:cNvPr id="11168" name="Google Shape;11168;p63"/>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63"/>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63"/>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63"/>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63"/>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63"/>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63"/>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63"/>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63"/>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63"/>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63"/>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63"/>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63"/>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63"/>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63"/>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3" name="Google Shape;11183;p63"/>
          <p:cNvGrpSpPr/>
          <p:nvPr/>
        </p:nvGrpSpPr>
        <p:grpSpPr>
          <a:xfrm>
            <a:off x="3933342" y="4140317"/>
            <a:ext cx="383632" cy="276449"/>
            <a:chOff x="3933342" y="4315767"/>
            <a:chExt cx="383632" cy="276449"/>
          </a:xfrm>
        </p:grpSpPr>
        <p:sp>
          <p:nvSpPr>
            <p:cNvPr id="11184" name="Google Shape;11184;p63"/>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63"/>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63"/>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63"/>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63"/>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63"/>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0" name="Google Shape;11190;p63"/>
          <p:cNvGrpSpPr/>
          <p:nvPr/>
        </p:nvGrpSpPr>
        <p:grpSpPr>
          <a:xfrm>
            <a:off x="3441065" y="4127055"/>
            <a:ext cx="337069" cy="302593"/>
            <a:chOff x="3441065" y="4302505"/>
            <a:chExt cx="337069" cy="302593"/>
          </a:xfrm>
        </p:grpSpPr>
        <p:sp>
          <p:nvSpPr>
            <p:cNvPr id="11191" name="Google Shape;11191;p63"/>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63"/>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63"/>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63"/>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63"/>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63"/>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63"/>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63"/>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63"/>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63"/>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63"/>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63"/>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63"/>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4" name="Google Shape;11204;p63"/>
          <p:cNvGrpSpPr/>
          <p:nvPr/>
        </p:nvGrpSpPr>
        <p:grpSpPr>
          <a:xfrm>
            <a:off x="3532345" y="3187185"/>
            <a:ext cx="339328" cy="336274"/>
            <a:chOff x="3532345" y="3362635"/>
            <a:chExt cx="339328" cy="336274"/>
          </a:xfrm>
        </p:grpSpPr>
        <p:sp>
          <p:nvSpPr>
            <p:cNvPr id="11205" name="Google Shape;11205;p63"/>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63"/>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63"/>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63"/>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63"/>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10" name="Google Shape;11210;p63"/>
          <p:cNvSpPr/>
          <p:nvPr/>
        </p:nvSpPr>
        <p:spPr>
          <a:xfrm>
            <a:off x="3968964" y="317449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11" name="Google Shape;11211;p63"/>
          <p:cNvGrpSpPr/>
          <p:nvPr/>
        </p:nvGrpSpPr>
        <p:grpSpPr>
          <a:xfrm>
            <a:off x="1883955" y="3633250"/>
            <a:ext cx="162873" cy="351445"/>
            <a:chOff x="1883955" y="3808700"/>
            <a:chExt cx="162873" cy="351445"/>
          </a:xfrm>
        </p:grpSpPr>
        <p:sp>
          <p:nvSpPr>
            <p:cNvPr id="11212" name="Google Shape;11212;p63"/>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63"/>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4" name="Google Shape;11214;p63"/>
          <p:cNvGrpSpPr/>
          <p:nvPr/>
        </p:nvGrpSpPr>
        <p:grpSpPr>
          <a:xfrm>
            <a:off x="939156" y="3633759"/>
            <a:ext cx="192007" cy="351318"/>
            <a:chOff x="939156" y="3809209"/>
            <a:chExt cx="192007" cy="351318"/>
          </a:xfrm>
        </p:grpSpPr>
        <p:sp>
          <p:nvSpPr>
            <p:cNvPr id="11215" name="Google Shape;11215;p63"/>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63"/>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7" name="Google Shape;11217;p63"/>
          <p:cNvGrpSpPr/>
          <p:nvPr/>
        </p:nvGrpSpPr>
        <p:grpSpPr>
          <a:xfrm>
            <a:off x="2306167" y="3634395"/>
            <a:ext cx="193915" cy="349155"/>
            <a:chOff x="2306167" y="3809845"/>
            <a:chExt cx="193915" cy="349155"/>
          </a:xfrm>
        </p:grpSpPr>
        <p:sp>
          <p:nvSpPr>
            <p:cNvPr id="11218" name="Google Shape;11218;p63"/>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63"/>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63"/>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63"/>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63"/>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63"/>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63"/>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5" name="Google Shape;11225;p63"/>
          <p:cNvGrpSpPr/>
          <p:nvPr/>
        </p:nvGrpSpPr>
        <p:grpSpPr>
          <a:xfrm>
            <a:off x="1323901" y="3631723"/>
            <a:ext cx="356343" cy="356757"/>
            <a:chOff x="1323901" y="3807173"/>
            <a:chExt cx="356343" cy="356757"/>
          </a:xfrm>
        </p:grpSpPr>
        <p:sp>
          <p:nvSpPr>
            <p:cNvPr id="11226" name="Google Shape;11226;p63"/>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63"/>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63"/>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63"/>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63"/>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63"/>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63"/>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63"/>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63"/>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63"/>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63"/>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63"/>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63"/>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63"/>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63"/>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63"/>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63"/>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63"/>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63"/>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63"/>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63"/>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63"/>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63"/>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63"/>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50" name="Google Shape;11250;p63"/>
          <p:cNvSpPr/>
          <p:nvPr/>
        </p:nvSpPr>
        <p:spPr>
          <a:xfrm>
            <a:off x="2787472" y="362946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51" name="Google Shape;11251;p63"/>
          <p:cNvGrpSpPr/>
          <p:nvPr/>
        </p:nvGrpSpPr>
        <p:grpSpPr>
          <a:xfrm>
            <a:off x="859262" y="3178470"/>
            <a:ext cx="306759" cy="351445"/>
            <a:chOff x="859262" y="3353920"/>
            <a:chExt cx="306759" cy="351445"/>
          </a:xfrm>
        </p:grpSpPr>
        <p:sp>
          <p:nvSpPr>
            <p:cNvPr id="11252" name="Google Shape;11252;p63"/>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63"/>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63"/>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63"/>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63"/>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57" name="Google Shape;11257;p63"/>
          <p:cNvSpPr/>
          <p:nvPr/>
        </p:nvSpPr>
        <p:spPr>
          <a:xfrm>
            <a:off x="1315918" y="318518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58" name="Google Shape;11258;p63"/>
          <p:cNvGrpSpPr/>
          <p:nvPr/>
        </p:nvGrpSpPr>
        <p:grpSpPr>
          <a:xfrm>
            <a:off x="3967437" y="3661652"/>
            <a:ext cx="364708" cy="295405"/>
            <a:chOff x="3967437" y="3837102"/>
            <a:chExt cx="364708" cy="295405"/>
          </a:xfrm>
        </p:grpSpPr>
        <p:sp>
          <p:nvSpPr>
            <p:cNvPr id="11259" name="Google Shape;11259;p63"/>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63"/>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63"/>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63"/>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63"/>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64" name="Google Shape;11264;p63"/>
          <p:cNvSpPr/>
          <p:nvPr/>
        </p:nvSpPr>
        <p:spPr>
          <a:xfrm>
            <a:off x="3216521" y="363248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63"/>
          <p:cNvSpPr/>
          <p:nvPr/>
        </p:nvSpPr>
        <p:spPr>
          <a:xfrm>
            <a:off x="3469466" y="365274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63"/>
          <p:cNvSpPr/>
          <p:nvPr/>
        </p:nvSpPr>
        <p:spPr>
          <a:xfrm>
            <a:off x="5314611" y="364311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67" name="Google Shape;11267;p63"/>
          <p:cNvGrpSpPr/>
          <p:nvPr/>
        </p:nvGrpSpPr>
        <p:grpSpPr>
          <a:xfrm>
            <a:off x="5811827" y="3631001"/>
            <a:ext cx="283743" cy="308444"/>
            <a:chOff x="5964227" y="3858701"/>
            <a:chExt cx="283743" cy="308444"/>
          </a:xfrm>
        </p:grpSpPr>
        <p:sp>
          <p:nvSpPr>
            <p:cNvPr id="11268" name="Google Shape;11268;p63"/>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63"/>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63"/>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63"/>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2" name="Google Shape;11272;p63"/>
          <p:cNvGrpSpPr/>
          <p:nvPr/>
        </p:nvGrpSpPr>
        <p:grpSpPr>
          <a:xfrm>
            <a:off x="6243508" y="3697623"/>
            <a:ext cx="320372" cy="213602"/>
            <a:chOff x="6395908" y="3873073"/>
            <a:chExt cx="320372" cy="213602"/>
          </a:xfrm>
        </p:grpSpPr>
        <p:sp>
          <p:nvSpPr>
            <p:cNvPr id="11273" name="Google Shape;11273;p63"/>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63"/>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63"/>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63"/>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63"/>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63"/>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63"/>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63"/>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63"/>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63"/>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3" name="Google Shape;11283;p63"/>
          <p:cNvGrpSpPr/>
          <p:nvPr/>
        </p:nvGrpSpPr>
        <p:grpSpPr>
          <a:xfrm>
            <a:off x="7262890" y="3627366"/>
            <a:ext cx="357138" cy="352018"/>
            <a:chOff x="7415290" y="3802816"/>
            <a:chExt cx="357138" cy="352018"/>
          </a:xfrm>
        </p:grpSpPr>
        <p:sp>
          <p:nvSpPr>
            <p:cNvPr id="11284" name="Google Shape;11284;p63"/>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63"/>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63"/>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63"/>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63"/>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63"/>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63"/>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63"/>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2" name="Google Shape;11292;p63"/>
          <p:cNvGrpSpPr/>
          <p:nvPr/>
        </p:nvGrpSpPr>
        <p:grpSpPr>
          <a:xfrm>
            <a:off x="6737312" y="3657963"/>
            <a:ext cx="355230" cy="293401"/>
            <a:chOff x="6889712" y="3833413"/>
            <a:chExt cx="355230" cy="293401"/>
          </a:xfrm>
        </p:grpSpPr>
        <p:sp>
          <p:nvSpPr>
            <p:cNvPr id="11293" name="Google Shape;11293;p63"/>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63"/>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63"/>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63"/>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63"/>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8" name="Google Shape;11298;p63"/>
          <p:cNvGrpSpPr/>
          <p:nvPr/>
        </p:nvGrpSpPr>
        <p:grpSpPr>
          <a:xfrm>
            <a:off x="7707152" y="3660420"/>
            <a:ext cx="282318" cy="337168"/>
            <a:chOff x="1635875" y="237775"/>
            <a:chExt cx="4370250" cy="5219325"/>
          </a:xfrm>
        </p:grpSpPr>
        <p:sp>
          <p:nvSpPr>
            <p:cNvPr id="11299" name="Google Shape;11299;p63"/>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63"/>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1" name="Google Shape;11301;p63"/>
          <p:cNvGrpSpPr/>
          <p:nvPr/>
        </p:nvGrpSpPr>
        <p:grpSpPr>
          <a:xfrm>
            <a:off x="3103963" y="3185690"/>
            <a:ext cx="297886" cy="337578"/>
            <a:chOff x="3103963" y="3361140"/>
            <a:chExt cx="297886" cy="337578"/>
          </a:xfrm>
        </p:grpSpPr>
        <p:sp>
          <p:nvSpPr>
            <p:cNvPr id="11302" name="Google Shape;11302;p63"/>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63"/>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63"/>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63"/>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63"/>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6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6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63"/>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63"/>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63"/>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63"/>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63"/>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63"/>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63"/>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63"/>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63"/>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63"/>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63"/>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6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6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63"/>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63"/>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63"/>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63"/>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6" name="Google Shape;11326;p63"/>
          <p:cNvGrpSpPr/>
          <p:nvPr/>
        </p:nvGrpSpPr>
        <p:grpSpPr>
          <a:xfrm>
            <a:off x="2667821" y="3185658"/>
            <a:ext cx="273046" cy="337801"/>
            <a:chOff x="2667821" y="3361108"/>
            <a:chExt cx="273046" cy="337801"/>
          </a:xfrm>
        </p:grpSpPr>
        <p:sp>
          <p:nvSpPr>
            <p:cNvPr id="11327" name="Google Shape;11327;p63"/>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63"/>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63"/>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63"/>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63"/>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63"/>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63"/>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63"/>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63"/>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63"/>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63"/>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63"/>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63"/>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63"/>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63"/>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63"/>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63"/>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63"/>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63"/>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6" name="Google Shape;11346;p63"/>
          <p:cNvGrpSpPr/>
          <p:nvPr/>
        </p:nvGrpSpPr>
        <p:grpSpPr>
          <a:xfrm>
            <a:off x="2212469" y="3184863"/>
            <a:ext cx="282715" cy="338660"/>
            <a:chOff x="2212469" y="3360313"/>
            <a:chExt cx="282715" cy="338660"/>
          </a:xfrm>
        </p:grpSpPr>
        <p:sp>
          <p:nvSpPr>
            <p:cNvPr id="11347" name="Google Shape;11347;p63"/>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63"/>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63"/>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0" name="Google Shape;11350;p63"/>
          <p:cNvGrpSpPr/>
          <p:nvPr/>
        </p:nvGrpSpPr>
        <p:grpSpPr>
          <a:xfrm>
            <a:off x="1768821" y="3185658"/>
            <a:ext cx="278739" cy="339073"/>
            <a:chOff x="1768821" y="3361108"/>
            <a:chExt cx="278739" cy="339073"/>
          </a:xfrm>
        </p:grpSpPr>
        <p:sp>
          <p:nvSpPr>
            <p:cNvPr id="11351" name="Google Shape;11351;p63"/>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63"/>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63"/>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63"/>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63"/>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63"/>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63"/>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63"/>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63"/>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63"/>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63"/>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2" name="Google Shape;11362;p63"/>
          <p:cNvGrpSpPr/>
          <p:nvPr/>
        </p:nvGrpSpPr>
        <p:grpSpPr>
          <a:xfrm>
            <a:off x="5337883" y="3161423"/>
            <a:ext cx="307141" cy="376826"/>
            <a:chOff x="5337883" y="3336873"/>
            <a:chExt cx="307141" cy="376826"/>
          </a:xfrm>
        </p:grpSpPr>
        <p:sp>
          <p:nvSpPr>
            <p:cNvPr id="11363" name="Google Shape;11363;p63"/>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63"/>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5" name="Google Shape;11365;p63"/>
          <p:cNvGrpSpPr/>
          <p:nvPr/>
        </p:nvGrpSpPr>
        <p:grpSpPr>
          <a:xfrm>
            <a:off x="4883835" y="3161805"/>
            <a:ext cx="323425" cy="377557"/>
            <a:chOff x="4883835" y="3337255"/>
            <a:chExt cx="323425" cy="377557"/>
          </a:xfrm>
        </p:grpSpPr>
        <p:sp>
          <p:nvSpPr>
            <p:cNvPr id="11366" name="Google Shape;11366;p63"/>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63"/>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63"/>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9" name="Google Shape;11369;p63"/>
          <p:cNvGrpSpPr/>
          <p:nvPr/>
        </p:nvGrpSpPr>
        <p:grpSpPr>
          <a:xfrm>
            <a:off x="6193310" y="3231839"/>
            <a:ext cx="352590" cy="237488"/>
            <a:chOff x="6193310" y="3407289"/>
            <a:chExt cx="352590" cy="237488"/>
          </a:xfrm>
        </p:grpSpPr>
        <p:sp>
          <p:nvSpPr>
            <p:cNvPr id="11370" name="Google Shape;11370;p63"/>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63"/>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63"/>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63"/>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63"/>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5" name="Google Shape;11375;p63"/>
          <p:cNvGrpSpPr/>
          <p:nvPr/>
        </p:nvGrpSpPr>
        <p:grpSpPr>
          <a:xfrm>
            <a:off x="6637117" y="3222393"/>
            <a:ext cx="353735" cy="254504"/>
            <a:chOff x="6637117" y="3397843"/>
            <a:chExt cx="353735" cy="254504"/>
          </a:xfrm>
        </p:grpSpPr>
        <p:sp>
          <p:nvSpPr>
            <p:cNvPr id="11376" name="Google Shape;11376;p63"/>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63"/>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63"/>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63"/>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63"/>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63"/>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2" name="Google Shape;11382;p63"/>
          <p:cNvGrpSpPr/>
          <p:nvPr/>
        </p:nvGrpSpPr>
        <p:grpSpPr>
          <a:xfrm>
            <a:off x="7075994" y="3174081"/>
            <a:ext cx="360637" cy="352336"/>
            <a:chOff x="7075994" y="3349531"/>
            <a:chExt cx="360637" cy="352336"/>
          </a:xfrm>
        </p:grpSpPr>
        <p:sp>
          <p:nvSpPr>
            <p:cNvPr id="11383" name="Google Shape;11383;p63"/>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63"/>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63"/>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63"/>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63"/>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63"/>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63"/>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0" name="Google Shape;11390;p63"/>
          <p:cNvGrpSpPr/>
          <p:nvPr/>
        </p:nvGrpSpPr>
        <p:grpSpPr>
          <a:xfrm>
            <a:off x="7651983" y="3173731"/>
            <a:ext cx="107183" cy="352399"/>
            <a:chOff x="7651983" y="3349181"/>
            <a:chExt cx="107183" cy="352399"/>
          </a:xfrm>
        </p:grpSpPr>
        <p:sp>
          <p:nvSpPr>
            <p:cNvPr id="11391" name="Google Shape;11391;p63"/>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63"/>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3" name="Google Shape;11393;p63"/>
          <p:cNvGrpSpPr/>
          <p:nvPr/>
        </p:nvGrpSpPr>
        <p:grpSpPr>
          <a:xfrm>
            <a:off x="7973468" y="3206872"/>
            <a:ext cx="352590" cy="287072"/>
            <a:chOff x="7973468" y="3382322"/>
            <a:chExt cx="352590" cy="287072"/>
          </a:xfrm>
        </p:grpSpPr>
        <p:sp>
          <p:nvSpPr>
            <p:cNvPr id="11394" name="Google Shape;11394;p63"/>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63"/>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63"/>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63"/>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63"/>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63"/>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63"/>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63"/>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63"/>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63"/>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63"/>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63"/>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06" name="Google Shape;11406;p63"/>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1407" name="Google Shape;11407;p63"/>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411" name="Shape 11411"/>
        <p:cNvGrpSpPr/>
        <p:nvPr/>
      </p:nvGrpSpPr>
      <p:grpSpPr>
        <a:xfrm>
          <a:off x="0" y="0"/>
          <a:ext cx="0" cy="0"/>
          <a:chOff x="0" y="0"/>
          <a:chExt cx="0" cy="0"/>
        </a:xfrm>
      </p:grpSpPr>
      <p:grpSp>
        <p:nvGrpSpPr>
          <p:cNvPr id="11412" name="Google Shape;11412;p64"/>
          <p:cNvGrpSpPr/>
          <p:nvPr/>
        </p:nvGrpSpPr>
        <p:grpSpPr>
          <a:xfrm>
            <a:off x="821808" y="1576858"/>
            <a:ext cx="347872" cy="347488"/>
            <a:chOff x="849677" y="1500658"/>
            <a:chExt cx="347872" cy="347488"/>
          </a:xfrm>
        </p:grpSpPr>
        <p:sp>
          <p:nvSpPr>
            <p:cNvPr id="11413" name="Google Shape;11413;p64"/>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64"/>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64"/>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64"/>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64"/>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64"/>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9" name="Google Shape;11419;p64"/>
          <p:cNvGrpSpPr/>
          <p:nvPr/>
        </p:nvGrpSpPr>
        <p:grpSpPr>
          <a:xfrm>
            <a:off x="1387984" y="1576858"/>
            <a:ext cx="315872" cy="347488"/>
            <a:chOff x="1415853" y="1500658"/>
            <a:chExt cx="315872" cy="347488"/>
          </a:xfrm>
        </p:grpSpPr>
        <p:sp>
          <p:nvSpPr>
            <p:cNvPr id="11420" name="Google Shape;11420;p64"/>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64"/>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64"/>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64"/>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4" name="Google Shape;11424;p64"/>
          <p:cNvGrpSpPr/>
          <p:nvPr/>
        </p:nvGrpSpPr>
        <p:grpSpPr>
          <a:xfrm>
            <a:off x="4669520" y="1576858"/>
            <a:ext cx="347520" cy="347104"/>
            <a:chOff x="4697389" y="1500658"/>
            <a:chExt cx="347520" cy="347104"/>
          </a:xfrm>
        </p:grpSpPr>
        <p:sp>
          <p:nvSpPr>
            <p:cNvPr id="11425" name="Google Shape;11425;p64"/>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64"/>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64"/>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8" name="Google Shape;11428;p64"/>
          <p:cNvGrpSpPr/>
          <p:nvPr/>
        </p:nvGrpSpPr>
        <p:grpSpPr>
          <a:xfrm>
            <a:off x="3575664" y="2041146"/>
            <a:ext cx="347520" cy="353760"/>
            <a:chOff x="3603533" y="1964946"/>
            <a:chExt cx="347520" cy="353760"/>
          </a:xfrm>
        </p:grpSpPr>
        <p:sp>
          <p:nvSpPr>
            <p:cNvPr id="11429" name="Google Shape;11429;p64"/>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64"/>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64"/>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2" name="Google Shape;11432;p64"/>
          <p:cNvGrpSpPr/>
          <p:nvPr/>
        </p:nvGrpSpPr>
        <p:grpSpPr>
          <a:xfrm>
            <a:off x="1922896" y="2040538"/>
            <a:ext cx="357792" cy="352448"/>
            <a:chOff x="1950765" y="1964338"/>
            <a:chExt cx="357792" cy="352448"/>
          </a:xfrm>
        </p:grpSpPr>
        <p:sp>
          <p:nvSpPr>
            <p:cNvPr id="11433" name="Google Shape;11433;p64"/>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64"/>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64"/>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64"/>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7" name="Google Shape;11437;p64"/>
          <p:cNvGrpSpPr/>
          <p:nvPr/>
        </p:nvGrpSpPr>
        <p:grpSpPr>
          <a:xfrm>
            <a:off x="7407760" y="2040890"/>
            <a:ext cx="367712" cy="353248"/>
            <a:chOff x="7435629" y="1964690"/>
            <a:chExt cx="367712" cy="353248"/>
          </a:xfrm>
        </p:grpSpPr>
        <p:sp>
          <p:nvSpPr>
            <p:cNvPr id="11438" name="Google Shape;11438;p64"/>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64"/>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64"/>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64"/>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2" name="Google Shape;11442;p64"/>
          <p:cNvGrpSpPr/>
          <p:nvPr/>
        </p:nvGrpSpPr>
        <p:grpSpPr>
          <a:xfrm>
            <a:off x="2484880" y="2041242"/>
            <a:ext cx="333024" cy="352896"/>
            <a:chOff x="2512749" y="1965042"/>
            <a:chExt cx="333024" cy="352896"/>
          </a:xfrm>
        </p:grpSpPr>
        <p:sp>
          <p:nvSpPr>
            <p:cNvPr id="11443" name="Google Shape;11443;p64"/>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64"/>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64"/>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64"/>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64"/>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8" name="Google Shape;11448;p64"/>
          <p:cNvGrpSpPr/>
          <p:nvPr/>
        </p:nvGrpSpPr>
        <p:grpSpPr>
          <a:xfrm>
            <a:off x="1370448" y="2057978"/>
            <a:ext cx="365792" cy="335392"/>
            <a:chOff x="1398317" y="1981778"/>
            <a:chExt cx="365792" cy="335392"/>
          </a:xfrm>
        </p:grpSpPr>
        <p:sp>
          <p:nvSpPr>
            <p:cNvPr id="11449" name="Google Shape;11449;p64"/>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64"/>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64"/>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64"/>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64"/>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64"/>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5" name="Google Shape;11455;p64"/>
          <p:cNvGrpSpPr/>
          <p:nvPr/>
        </p:nvGrpSpPr>
        <p:grpSpPr>
          <a:xfrm>
            <a:off x="3024368" y="2079770"/>
            <a:ext cx="353600" cy="314752"/>
            <a:chOff x="3052237" y="2003570"/>
            <a:chExt cx="353600" cy="314752"/>
          </a:xfrm>
        </p:grpSpPr>
        <p:sp>
          <p:nvSpPr>
            <p:cNvPr id="11456" name="Google Shape;11456;p64"/>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64"/>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64"/>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9" name="Google Shape;11459;p64"/>
          <p:cNvGrpSpPr/>
          <p:nvPr/>
        </p:nvGrpSpPr>
        <p:grpSpPr>
          <a:xfrm>
            <a:off x="1376144" y="3034266"/>
            <a:ext cx="368096" cy="223968"/>
            <a:chOff x="1404013" y="2958066"/>
            <a:chExt cx="368096" cy="223968"/>
          </a:xfrm>
        </p:grpSpPr>
        <p:sp>
          <p:nvSpPr>
            <p:cNvPr id="11460" name="Google Shape;11460;p64"/>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64"/>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62" name="Google Shape;11462;p64"/>
          <p:cNvSpPr/>
          <p:nvPr/>
        </p:nvSpPr>
        <p:spPr>
          <a:xfrm>
            <a:off x="4119728" y="29625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64"/>
          <p:cNvSpPr/>
          <p:nvPr/>
        </p:nvSpPr>
        <p:spPr>
          <a:xfrm>
            <a:off x="852272" y="29624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64" name="Google Shape;11464;p64"/>
          <p:cNvGrpSpPr/>
          <p:nvPr/>
        </p:nvGrpSpPr>
        <p:grpSpPr>
          <a:xfrm>
            <a:off x="1923280" y="2961402"/>
            <a:ext cx="370368" cy="367328"/>
            <a:chOff x="1951149" y="2885202"/>
            <a:chExt cx="370368" cy="367328"/>
          </a:xfrm>
        </p:grpSpPr>
        <p:sp>
          <p:nvSpPr>
            <p:cNvPr id="11465" name="Google Shape;11465;p64"/>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64"/>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64"/>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8" name="Google Shape;11468;p64"/>
          <p:cNvGrpSpPr/>
          <p:nvPr/>
        </p:nvGrpSpPr>
        <p:grpSpPr>
          <a:xfrm>
            <a:off x="2473808" y="2982362"/>
            <a:ext cx="367328" cy="327296"/>
            <a:chOff x="2501677" y="2906162"/>
            <a:chExt cx="367328" cy="327296"/>
          </a:xfrm>
        </p:grpSpPr>
        <p:sp>
          <p:nvSpPr>
            <p:cNvPr id="11469" name="Google Shape;11469;p64"/>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64"/>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64"/>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72" name="Google Shape;11472;p64"/>
          <p:cNvSpPr/>
          <p:nvPr/>
        </p:nvSpPr>
        <p:spPr>
          <a:xfrm>
            <a:off x="3569968" y="30055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73" name="Google Shape;11473;p64"/>
          <p:cNvGrpSpPr/>
          <p:nvPr/>
        </p:nvGrpSpPr>
        <p:grpSpPr>
          <a:xfrm>
            <a:off x="3022448" y="2969914"/>
            <a:ext cx="367712" cy="354240"/>
            <a:chOff x="3050317" y="2893714"/>
            <a:chExt cx="367712" cy="354240"/>
          </a:xfrm>
        </p:grpSpPr>
        <p:sp>
          <p:nvSpPr>
            <p:cNvPr id="11474" name="Google Shape;11474;p64"/>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64"/>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76" name="Google Shape;11476;p64"/>
          <p:cNvSpPr/>
          <p:nvPr/>
        </p:nvSpPr>
        <p:spPr>
          <a:xfrm>
            <a:off x="4666864" y="29606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64"/>
          <p:cNvSpPr/>
          <p:nvPr/>
        </p:nvSpPr>
        <p:spPr>
          <a:xfrm>
            <a:off x="8018512" y="29624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78" name="Google Shape;11478;p64"/>
          <p:cNvGrpSpPr/>
          <p:nvPr/>
        </p:nvGrpSpPr>
        <p:grpSpPr>
          <a:xfrm>
            <a:off x="7503408" y="2962554"/>
            <a:ext cx="185184" cy="367296"/>
            <a:chOff x="7531277" y="2886354"/>
            <a:chExt cx="185184" cy="367296"/>
          </a:xfrm>
        </p:grpSpPr>
        <p:sp>
          <p:nvSpPr>
            <p:cNvPr id="11479" name="Google Shape;11479;p64"/>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64"/>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64"/>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2" name="Google Shape;11482;p64"/>
          <p:cNvGrpSpPr/>
          <p:nvPr/>
        </p:nvGrpSpPr>
        <p:grpSpPr>
          <a:xfrm>
            <a:off x="6898768" y="2962938"/>
            <a:ext cx="297184" cy="367296"/>
            <a:chOff x="6926637" y="2886738"/>
            <a:chExt cx="297184" cy="367296"/>
          </a:xfrm>
        </p:grpSpPr>
        <p:sp>
          <p:nvSpPr>
            <p:cNvPr id="11483" name="Google Shape;11483;p64"/>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64"/>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64"/>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86" name="Google Shape;11486;p64"/>
          <p:cNvSpPr/>
          <p:nvPr/>
        </p:nvSpPr>
        <p:spPr>
          <a:xfrm>
            <a:off x="5227696" y="29621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64"/>
          <p:cNvSpPr/>
          <p:nvPr/>
        </p:nvSpPr>
        <p:spPr>
          <a:xfrm>
            <a:off x="5806416" y="29628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88" name="Google Shape;11488;p64"/>
          <p:cNvGrpSpPr/>
          <p:nvPr/>
        </p:nvGrpSpPr>
        <p:grpSpPr>
          <a:xfrm>
            <a:off x="6312784" y="2962554"/>
            <a:ext cx="370368" cy="368064"/>
            <a:chOff x="6340653" y="2886354"/>
            <a:chExt cx="370368" cy="368064"/>
          </a:xfrm>
        </p:grpSpPr>
        <p:sp>
          <p:nvSpPr>
            <p:cNvPr id="11489" name="Google Shape;11489;p64"/>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64"/>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64"/>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64"/>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64"/>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64"/>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5" name="Google Shape;11495;p64"/>
          <p:cNvGrpSpPr/>
          <p:nvPr/>
        </p:nvGrpSpPr>
        <p:grpSpPr>
          <a:xfrm>
            <a:off x="5218928" y="2057626"/>
            <a:ext cx="354752" cy="336512"/>
            <a:chOff x="5246797" y="1981426"/>
            <a:chExt cx="354752" cy="336512"/>
          </a:xfrm>
        </p:grpSpPr>
        <p:sp>
          <p:nvSpPr>
            <p:cNvPr id="11496" name="Google Shape;11496;p64"/>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64"/>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8" name="Google Shape;11498;p64"/>
          <p:cNvGrpSpPr/>
          <p:nvPr/>
        </p:nvGrpSpPr>
        <p:grpSpPr>
          <a:xfrm>
            <a:off x="4120880" y="2178266"/>
            <a:ext cx="355136" cy="216256"/>
            <a:chOff x="4148749" y="2102066"/>
            <a:chExt cx="355136" cy="216256"/>
          </a:xfrm>
        </p:grpSpPr>
        <p:sp>
          <p:nvSpPr>
            <p:cNvPr id="11499" name="Google Shape;11499;p64"/>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64"/>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1" name="Google Shape;11501;p64"/>
          <p:cNvGrpSpPr/>
          <p:nvPr/>
        </p:nvGrpSpPr>
        <p:grpSpPr>
          <a:xfrm>
            <a:off x="5766800" y="2077626"/>
            <a:ext cx="354752" cy="315360"/>
            <a:chOff x="5794669" y="2001426"/>
            <a:chExt cx="354752" cy="315360"/>
          </a:xfrm>
        </p:grpSpPr>
        <p:sp>
          <p:nvSpPr>
            <p:cNvPr id="11502" name="Google Shape;11502;p64"/>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64"/>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4" name="Google Shape;11504;p64"/>
          <p:cNvGrpSpPr/>
          <p:nvPr/>
        </p:nvGrpSpPr>
        <p:grpSpPr>
          <a:xfrm>
            <a:off x="6317360" y="2106042"/>
            <a:ext cx="352832" cy="289216"/>
            <a:chOff x="6345229" y="2029842"/>
            <a:chExt cx="352832" cy="289216"/>
          </a:xfrm>
        </p:grpSpPr>
        <p:sp>
          <p:nvSpPr>
            <p:cNvPr id="11505" name="Google Shape;11505;p64"/>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64"/>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7" name="Google Shape;11507;p64"/>
          <p:cNvGrpSpPr/>
          <p:nvPr/>
        </p:nvGrpSpPr>
        <p:grpSpPr>
          <a:xfrm>
            <a:off x="4669520" y="2112538"/>
            <a:ext cx="354752" cy="281984"/>
            <a:chOff x="4697389" y="2036338"/>
            <a:chExt cx="354752" cy="281984"/>
          </a:xfrm>
        </p:grpSpPr>
        <p:sp>
          <p:nvSpPr>
            <p:cNvPr id="11508" name="Google Shape;11508;p64"/>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64"/>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0" name="Google Shape;11510;p64"/>
          <p:cNvGrpSpPr/>
          <p:nvPr/>
        </p:nvGrpSpPr>
        <p:grpSpPr>
          <a:xfrm>
            <a:off x="1376144" y="2500954"/>
            <a:ext cx="353600" cy="354944"/>
            <a:chOff x="1404013" y="2424754"/>
            <a:chExt cx="353600" cy="354944"/>
          </a:xfrm>
        </p:grpSpPr>
        <p:sp>
          <p:nvSpPr>
            <p:cNvPr id="11511" name="Google Shape;11511;p64"/>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64"/>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64"/>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64"/>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64"/>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6" name="Google Shape;11516;p64"/>
          <p:cNvGrpSpPr/>
          <p:nvPr/>
        </p:nvGrpSpPr>
        <p:grpSpPr>
          <a:xfrm>
            <a:off x="826384" y="2504474"/>
            <a:ext cx="355104" cy="351040"/>
            <a:chOff x="854253" y="2428274"/>
            <a:chExt cx="355104" cy="351040"/>
          </a:xfrm>
        </p:grpSpPr>
        <p:sp>
          <p:nvSpPr>
            <p:cNvPr id="11517" name="Google Shape;11517;p64"/>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64"/>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9" name="Google Shape;11519;p64"/>
          <p:cNvGrpSpPr/>
          <p:nvPr/>
        </p:nvGrpSpPr>
        <p:grpSpPr>
          <a:xfrm>
            <a:off x="6869040" y="2517146"/>
            <a:ext cx="354752" cy="275904"/>
            <a:chOff x="6896909" y="2440946"/>
            <a:chExt cx="354752" cy="275904"/>
          </a:xfrm>
        </p:grpSpPr>
        <p:sp>
          <p:nvSpPr>
            <p:cNvPr id="11520" name="Google Shape;11520;p64"/>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64"/>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22" name="Google Shape;11522;p64"/>
          <p:cNvSpPr/>
          <p:nvPr/>
        </p:nvSpPr>
        <p:spPr>
          <a:xfrm>
            <a:off x="6319632" y="25249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23" name="Google Shape;11523;p64"/>
          <p:cNvGrpSpPr/>
          <p:nvPr/>
        </p:nvGrpSpPr>
        <p:grpSpPr>
          <a:xfrm>
            <a:off x="5237200" y="2500954"/>
            <a:ext cx="321984" cy="354560"/>
            <a:chOff x="5265069" y="2424754"/>
            <a:chExt cx="321984" cy="354560"/>
          </a:xfrm>
        </p:grpSpPr>
        <p:sp>
          <p:nvSpPr>
            <p:cNvPr id="11524" name="Google Shape;11524;p64"/>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64"/>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6" name="Google Shape;11526;p64"/>
          <p:cNvGrpSpPr/>
          <p:nvPr/>
        </p:nvGrpSpPr>
        <p:grpSpPr>
          <a:xfrm>
            <a:off x="4122800" y="2542970"/>
            <a:ext cx="355104" cy="259584"/>
            <a:chOff x="4150669" y="2466770"/>
            <a:chExt cx="355104" cy="259584"/>
          </a:xfrm>
        </p:grpSpPr>
        <p:sp>
          <p:nvSpPr>
            <p:cNvPr id="11527" name="Google Shape;11527;p64"/>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64"/>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64"/>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64"/>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1" name="Google Shape;11531;p64"/>
          <p:cNvGrpSpPr/>
          <p:nvPr/>
        </p:nvGrpSpPr>
        <p:grpSpPr>
          <a:xfrm>
            <a:off x="4671824" y="2501146"/>
            <a:ext cx="354336" cy="353984"/>
            <a:chOff x="4699693" y="2424946"/>
            <a:chExt cx="354336" cy="353984"/>
          </a:xfrm>
        </p:grpSpPr>
        <p:sp>
          <p:nvSpPr>
            <p:cNvPr id="11532" name="Google Shape;11532;p64"/>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64"/>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34" name="Google Shape;11534;p64"/>
          <p:cNvSpPr/>
          <p:nvPr/>
        </p:nvSpPr>
        <p:spPr>
          <a:xfrm>
            <a:off x="5782032" y="25007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64"/>
          <p:cNvSpPr/>
          <p:nvPr/>
        </p:nvSpPr>
        <p:spPr>
          <a:xfrm>
            <a:off x="3023984" y="25397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36" name="Google Shape;11536;p64"/>
          <p:cNvGrpSpPr/>
          <p:nvPr/>
        </p:nvGrpSpPr>
        <p:grpSpPr>
          <a:xfrm>
            <a:off x="1925168" y="2628442"/>
            <a:ext cx="355136" cy="227072"/>
            <a:chOff x="1953037" y="2552242"/>
            <a:chExt cx="355136" cy="227072"/>
          </a:xfrm>
        </p:grpSpPr>
        <p:sp>
          <p:nvSpPr>
            <p:cNvPr id="11537" name="Google Shape;11537;p64"/>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64"/>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39" name="Google Shape;11539;p64"/>
          <p:cNvSpPr/>
          <p:nvPr/>
        </p:nvSpPr>
        <p:spPr>
          <a:xfrm>
            <a:off x="3576048" y="25003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40" name="Google Shape;11540;p64"/>
          <p:cNvGrpSpPr/>
          <p:nvPr/>
        </p:nvGrpSpPr>
        <p:grpSpPr>
          <a:xfrm>
            <a:off x="2473072" y="2603418"/>
            <a:ext cx="355104" cy="250944"/>
            <a:chOff x="2500941" y="2527218"/>
            <a:chExt cx="355104" cy="250944"/>
          </a:xfrm>
        </p:grpSpPr>
        <p:sp>
          <p:nvSpPr>
            <p:cNvPr id="11541" name="Google Shape;11541;p64"/>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64"/>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64"/>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64"/>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64"/>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46" name="Google Shape;11546;p64"/>
          <p:cNvSpPr/>
          <p:nvPr/>
        </p:nvSpPr>
        <p:spPr>
          <a:xfrm>
            <a:off x="7419568" y="25754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47" name="Google Shape;11547;p64"/>
          <p:cNvGrpSpPr/>
          <p:nvPr/>
        </p:nvGrpSpPr>
        <p:grpSpPr>
          <a:xfrm>
            <a:off x="7965936" y="2503322"/>
            <a:ext cx="356256" cy="351808"/>
            <a:chOff x="7993805" y="2427122"/>
            <a:chExt cx="356256" cy="351808"/>
          </a:xfrm>
        </p:grpSpPr>
        <p:sp>
          <p:nvSpPr>
            <p:cNvPr id="11548" name="Google Shape;11548;p64"/>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64"/>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64"/>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1" name="Google Shape;11551;p64"/>
          <p:cNvGrpSpPr/>
          <p:nvPr/>
        </p:nvGrpSpPr>
        <p:grpSpPr>
          <a:xfrm>
            <a:off x="850768" y="2041210"/>
            <a:ext cx="308640" cy="353312"/>
            <a:chOff x="878637" y="1965010"/>
            <a:chExt cx="308640" cy="353312"/>
          </a:xfrm>
        </p:grpSpPr>
        <p:sp>
          <p:nvSpPr>
            <p:cNvPr id="11552" name="Google Shape;11552;p64"/>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64"/>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64"/>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5" name="Google Shape;11555;p64"/>
          <p:cNvGrpSpPr/>
          <p:nvPr/>
        </p:nvGrpSpPr>
        <p:grpSpPr>
          <a:xfrm>
            <a:off x="6868272" y="2040922"/>
            <a:ext cx="348256" cy="352448"/>
            <a:chOff x="6896141" y="1964722"/>
            <a:chExt cx="348256" cy="352448"/>
          </a:xfrm>
        </p:grpSpPr>
        <p:sp>
          <p:nvSpPr>
            <p:cNvPr id="11556" name="Google Shape;11556;p64"/>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64"/>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64"/>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9" name="Google Shape;11559;p64"/>
          <p:cNvGrpSpPr/>
          <p:nvPr/>
        </p:nvGrpSpPr>
        <p:grpSpPr>
          <a:xfrm>
            <a:off x="7962128" y="2091578"/>
            <a:ext cx="355136" cy="303328"/>
            <a:chOff x="7989997" y="2015378"/>
            <a:chExt cx="355136" cy="303328"/>
          </a:xfrm>
        </p:grpSpPr>
        <p:sp>
          <p:nvSpPr>
            <p:cNvPr id="11560" name="Google Shape;11560;p64"/>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64"/>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64"/>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3" name="Google Shape;11563;p64"/>
          <p:cNvGrpSpPr/>
          <p:nvPr/>
        </p:nvGrpSpPr>
        <p:grpSpPr>
          <a:xfrm>
            <a:off x="3570352" y="1585562"/>
            <a:ext cx="348640" cy="330784"/>
            <a:chOff x="3598221" y="1509362"/>
            <a:chExt cx="348640" cy="330784"/>
          </a:xfrm>
        </p:grpSpPr>
        <p:sp>
          <p:nvSpPr>
            <p:cNvPr id="11564" name="Google Shape;11564;p64"/>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64"/>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64"/>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64"/>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8" name="Google Shape;11568;p64"/>
          <p:cNvGrpSpPr/>
          <p:nvPr/>
        </p:nvGrpSpPr>
        <p:grpSpPr>
          <a:xfrm>
            <a:off x="5218928" y="1576858"/>
            <a:ext cx="347872" cy="347488"/>
            <a:chOff x="5246797" y="1500658"/>
            <a:chExt cx="347872" cy="347488"/>
          </a:xfrm>
        </p:grpSpPr>
        <p:sp>
          <p:nvSpPr>
            <p:cNvPr id="11569" name="Google Shape;11569;p64"/>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64"/>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64"/>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64"/>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3" name="Google Shape;11573;p64"/>
          <p:cNvGrpSpPr/>
          <p:nvPr/>
        </p:nvGrpSpPr>
        <p:grpSpPr>
          <a:xfrm>
            <a:off x="5768720" y="1576858"/>
            <a:ext cx="349024" cy="346752"/>
            <a:chOff x="5796589" y="1500658"/>
            <a:chExt cx="349024" cy="346752"/>
          </a:xfrm>
        </p:grpSpPr>
        <p:sp>
          <p:nvSpPr>
            <p:cNvPr id="11574" name="Google Shape;11574;p64"/>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75" name="Google Shape;11575;p64"/>
            <p:cNvGrpSpPr/>
            <p:nvPr/>
          </p:nvGrpSpPr>
          <p:grpSpPr>
            <a:xfrm>
              <a:off x="5796589" y="1500658"/>
              <a:ext cx="349024" cy="346752"/>
              <a:chOff x="5796589" y="1500658"/>
              <a:chExt cx="349024" cy="346752"/>
            </a:xfrm>
          </p:grpSpPr>
          <p:sp>
            <p:nvSpPr>
              <p:cNvPr id="11576" name="Google Shape;11576;p64"/>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64"/>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64"/>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64"/>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80" name="Google Shape;11580;p64"/>
          <p:cNvGrpSpPr/>
          <p:nvPr/>
        </p:nvGrpSpPr>
        <p:grpSpPr>
          <a:xfrm>
            <a:off x="6867504" y="1578778"/>
            <a:ext cx="348640" cy="343296"/>
            <a:chOff x="6895373" y="1502578"/>
            <a:chExt cx="348640" cy="343296"/>
          </a:xfrm>
        </p:grpSpPr>
        <p:sp>
          <p:nvSpPr>
            <p:cNvPr id="11581" name="Google Shape;11581;p64"/>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64"/>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64"/>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4" name="Google Shape;11584;p64"/>
          <p:cNvGrpSpPr/>
          <p:nvPr/>
        </p:nvGrpSpPr>
        <p:grpSpPr>
          <a:xfrm>
            <a:off x="4119728" y="1581658"/>
            <a:ext cx="347904" cy="336992"/>
            <a:chOff x="4147597" y="1505458"/>
            <a:chExt cx="347904" cy="336992"/>
          </a:xfrm>
        </p:grpSpPr>
        <p:sp>
          <p:nvSpPr>
            <p:cNvPr id="11585" name="Google Shape;11585;p64"/>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64"/>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64"/>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64"/>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64"/>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64"/>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64"/>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2" name="Google Shape;11592;p64"/>
          <p:cNvGrpSpPr/>
          <p:nvPr/>
        </p:nvGrpSpPr>
        <p:grpSpPr>
          <a:xfrm>
            <a:off x="2471536" y="1576090"/>
            <a:ext cx="347488" cy="348256"/>
            <a:chOff x="2499405" y="1499890"/>
            <a:chExt cx="347488" cy="348256"/>
          </a:xfrm>
        </p:grpSpPr>
        <p:sp>
          <p:nvSpPr>
            <p:cNvPr id="11593" name="Google Shape;11593;p64"/>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64"/>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64"/>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64"/>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64"/>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8" name="Google Shape;11598;p64"/>
          <p:cNvGrpSpPr/>
          <p:nvPr/>
        </p:nvGrpSpPr>
        <p:grpSpPr>
          <a:xfrm>
            <a:off x="1928976" y="1576698"/>
            <a:ext cx="331520" cy="348032"/>
            <a:chOff x="1956845" y="1500498"/>
            <a:chExt cx="331520" cy="348032"/>
          </a:xfrm>
        </p:grpSpPr>
        <p:sp>
          <p:nvSpPr>
            <p:cNvPr id="11599" name="Google Shape;11599;p64"/>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64"/>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64"/>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64"/>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64"/>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64"/>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64"/>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64"/>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64"/>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64"/>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64"/>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64"/>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1" name="Google Shape;11611;p64"/>
          <p:cNvGrpSpPr/>
          <p:nvPr/>
        </p:nvGrpSpPr>
        <p:grpSpPr>
          <a:xfrm>
            <a:off x="6317744" y="1626074"/>
            <a:ext cx="348640" cy="250656"/>
            <a:chOff x="6345613" y="1549874"/>
            <a:chExt cx="348640" cy="250656"/>
          </a:xfrm>
        </p:grpSpPr>
        <p:sp>
          <p:nvSpPr>
            <p:cNvPr id="11612" name="Google Shape;11612;p64"/>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64"/>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64"/>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64"/>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64"/>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64"/>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8" name="Google Shape;11618;p64"/>
          <p:cNvGrpSpPr/>
          <p:nvPr/>
        </p:nvGrpSpPr>
        <p:grpSpPr>
          <a:xfrm>
            <a:off x="7416912" y="1583226"/>
            <a:ext cx="348640" cy="334272"/>
            <a:chOff x="7444781" y="1507026"/>
            <a:chExt cx="348640" cy="334272"/>
          </a:xfrm>
        </p:grpSpPr>
        <p:sp>
          <p:nvSpPr>
            <p:cNvPr id="11619" name="Google Shape;11619;p64"/>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64"/>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64"/>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64"/>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64"/>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4" name="Google Shape;11624;p64"/>
          <p:cNvGrpSpPr/>
          <p:nvPr/>
        </p:nvGrpSpPr>
        <p:grpSpPr>
          <a:xfrm>
            <a:off x="7967472" y="1582938"/>
            <a:ext cx="347872" cy="334944"/>
            <a:chOff x="7995341" y="1506738"/>
            <a:chExt cx="347872" cy="334944"/>
          </a:xfrm>
        </p:grpSpPr>
        <p:sp>
          <p:nvSpPr>
            <p:cNvPr id="11625" name="Google Shape;11625;p64"/>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64"/>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64"/>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64"/>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64"/>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64"/>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1" name="Google Shape;11631;p64"/>
          <p:cNvGrpSpPr/>
          <p:nvPr/>
        </p:nvGrpSpPr>
        <p:grpSpPr>
          <a:xfrm>
            <a:off x="3020176" y="1599130"/>
            <a:ext cx="347872" cy="303904"/>
            <a:chOff x="3048045" y="1522930"/>
            <a:chExt cx="347872" cy="303904"/>
          </a:xfrm>
        </p:grpSpPr>
        <p:sp>
          <p:nvSpPr>
            <p:cNvPr id="11632" name="Google Shape;11632;p64"/>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33" name="Google Shape;11633;p64"/>
            <p:cNvGrpSpPr/>
            <p:nvPr/>
          </p:nvGrpSpPr>
          <p:grpSpPr>
            <a:xfrm>
              <a:off x="3048045" y="1522930"/>
              <a:ext cx="347872" cy="303904"/>
              <a:chOff x="3048045" y="1522930"/>
              <a:chExt cx="347872" cy="303904"/>
            </a:xfrm>
          </p:grpSpPr>
          <p:sp>
            <p:nvSpPr>
              <p:cNvPr id="11634" name="Google Shape;11634;p64"/>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64"/>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36" name="Google Shape;11636;p64"/>
          <p:cNvGrpSpPr/>
          <p:nvPr/>
        </p:nvGrpSpPr>
        <p:grpSpPr>
          <a:xfrm>
            <a:off x="1105264" y="3428122"/>
            <a:ext cx="313984" cy="358560"/>
            <a:chOff x="1133133" y="3351922"/>
            <a:chExt cx="313984" cy="358560"/>
          </a:xfrm>
        </p:grpSpPr>
        <p:sp>
          <p:nvSpPr>
            <p:cNvPr id="11637" name="Google Shape;11637;p64"/>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64"/>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64"/>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64"/>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64"/>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64"/>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64"/>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64"/>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64"/>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64"/>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64"/>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64"/>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64"/>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64"/>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64"/>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64"/>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53" name="Google Shape;11653;p64"/>
          <p:cNvSpPr/>
          <p:nvPr/>
        </p:nvSpPr>
        <p:spPr>
          <a:xfrm>
            <a:off x="1681328" y="34300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54" name="Google Shape;11654;p64"/>
          <p:cNvGrpSpPr/>
          <p:nvPr/>
        </p:nvGrpSpPr>
        <p:grpSpPr>
          <a:xfrm>
            <a:off x="2767184" y="3428794"/>
            <a:ext cx="288448" cy="357120"/>
            <a:chOff x="2795053" y="3352594"/>
            <a:chExt cx="288448" cy="357120"/>
          </a:xfrm>
        </p:grpSpPr>
        <p:sp>
          <p:nvSpPr>
            <p:cNvPr id="11655" name="Google Shape;11655;p64"/>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64"/>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64"/>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64"/>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64"/>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64"/>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64"/>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64"/>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64"/>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4" name="Google Shape;11664;p64"/>
          <p:cNvGrpSpPr/>
          <p:nvPr/>
        </p:nvGrpSpPr>
        <p:grpSpPr>
          <a:xfrm>
            <a:off x="2208656" y="3429402"/>
            <a:ext cx="304832" cy="356512"/>
            <a:chOff x="2236525" y="3353202"/>
            <a:chExt cx="304832" cy="356512"/>
          </a:xfrm>
        </p:grpSpPr>
        <p:sp>
          <p:nvSpPr>
            <p:cNvPr id="11665" name="Google Shape;11665;p64"/>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64"/>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64"/>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8" name="Google Shape;11668;p64"/>
          <p:cNvGrpSpPr/>
          <p:nvPr/>
        </p:nvGrpSpPr>
        <p:grpSpPr>
          <a:xfrm>
            <a:off x="3882768" y="3428890"/>
            <a:ext cx="256800" cy="357024"/>
            <a:chOff x="3910637" y="3352690"/>
            <a:chExt cx="256800" cy="357024"/>
          </a:xfrm>
        </p:grpSpPr>
        <p:sp>
          <p:nvSpPr>
            <p:cNvPr id="11669" name="Google Shape;11669;p64"/>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64"/>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64"/>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2" name="Google Shape;11672;p64"/>
          <p:cNvGrpSpPr/>
          <p:nvPr/>
        </p:nvGrpSpPr>
        <p:grpSpPr>
          <a:xfrm>
            <a:off x="6028560" y="3428122"/>
            <a:ext cx="360064" cy="360096"/>
            <a:chOff x="6056429" y="3351922"/>
            <a:chExt cx="360064" cy="360096"/>
          </a:xfrm>
        </p:grpSpPr>
        <p:sp>
          <p:nvSpPr>
            <p:cNvPr id="11673" name="Google Shape;11673;p64"/>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64"/>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64"/>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6" name="Google Shape;11676;p64"/>
          <p:cNvGrpSpPr/>
          <p:nvPr/>
        </p:nvGrpSpPr>
        <p:grpSpPr>
          <a:xfrm>
            <a:off x="6581008" y="3429274"/>
            <a:ext cx="357408" cy="357408"/>
            <a:chOff x="6608877" y="3353074"/>
            <a:chExt cx="357408" cy="357408"/>
          </a:xfrm>
        </p:grpSpPr>
        <p:sp>
          <p:nvSpPr>
            <p:cNvPr id="11677" name="Google Shape;11677;p64"/>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64"/>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64"/>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64"/>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64"/>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64"/>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64"/>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84" name="Google Shape;11684;p64"/>
          <p:cNvSpPr/>
          <p:nvPr/>
        </p:nvSpPr>
        <p:spPr>
          <a:xfrm>
            <a:off x="7680176" y="34277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64"/>
          <p:cNvSpPr/>
          <p:nvPr/>
        </p:nvSpPr>
        <p:spPr>
          <a:xfrm>
            <a:off x="4395216" y="34292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86" name="Google Shape;11686;p64"/>
          <p:cNvGrpSpPr/>
          <p:nvPr/>
        </p:nvGrpSpPr>
        <p:grpSpPr>
          <a:xfrm>
            <a:off x="4931664" y="3446426"/>
            <a:ext cx="357408" cy="323488"/>
            <a:chOff x="4959533" y="3370226"/>
            <a:chExt cx="357408" cy="323488"/>
          </a:xfrm>
        </p:grpSpPr>
        <p:sp>
          <p:nvSpPr>
            <p:cNvPr id="11687" name="Google Shape;11687;p64"/>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64"/>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9" name="Google Shape;11689;p64"/>
          <p:cNvGrpSpPr/>
          <p:nvPr/>
        </p:nvGrpSpPr>
        <p:grpSpPr>
          <a:xfrm>
            <a:off x="7130768" y="3429274"/>
            <a:ext cx="357056" cy="357408"/>
            <a:chOff x="7158637" y="3353074"/>
            <a:chExt cx="357056" cy="357408"/>
          </a:xfrm>
        </p:grpSpPr>
        <p:sp>
          <p:nvSpPr>
            <p:cNvPr id="11690" name="Google Shape;11690;p64"/>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64"/>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64"/>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64"/>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4" name="Google Shape;11694;p64"/>
          <p:cNvGrpSpPr/>
          <p:nvPr/>
        </p:nvGrpSpPr>
        <p:grpSpPr>
          <a:xfrm>
            <a:off x="3288400" y="3428602"/>
            <a:ext cx="344832" cy="356544"/>
            <a:chOff x="3316269" y="3352402"/>
            <a:chExt cx="344832" cy="356544"/>
          </a:xfrm>
        </p:grpSpPr>
        <p:sp>
          <p:nvSpPr>
            <p:cNvPr id="11695" name="Google Shape;11695;p64"/>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64"/>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64"/>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8" name="Google Shape;11698;p64"/>
          <p:cNvGrpSpPr/>
          <p:nvPr/>
        </p:nvGrpSpPr>
        <p:grpSpPr>
          <a:xfrm>
            <a:off x="5481040" y="3447706"/>
            <a:ext cx="358560" cy="319552"/>
            <a:chOff x="5508909" y="3371506"/>
            <a:chExt cx="358560" cy="319552"/>
          </a:xfrm>
        </p:grpSpPr>
        <p:sp>
          <p:nvSpPr>
            <p:cNvPr id="11699" name="Google Shape;11699;p64"/>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64"/>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64"/>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64"/>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64"/>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64"/>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64"/>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64"/>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64"/>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64"/>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09" name="Google Shape;11709;p64"/>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Nature Icons</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713" name="Shape 11713"/>
        <p:cNvGrpSpPr/>
        <p:nvPr/>
      </p:nvGrpSpPr>
      <p:grpSpPr>
        <a:xfrm>
          <a:off x="0" y="0"/>
          <a:ext cx="0" cy="0"/>
          <a:chOff x="0" y="0"/>
          <a:chExt cx="0" cy="0"/>
        </a:xfrm>
      </p:grpSpPr>
      <p:sp>
        <p:nvSpPr>
          <p:cNvPr id="11714" name="Google Shape;11714;p65"/>
          <p:cNvSpPr/>
          <p:nvPr/>
        </p:nvSpPr>
        <p:spPr>
          <a:xfrm>
            <a:off x="2576745" y="38931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15" name="Google Shape;11715;p65"/>
          <p:cNvGrpSpPr/>
          <p:nvPr/>
        </p:nvGrpSpPr>
        <p:grpSpPr>
          <a:xfrm>
            <a:off x="3026217" y="3893352"/>
            <a:ext cx="346056" cy="345674"/>
            <a:chOff x="3303268" y="3817349"/>
            <a:chExt cx="346056" cy="345674"/>
          </a:xfrm>
        </p:grpSpPr>
        <p:sp>
          <p:nvSpPr>
            <p:cNvPr id="11716" name="Google Shape;11716;p65"/>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65"/>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65"/>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65"/>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0" name="Google Shape;11720;p65"/>
          <p:cNvGrpSpPr/>
          <p:nvPr/>
        </p:nvGrpSpPr>
        <p:grpSpPr>
          <a:xfrm>
            <a:off x="3475306" y="3893352"/>
            <a:ext cx="346056" cy="345674"/>
            <a:chOff x="3752358" y="3817349"/>
            <a:chExt cx="346056" cy="345674"/>
          </a:xfrm>
        </p:grpSpPr>
        <p:sp>
          <p:nvSpPr>
            <p:cNvPr id="11721" name="Google Shape;11721;p65"/>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65"/>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65"/>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65"/>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5" name="Google Shape;11725;p65"/>
          <p:cNvGrpSpPr/>
          <p:nvPr/>
        </p:nvGrpSpPr>
        <p:grpSpPr>
          <a:xfrm>
            <a:off x="4822956" y="3893352"/>
            <a:ext cx="346024" cy="345674"/>
            <a:chOff x="5100008" y="3817349"/>
            <a:chExt cx="346024" cy="345674"/>
          </a:xfrm>
        </p:grpSpPr>
        <p:sp>
          <p:nvSpPr>
            <p:cNvPr id="11726" name="Google Shape;11726;p65"/>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65"/>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65"/>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9" name="Google Shape;11729;p65"/>
          <p:cNvGrpSpPr/>
          <p:nvPr/>
        </p:nvGrpSpPr>
        <p:grpSpPr>
          <a:xfrm>
            <a:off x="5721867" y="3893352"/>
            <a:ext cx="345674" cy="345674"/>
            <a:chOff x="5998919" y="3817349"/>
            <a:chExt cx="345674" cy="345674"/>
          </a:xfrm>
        </p:grpSpPr>
        <p:sp>
          <p:nvSpPr>
            <p:cNvPr id="11730" name="Google Shape;11730;p65"/>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65"/>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65"/>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3" name="Google Shape;11733;p65"/>
          <p:cNvGrpSpPr/>
          <p:nvPr/>
        </p:nvGrpSpPr>
        <p:grpSpPr>
          <a:xfrm>
            <a:off x="3924396" y="3893352"/>
            <a:ext cx="346024" cy="345674"/>
            <a:chOff x="4201447" y="3817349"/>
            <a:chExt cx="346024" cy="345674"/>
          </a:xfrm>
        </p:grpSpPr>
        <p:sp>
          <p:nvSpPr>
            <p:cNvPr id="11734" name="Google Shape;11734;p65"/>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65"/>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6" name="Google Shape;11736;p65"/>
          <p:cNvGrpSpPr/>
          <p:nvPr/>
        </p:nvGrpSpPr>
        <p:grpSpPr>
          <a:xfrm>
            <a:off x="4373867" y="3893352"/>
            <a:ext cx="346024" cy="345674"/>
            <a:chOff x="4650919" y="3817349"/>
            <a:chExt cx="346024" cy="345674"/>
          </a:xfrm>
        </p:grpSpPr>
        <p:sp>
          <p:nvSpPr>
            <p:cNvPr id="11737" name="Google Shape;11737;p65"/>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65"/>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65"/>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0" name="Google Shape;11740;p65"/>
          <p:cNvGrpSpPr/>
          <p:nvPr/>
        </p:nvGrpSpPr>
        <p:grpSpPr>
          <a:xfrm>
            <a:off x="5272810" y="3893352"/>
            <a:ext cx="345642" cy="345674"/>
            <a:chOff x="5549861" y="3817349"/>
            <a:chExt cx="345642" cy="345674"/>
          </a:xfrm>
        </p:grpSpPr>
        <p:sp>
          <p:nvSpPr>
            <p:cNvPr id="11741" name="Google Shape;11741;p65"/>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65"/>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65"/>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4" name="Google Shape;11744;p65"/>
          <p:cNvGrpSpPr/>
          <p:nvPr/>
        </p:nvGrpSpPr>
        <p:grpSpPr>
          <a:xfrm>
            <a:off x="1281335" y="3474029"/>
            <a:ext cx="367255" cy="269855"/>
            <a:chOff x="1306445" y="3397829"/>
            <a:chExt cx="367255" cy="269855"/>
          </a:xfrm>
        </p:grpSpPr>
        <p:sp>
          <p:nvSpPr>
            <p:cNvPr id="11745" name="Google Shape;11745;p65"/>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65"/>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65"/>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65"/>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65"/>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65"/>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1" name="Google Shape;11751;p65"/>
          <p:cNvGrpSpPr/>
          <p:nvPr/>
        </p:nvGrpSpPr>
        <p:grpSpPr>
          <a:xfrm>
            <a:off x="1756207" y="3467600"/>
            <a:ext cx="367255" cy="282364"/>
            <a:chOff x="1781317" y="3391400"/>
            <a:chExt cx="367255" cy="282364"/>
          </a:xfrm>
        </p:grpSpPr>
        <p:sp>
          <p:nvSpPr>
            <p:cNvPr id="11752" name="Google Shape;11752;p65"/>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65"/>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65"/>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65"/>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65"/>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65"/>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8" name="Google Shape;11758;p65"/>
          <p:cNvGrpSpPr/>
          <p:nvPr/>
        </p:nvGrpSpPr>
        <p:grpSpPr>
          <a:xfrm>
            <a:off x="3653720" y="3447133"/>
            <a:ext cx="369164" cy="323297"/>
            <a:chOff x="3678830" y="3370933"/>
            <a:chExt cx="369164" cy="323297"/>
          </a:xfrm>
        </p:grpSpPr>
        <p:sp>
          <p:nvSpPr>
            <p:cNvPr id="11759" name="Google Shape;11759;p65"/>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65"/>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65"/>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65"/>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65"/>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65"/>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65"/>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65"/>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65"/>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65"/>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65"/>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0" name="Google Shape;11770;p65"/>
          <p:cNvGrpSpPr/>
          <p:nvPr/>
        </p:nvGrpSpPr>
        <p:grpSpPr>
          <a:xfrm>
            <a:off x="834155" y="3424375"/>
            <a:ext cx="312316" cy="368400"/>
            <a:chOff x="859265" y="3348175"/>
            <a:chExt cx="312316" cy="368400"/>
          </a:xfrm>
        </p:grpSpPr>
        <p:sp>
          <p:nvSpPr>
            <p:cNvPr id="11771" name="Google Shape;11771;p65"/>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65"/>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65"/>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65"/>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65"/>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76" name="Google Shape;11776;p65"/>
          <p:cNvSpPr/>
          <p:nvPr/>
        </p:nvSpPr>
        <p:spPr>
          <a:xfrm>
            <a:off x="2231811" y="34543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77" name="Google Shape;11777;p65"/>
          <p:cNvGrpSpPr/>
          <p:nvPr/>
        </p:nvGrpSpPr>
        <p:grpSpPr>
          <a:xfrm>
            <a:off x="2741264" y="3437213"/>
            <a:ext cx="330110" cy="308908"/>
            <a:chOff x="2766264" y="3394042"/>
            <a:chExt cx="294873" cy="275934"/>
          </a:xfrm>
        </p:grpSpPr>
        <p:sp>
          <p:nvSpPr>
            <p:cNvPr id="11778" name="Google Shape;11778;p65"/>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65"/>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65"/>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65"/>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2" name="Google Shape;11782;p65"/>
          <p:cNvGrpSpPr/>
          <p:nvPr/>
        </p:nvGrpSpPr>
        <p:grpSpPr>
          <a:xfrm>
            <a:off x="3189862" y="3435388"/>
            <a:ext cx="346406" cy="347552"/>
            <a:chOff x="3214972" y="3359188"/>
            <a:chExt cx="346406" cy="347552"/>
          </a:xfrm>
        </p:grpSpPr>
        <p:sp>
          <p:nvSpPr>
            <p:cNvPr id="11783" name="Google Shape;11783;p65"/>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65"/>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65"/>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65"/>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65"/>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65"/>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65"/>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65"/>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65"/>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65"/>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65"/>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65"/>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65"/>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65"/>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7" name="Google Shape;11797;p65"/>
          <p:cNvGrpSpPr/>
          <p:nvPr/>
        </p:nvGrpSpPr>
        <p:grpSpPr>
          <a:xfrm>
            <a:off x="4604196" y="3485393"/>
            <a:ext cx="367255" cy="244486"/>
            <a:chOff x="4629306" y="3409193"/>
            <a:chExt cx="367255" cy="244486"/>
          </a:xfrm>
        </p:grpSpPr>
        <p:sp>
          <p:nvSpPr>
            <p:cNvPr id="11798" name="Google Shape;11798;p65"/>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65"/>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65"/>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65"/>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65"/>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65"/>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65"/>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65"/>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65"/>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65"/>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8" name="Google Shape;11808;p65"/>
          <p:cNvGrpSpPr/>
          <p:nvPr/>
        </p:nvGrpSpPr>
        <p:grpSpPr>
          <a:xfrm>
            <a:off x="4168380" y="3426284"/>
            <a:ext cx="289939" cy="334661"/>
            <a:chOff x="4193490" y="3350084"/>
            <a:chExt cx="289939" cy="334661"/>
          </a:xfrm>
        </p:grpSpPr>
        <p:sp>
          <p:nvSpPr>
            <p:cNvPr id="11809" name="Google Shape;11809;p65"/>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65"/>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65"/>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65"/>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65"/>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65"/>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65"/>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65"/>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65"/>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65"/>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9" name="Google Shape;11819;p65"/>
          <p:cNvGrpSpPr/>
          <p:nvPr/>
        </p:nvGrpSpPr>
        <p:grpSpPr>
          <a:xfrm>
            <a:off x="6508171" y="3427430"/>
            <a:ext cx="357037" cy="357005"/>
            <a:chOff x="6533281" y="3351230"/>
            <a:chExt cx="357037" cy="357005"/>
          </a:xfrm>
        </p:grpSpPr>
        <p:sp>
          <p:nvSpPr>
            <p:cNvPr id="11820" name="Google Shape;11820;p65"/>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65"/>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65"/>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3" name="Google Shape;11823;p65"/>
          <p:cNvGrpSpPr/>
          <p:nvPr/>
        </p:nvGrpSpPr>
        <p:grpSpPr>
          <a:xfrm>
            <a:off x="6033331" y="3427430"/>
            <a:ext cx="357387" cy="357005"/>
            <a:chOff x="6058441" y="3351230"/>
            <a:chExt cx="357387" cy="357005"/>
          </a:xfrm>
        </p:grpSpPr>
        <p:sp>
          <p:nvSpPr>
            <p:cNvPr id="11824" name="Google Shape;11824;p65"/>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65"/>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6" name="Google Shape;11826;p65"/>
          <p:cNvGrpSpPr/>
          <p:nvPr/>
        </p:nvGrpSpPr>
        <p:grpSpPr>
          <a:xfrm>
            <a:off x="7932373" y="3427048"/>
            <a:ext cx="357387" cy="357387"/>
            <a:chOff x="7957483" y="3350848"/>
            <a:chExt cx="357387" cy="357387"/>
          </a:xfrm>
        </p:grpSpPr>
        <p:sp>
          <p:nvSpPr>
            <p:cNvPr id="11827" name="Google Shape;11827;p65"/>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65"/>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65"/>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0" name="Google Shape;11830;p65"/>
          <p:cNvGrpSpPr/>
          <p:nvPr/>
        </p:nvGrpSpPr>
        <p:grpSpPr>
          <a:xfrm>
            <a:off x="6982661" y="3427430"/>
            <a:ext cx="357387" cy="357005"/>
            <a:chOff x="7007771" y="3351230"/>
            <a:chExt cx="357387" cy="357005"/>
          </a:xfrm>
        </p:grpSpPr>
        <p:sp>
          <p:nvSpPr>
            <p:cNvPr id="11831" name="Google Shape;11831;p65"/>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65"/>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65"/>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65"/>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65"/>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6" name="Google Shape;11836;p65"/>
          <p:cNvGrpSpPr/>
          <p:nvPr/>
        </p:nvGrpSpPr>
        <p:grpSpPr>
          <a:xfrm>
            <a:off x="5083620" y="3427430"/>
            <a:ext cx="357005" cy="357005"/>
            <a:chOff x="5108729" y="3351230"/>
            <a:chExt cx="357005" cy="357005"/>
          </a:xfrm>
        </p:grpSpPr>
        <p:sp>
          <p:nvSpPr>
            <p:cNvPr id="11837" name="Google Shape;11837;p65"/>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65"/>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9" name="Google Shape;11839;p65"/>
          <p:cNvGrpSpPr/>
          <p:nvPr/>
        </p:nvGrpSpPr>
        <p:grpSpPr>
          <a:xfrm>
            <a:off x="5558459" y="3427430"/>
            <a:ext cx="357419" cy="357005"/>
            <a:chOff x="5583569" y="3351230"/>
            <a:chExt cx="357419" cy="357005"/>
          </a:xfrm>
        </p:grpSpPr>
        <p:sp>
          <p:nvSpPr>
            <p:cNvPr id="11840" name="Google Shape;11840;p65"/>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65"/>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2" name="Google Shape;11842;p65"/>
          <p:cNvGrpSpPr/>
          <p:nvPr/>
        </p:nvGrpSpPr>
        <p:grpSpPr>
          <a:xfrm>
            <a:off x="7457119" y="3427430"/>
            <a:ext cx="357419" cy="357005"/>
            <a:chOff x="7482229" y="3351230"/>
            <a:chExt cx="357419" cy="357005"/>
          </a:xfrm>
        </p:grpSpPr>
        <p:sp>
          <p:nvSpPr>
            <p:cNvPr id="11843" name="Google Shape;11843;p65"/>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65"/>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65"/>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65"/>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65"/>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8" name="Google Shape;11848;p65"/>
          <p:cNvGrpSpPr/>
          <p:nvPr/>
        </p:nvGrpSpPr>
        <p:grpSpPr>
          <a:xfrm>
            <a:off x="3739375" y="2966882"/>
            <a:ext cx="222874" cy="345737"/>
            <a:chOff x="3764485" y="2890682"/>
            <a:chExt cx="222874" cy="345737"/>
          </a:xfrm>
        </p:grpSpPr>
        <p:sp>
          <p:nvSpPr>
            <p:cNvPr id="11849" name="Google Shape;11849;p65"/>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65"/>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65"/>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2" name="Google Shape;11852;p65"/>
          <p:cNvGrpSpPr/>
          <p:nvPr/>
        </p:nvGrpSpPr>
        <p:grpSpPr>
          <a:xfrm>
            <a:off x="2213507" y="2984331"/>
            <a:ext cx="422596" cy="310382"/>
            <a:chOff x="2278533" y="2937377"/>
            <a:chExt cx="346788" cy="254704"/>
          </a:xfrm>
        </p:grpSpPr>
        <p:sp>
          <p:nvSpPr>
            <p:cNvPr id="11853" name="Google Shape;11853;p65"/>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65"/>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55" name="Google Shape;11855;p65"/>
          <p:cNvSpPr/>
          <p:nvPr/>
        </p:nvSpPr>
        <p:spPr>
          <a:xfrm>
            <a:off x="3202753" y="29673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56" name="Google Shape;11856;p65"/>
          <p:cNvGrpSpPr/>
          <p:nvPr/>
        </p:nvGrpSpPr>
        <p:grpSpPr>
          <a:xfrm>
            <a:off x="1811527" y="2967710"/>
            <a:ext cx="286152" cy="346438"/>
            <a:chOff x="1836637" y="2891510"/>
            <a:chExt cx="286152" cy="346438"/>
          </a:xfrm>
        </p:grpSpPr>
        <p:sp>
          <p:nvSpPr>
            <p:cNvPr id="11857" name="Google Shape;11857;p65"/>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65"/>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65"/>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0" name="Google Shape;11860;p65"/>
          <p:cNvGrpSpPr/>
          <p:nvPr/>
        </p:nvGrpSpPr>
        <p:grpSpPr>
          <a:xfrm>
            <a:off x="5560751" y="2982129"/>
            <a:ext cx="379764" cy="337684"/>
            <a:chOff x="5585861" y="2905929"/>
            <a:chExt cx="379764" cy="337684"/>
          </a:xfrm>
        </p:grpSpPr>
        <p:sp>
          <p:nvSpPr>
            <p:cNvPr id="11861" name="Google Shape;11861;p65"/>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65"/>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65"/>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65"/>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5" name="Google Shape;11865;p65"/>
          <p:cNvGrpSpPr/>
          <p:nvPr/>
        </p:nvGrpSpPr>
        <p:grpSpPr>
          <a:xfrm>
            <a:off x="1302566" y="2986680"/>
            <a:ext cx="347934" cy="310024"/>
            <a:chOff x="1327676" y="2910480"/>
            <a:chExt cx="347934" cy="310024"/>
          </a:xfrm>
        </p:grpSpPr>
        <p:sp>
          <p:nvSpPr>
            <p:cNvPr id="11866" name="Google Shape;11866;p65"/>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65"/>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65"/>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65"/>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65"/>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71" name="Google Shape;11871;p65"/>
          <p:cNvSpPr/>
          <p:nvPr/>
        </p:nvSpPr>
        <p:spPr>
          <a:xfrm>
            <a:off x="2760857" y="32712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72" name="Google Shape;11872;p65"/>
          <p:cNvGrpSpPr/>
          <p:nvPr/>
        </p:nvGrpSpPr>
        <p:grpSpPr>
          <a:xfrm>
            <a:off x="2728291" y="2945764"/>
            <a:ext cx="382828" cy="358601"/>
            <a:chOff x="2753373" y="2902523"/>
            <a:chExt cx="347552" cy="325557"/>
          </a:xfrm>
        </p:grpSpPr>
        <p:sp>
          <p:nvSpPr>
            <p:cNvPr id="11873" name="Google Shape;11873;p65"/>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65"/>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65"/>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65"/>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65"/>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65"/>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9" name="Google Shape;11879;p65"/>
          <p:cNvGrpSpPr/>
          <p:nvPr/>
        </p:nvGrpSpPr>
        <p:grpSpPr>
          <a:xfrm>
            <a:off x="823906" y="2979455"/>
            <a:ext cx="356655" cy="335425"/>
            <a:chOff x="849016" y="2903255"/>
            <a:chExt cx="356655" cy="335425"/>
          </a:xfrm>
        </p:grpSpPr>
        <p:sp>
          <p:nvSpPr>
            <p:cNvPr id="11880" name="Google Shape;11880;p65"/>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65"/>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65"/>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65"/>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65"/>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65"/>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65"/>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65"/>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65"/>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65"/>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65"/>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1" name="Google Shape;11891;p65"/>
          <p:cNvGrpSpPr/>
          <p:nvPr/>
        </p:nvGrpSpPr>
        <p:grpSpPr>
          <a:xfrm>
            <a:off x="4185823" y="3002977"/>
            <a:ext cx="280072" cy="275520"/>
            <a:chOff x="4210933" y="2926777"/>
            <a:chExt cx="280072" cy="275520"/>
          </a:xfrm>
        </p:grpSpPr>
        <p:sp>
          <p:nvSpPr>
            <p:cNvPr id="11892" name="Google Shape;11892;p65"/>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65"/>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65"/>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65"/>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65"/>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65"/>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65"/>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65"/>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65"/>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65"/>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65"/>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65"/>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65"/>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5" name="Google Shape;11905;p65"/>
          <p:cNvGrpSpPr/>
          <p:nvPr/>
        </p:nvGrpSpPr>
        <p:grpSpPr>
          <a:xfrm>
            <a:off x="4642106" y="2991582"/>
            <a:ext cx="320273" cy="318395"/>
            <a:chOff x="4667216" y="2915382"/>
            <a:chExt cx="320273" cy="318395"/>
          </a:xfrm>
        </p:grpSpPr>
        <p:sp>
          <p:nvSpPr>
            <p:cNvPr id="11906" name="Google Shape;11906;p65"/>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65"/>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65"/>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65"/>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0" name="Google Shape;11910;p65"/>
          <p:cNvGrpSpPr/>
          <p:nvPr/>
        </p:nvGrpSpPr>
        <p:grpSpPr>
          <a:xfrm>
            <a:off x="5145370" y="3010839"/>
            <a:ext cx="261929" cy="280550"/>
            <a:chOff x="5170480" y="2934639"/>
            <a:chExt cx="261929" cy="280550"/>
          </a:xfrm>
        </p:grpSpPr>
        <p:sp>
          <p:nvSpPr>
            <p:cNvPr id="11911" name="Google Shape;11911;p65"/>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65"/>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65"/>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65"/>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65"/>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65"/>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65"/>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8" name="Google Shape;11918;p65"/>
          <p:cNvGrpSpPr/>
          <p:nvPr/>
        </p:nvGrpSpPr>
        <p:grpSpPr>
          <a:xfrm>
            <a:off x="6044313" y="2968091"/>
            <a:ext cx="362321" cy="364231"/>
            <a:chOff x="6069423" y="2891892"/>
            <a:chExt cx="362321" cy="364231"/>
          </a:xfrm>
        </p:grpSpPr>
        <p:sp>
          <p:nvSpPr>
            <p:cNvPr id="11919" name="Google Shape;11919;p65"/>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65"/>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65"/>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65"/>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65"/>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65"/>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5" name="Google Shape;11925;p65"/>
          <p:cNvGrpSpPr/>
          <p:nvPr/>
        </p:nvGrpSpPr>
        <p:grpSpPr>
          <a:xfrm>
            <a:off x="6546845" y="2995370"/>
            <a:ext cx="308878" cy="311170"/>
            <a:chOff x="6571955" y="2919170"/>
            <a:chExt cx="308878" cy="311170"/>
          </a:xfrm>
        </p:grpSpPr>
        <p:sp>
          <p:nvSpPr>
            <p:cNvPr id="11926" name="Google Shape;11926;p65"/>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65"/>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65"/>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65"/>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65"/>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65"/>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65"/>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65"/>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65"/>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65"/>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6" name="Google Shape;11936;p65"/>
          <p:cNvGrpSpPr/>
          <p:nvPr/>
        </p:nvGrpSpPr>
        <p:grpSpPr>
          <a:xfrm>
            <a:off x="7474944" y="3010935"/>
            <a:ext cx="350576" cy="280454"/>
            <a:chOff x="7500054" y="2934735"/>
            <a:chExt cx="350576" cy="280454"/>
          </a:xfrm>
        </p:grpSpPr>
        <p:sp>
          <p:nvSpPr>
            <p:cNvPr id="11937" name="Google Shape;11937;p65"/>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65"/>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65"/>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65"/>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65"/>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65"/>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65"/>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65"/>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5" name="Google Shape;11945;p65"/>
          <p:cNvGrpSpPr/>
          <p:nvPr/>
        </p:nvGrpSpPr>
        <p:grpSpPr>
          <a:xfrm>
            <a:off x="6987570" y="2950862"/>
            <a:ext cx="332012" cy="355454"/>
            <a:chOff x="7055134" y="2919170"/>
            <a:chExt cx="290321" cy="310820"/>
          </a:xfrm>
        </p:grpSpPr>
        <p:sp>
          <p:nvSpPr>
            <p:cNvPr id="11946" name="Google Shape;11946;p65"/>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65"/>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65"/>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65"/>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65"/>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65"/>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65"/>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65"/>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65"/>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65"/>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65"/>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65"/>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65"/>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65"/>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0" name="Google Shape;11960;p65"/>
          <p:cNvGrpSpPr/>
          <p:nvPr/>
        </p:nvGrpSpPr>
        <p:grpSpPr>
          <a:xfrm>
            <a:off x="7960033" y="2976813"/>
            <a:ext cx="330109" cy="347552"/>
            <a:chOff x="7985143" y="2900613"/>
            <a:chExt cx="330109" cy="347552"/>
          </a:xfrm>
        </p:grpSpPr>
        <p:sp>
          <p:nvSpPr>
            <p:cNvPr id="11961" name="Google Shape;11961;p65"/>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65"/>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65"/>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65"/>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65"/>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65"/>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65"/>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65"/>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9" name="Google Shape;11969;p65"/>
          <p:cNvGrpSpPr/>
          <p:nvPr/>
        </p:nvGrpSpPr>
        <p:grpSpPr>
          <a:xfrm>
            <a:off x="7965731" y="2511426"/>
            <a:ext cx="354363" cy="353631"/>
            <a:chOff x="7990840" y="2435226"/>
            <a:chExt cx="354363" cy="353631"/>
          </a:xfrm>
        </p:grpSpPr>
        <p:sp>
          <p:nvSpPr>
            <p:cNvPr id="11970" name="Google Shape;11970;p65"/>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65"/>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65"/>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3" name="Google Shape;11973;p65"/>
          <p:cNvGrpSpPr/>
          <p:nvPr/>
        </p:nvGrpSpPr>
        <p:grpSpPr>
          <a:xfrm>
            <a:off x="1792207" y="2556530"/>
            <a:ext cx="350958" cy="263043"/>
            <a:chOff x="1817317" y="2480330"/>
            <a:chExt cx="350958" cy="263043"/>
          </a:xfrm>
        </p:grpSpPr>
        <p:sp>
          <p:nvSpPr>
            <p:cNvPr id="11974" name="Google Shape;11974;p65"/>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65"/>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65"/>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65"/>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65"/>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9" name="Google Shape;11979;p65"/>
          <p:cNvGrpSpPr/>
          <p:nvPr/>
        </p:nvGrpSpPr>
        <p:grpSpPr>
          <a:xfrm>
            <a:off x="1316617" y="2559549"/>
            <a:ext cx="419913" cy="308109"/>
            <a:chOff x="1341727" y="2483349"/>
            <a:chExt cx="419913" cy="308109"/>
          </a:xfrm>
        </p:grpSpPr>
        <p:sp>
          <p:nvSpPr>
            <p:cNvPr id="11980" name="Google Shape;11980;p65"/>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65"/>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65"/>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3" name="Google Shape;11983;p65"/>
          <p:cNvGrpSpPr/>
          <p:nvPr/>
        </p:nvGrpSpPr>
        <p:grpSpPr>
          <a:xfrm>
            <a:off x="829222" y="2523936"/>
            <a:ext cx="376358" cy="330109"/>
            <a:chOff x="854332" y="2447736"/>
            <a:chExt cx="376358" cy="330109"/>
          </a:xfrm>
        </p:grpSpPr>
        <p:sp>
          <p:nvSpPr>
            <p:cNvPr id="11984" name="Google Shape;11984;p65"/>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65"/>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65"/>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65"/>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65"/>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65"/>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65"/>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65"/>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2" name="Google Shape;11992;p65"/>
          <p:cNvGrpSpPr/>
          <p:nvPr/>
        </p:nvGrpSpPr>
        <p:grpSpPr>
          <a:xfrm>
            <a:off x="4181653" y="2527151"/>
            <a:ext cx="322151" cy="322374"/>
            <a:chOff x="4206763" y="2450951"/>
            <a:chExt cx="322151" cy="322374"/>
          </a:xfrm>
        </p:grpSpPr>
        <p:sp>
          <p:nvSpPr>
            <p:cNvPr id="11993" name="Google Shape;11993;p65"/>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65"/>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5" name="Google Shape;11995;p65"/>
          <p:cNvGrpSpPr/>
          <p:nvPr/>
        </p:nvGrpSpPr>
        <p:grpSpPr>
          <a:xfrm>
            <a:off x="7491236" y="2526259"/>
            <a:ext cx="327976" cy="324316"/>
            <a:chOff x="7528096" y="2450059"/>
            <a:chExt cx="327976" cy="324316"/>
          </a:xfrm>
        </p:grpSpPr>
        <p:sp>
          <p:nvSpPr>
            <p:cNvPr id="11996" name="Google Shape;11996;p65"/>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65"/>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65"/>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65"/>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65"/>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1" name="Google Shape;12001;p65"/>
          <p:cNvGrpSpPr/>
          <p:nvPr/>
        </p:nvGrpSpPr>
        <p:grpSpPr>
          <a:xfrm>
            <a:off x="7052019" y="2588742"/>
            <a:ext cx="282364" cy="198619"/>
            <a:chOff x="7077129" y="2512542"/>
            <a:chExt cx="282364" cy="198619"/>
          </a:xfrm>
        </p:grpSpPr>
        <p:sp>
          <p:nvSpPr>
            <p:cNvPr id="12002" name="Google Shape;12002;p65"/>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65"/>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65"/>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65"/>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65"/>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65"/>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8" name="Google Shape;12008;p65"/>
          <p:cNvGrpSpPr/>
          <p:nvPr/>
        </p:nvGrpSpPr>
        <p:grpSpPr>
          <a:xfrm>
            <a:off x="3700351" y="2520912"/>
            <a:ext cx="334279" cy="334661"/>
            <a:chOff x="3725461" y="2444712"/>
            <a:chExt cx="334279" cy="334661"/>
          </a:xfrm>
        </p:grpSpPr>
        <p:sp>
          <p:nvSpPr>
            <p:cNvPr id="12009" name="Google Shape;12009;p65"/>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65"/>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65"/>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65"/>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65"/>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65"/>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65"/>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6" name="Google Shape;12016;p65"/>
          <p:cNvGrpSpPr/>
          <p:nvPr/>
        </p:nvGrpSpPr>
        <p:grpSpPr>
          <a:xfrm>
            <a:off x="6552128" y="2533421"/>
            <a:ext cx="332019" cy="310788"/>
            <a:chOff x="6577238" y="2457221"/>
            <a:chExt cx="332019" cy="310788"/>
          </a:xfrm>
        </p:grpSpPr>
        <p:sp>
          <p:nvSpPr>
            <p:cNvPr id="12017" name="Google Shape;12017;p65"/>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65"/>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65"/>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65"/>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65"/>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65"/>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3" name="Google Shape;12023;p65"/>
          <p:cNvGrpSpPr/>
          <p:nvPr/>
        </p:nvGrpSpPr>
        <p:grpSpPr>
          <a:xfrm>
            <a:off x="2793451" y="2515978"/>
            <a:ext cx="247892" cy="346024"/>
            <a:chOff x="2818561" y="2439778"/>
            <a:chExt cx="247892" cy="346024"/>
          </a:xfrm>
        </p:grpSpPr>
        <p:sp>
          <p:nvSpPr>
            <p:cNvPr id="12024" name="Google Shape;12024;p65"/>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65"/>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65"/>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65"/>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65"/>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65"/>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65"/>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65"/>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65"/>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65"/>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65"/>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65"/>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6" name="Google Shape;12036;p65"/>
          <p:cNvGrpSpPr/>
          <p:nvPr/>
        </p:nvGrpSpPr>
        <p:grpSpPr>
          <a:xfrm>
            <a:off x="3182668" y="2550832"/>
            <a:ext cx="419933" cy="275170"/>
            <a:chOff x="3207778" y="2474632"/>
            <a:chExt cx="419933" cy="275170"/>
          </a:xfrm>
        </p:grpSpPr>
        <p:sp>
          <p:nvSpPr>
            <p:cNvPr id="12037" name="Google Shape;12037;p65"/>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65"/>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65"/>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65"/>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65"/>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65"/>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65"/>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65"/>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65"/>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65"/>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65"/>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65"/>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65"/>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65"/>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1" name="Google Shape;12051;p65"/>
          <p:cNvGrpSpPr/>
          <p:nvPr/>
        </p:nvGrpSpPr>
        <p:grpSpPr>
          <a:xfrm>
            <a:off x="6074265" y="2532275"/>
            <a:ext cx="337684" cy="314194"/>
            <a:chOff x="6099375" y="2456075"/>
            <a:chExt cx="337684" cy="314194"/>
          </a:xfrm>
        </p:grpSpPr>
        <p:sp>
          <p:nvSpPr>
            <p:cNvPr id="12052" name="Google Shape;12052;p65"/>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65"/>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4" name="Google Shape;12054;p65"/>
          <p:cNvGrpSpPr/>
          <p:nvPr/>
        </p:nvGrpSpPr>
        <p:grpSpPr>
          <a:xfrm>
            <a:off x="2287513" y="2544784"/>
            <a:ext cx="312698" cy="286534"/>
            <a:chOff x="2312623" y="2468584"/>
            <a:chExt cx="312698" cy="286534"/>
          </a:xfrm>
        </p:grpSpPr>
        <p:sp>
          <p:nvSpPr>
            <p:cNvPr id="12055" name="Google Shape;12055;p65"/>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65"/>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65"/>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8" name="Google Shape;12058;p65"/>
          <p:cNvGrpSpPr/>
          <p:nvPr/>
        </p:nvGrpSpPr>
        <p:grpSpPr>
          <a:xfrm>
            <a:off x="5593695" y="2517124"/>
            <a:ext cx="345292" cy="342618"/>
            <a:chOff x="5618805" y="2440924"/>
            <a:chExt cx="345292" cy="342618"/>
          </a:xfrm>
        </p:grpSpPr>
        <p:sp>
          <p:nvSpPr>
            <p:cNvPr id="12059" name="Google Shape;12059;p65"/>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65"/>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65"/>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65"/>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65"/>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4" name="Google Shape;12064;p65"/>
          <p:cNvGrpSpPr/>
          <p:nvPr/>
        </p:nvGrpSpPr>
        <p:grpSpPr>
          <a:xfrm>
            <a:off x="4628069" y="2522790"/>
            <a:ext cx="377886" cy="331255"/>
            <a:chOff x="4653179" y="2446590"/>
            <a:chExt cx="377886" cy="331255"/>
          </a:xfrm>
        </p:grpSpPr>
        <p:sp>
          <p:nvSpPr>
            <p:cNvPr id="12065" name="Google Shape;12065;p65"/>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65"/>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65"/>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65"/>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9" name="Google Shape;12069;p65"/>
          <p:cNvGrpSpPr/>
          <p:nvPr/>
        </p:nvGrpSpPr>
        <p:grpSpPr>
          <a:xfrm>
            <a:off x="5159407" y="2535681"/>
            <a:ext cx="252062" cy="305122"/>
            <a:chOff x="5184517" y="2459481"/>
            <a:chExt cx="252062" cy="305122"/>
          </a:xfrm>
        </p:grpSpPr>
        <p:sp>
          <p:nvSpPr>
            <p:cNvPr id="12070" name="Google Shape;12070;p65"/>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65"/>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65"/>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65"/>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65"/>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65"/>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76" name="Google Shape;12076;p65"/>
          <p:cNvSpPr/>
          <p:nvPr/>
        </p:nvSpPr>
        <p:spPr>
          <a:xfrm>
            <a:off x="1775910" y="20468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77" name="Google Shape;12077;p65"/>
          <p:cNvGrpSpPr/>
          <p:nvPr/>
        </p:nvGrpSpPr>
        <p:grpSpPr>
          <a:xfrm>
            <a:off x="6130349" y="2045308"/>
            <a:ext cx="249770" cy="363849"/>
            <a:chOff x="6155459" y="1969108"/>
            <a:chExt cx="249770" cy="363849"/>
          </a:xfrm>
        </p:grpSpPr>
        <p:sp>
          <p:nvSpPr>
            <p:cNvPr id="12078" name="Google Shape;12078;p65"/>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65"/>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65"/>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65"/>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65"/>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65"/>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65"/>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65"/>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65"/>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7" name="Google Shape;12087;p65"/>
          <p:cNvGrpSpPr/>
          <p:nvPr/>
        </p:nvGrpSpPr>
        <p:grpSpPr>
          <a:xfrm>
            <a:off x="2254919" y="2046804"/>
            <a:ext cx="353631" cy="354395"/>
            <a:chOff x="2280029" y="1970604"/>
            <a:chExt cx="353631" cy="354395"/>
          </a:xfrm>
        </p:grpSpPr>
        <p:sp>
          <p:nvSpPr>
            <p:cNvPr id="12088" name="Google Shape;12088;p65"/>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65"/>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65"/>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65"/>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2" name="Google Shape;12092;p65"/>
          <p:cNvGrpSpPr/>
          <p:nvPr/>
        </p:nvGrpSpPr>
        <p:grpSpPr>
          <a:xfrm>
            <a:off x="8039990" y="2076374"/>
            <a:ext cx="255086" cy="301685"/>
            <a:chOff x="8065100" y="2000174"/>
            <a:chExt cx="255086" cy="301685"/>
          </a:xfrm>
        </p:grpSpPr>
        <p:sp>
          <p:nvSpPr>
            <p:cNvPr id="12093" name="Google Shape;12093;p65"/>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65"/>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65"/>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65"/>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7" name="Google Shape;12097;p65"/>
          <p:cNvGrpSpPr/>
          <p:nvPr/>
        </p:nvGrpSpPr>
        <p:grpSpPr>
          <a:xfrm>
            <a:off x="6608595" y="2045308"/>
            <a:ext cx="249420" cy="363849"/>
            <a:chOff x="6633705" y="1969108"/>
            <a:chExt cx="249420" cy="363849"/>
          </a:xfrm>
        </p:grpSpPr>
        <p:sp>
          <p:nvSpPr>
            <p:cNvPr id="12098" name="Google Shape;12098;p65"/>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65"/>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65"/>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65"/>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65"/>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65"/>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65"/>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65"/>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6" name="Google Shape;12106;p65"/>
          <p:cNvGrpSpPr/>
          <p:nvPr/>
        </p:nvGrpSpPr>
        <p:grpSpPr>
          <a:xfrm>
            <a:off x="5185921" y="2045308"/>
            <a:ext cx="226661" cy="363467"/>
            <a:chOff x="5211031" y="1969108"/>
            <a:chExt cx="226661" cy="363467"/>
          </a:xfrm>
        </p:grpSpPr>
        <p:sp>
          <p:nvSpPr>
            <p:cNvPr id="12107" name="Google Shape;12107;p65"/>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65"/>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9" name="Google Shape;12109;p65"/>
          <p:cNvGrpSpPr/>
          <p:nvPr/>
        </p:nvGrpSpPr>
        <p:grpSpPr>
          <a:xfrm>
            <a:off x="3687842" y="2046804"/>
            <a:ext cx="354363" cy="354395"/>
            <a:chOff x="3712952" y="1970604"/>
            <a:chExt cx="354363" cy="354395"/>
          </a:xfrm>
        </p:grpSpPr>
        <p:sp>
          <p:nvSpPr>
            <p:cNvPr id="12110" name="Google Shape;12110;p65"/>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65"/>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65"/>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65"/>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65"/>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65"/>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65"/>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65"/>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65"/>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9" name="Google Shape;12119;p65"/>
          <p:cNvGrpSpPr/>
          <p:nvPr/>
        </p:nvGrpSpPr>
        <p:grpSpPr>
          <a:xfrm>
            <a:off x="3210329" y="2046804"/>
            <a:ext cx="354363" cy="354745"/>
            <a:chOff x="3235438" y="1970604"/>
            <a:chExt cx="354363" cy="354745"/>
          </a:xfrm>
        </p:grpSpPr>
        <p:sp>
          <p:nvSpPr>
            <p:cNvPr id="12120" name="Google Shape;12120;p65"/>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65"/>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65"/>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65"/>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65"/>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65"/>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65"/>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65"/>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65"/>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65"/>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65"/>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65"/>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65"/>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3" name="Google Shape;12133;p65"/>
          <p:cNvGrpSpPr/>
          <p:nvPr/>
        </p:nvGrpSpPr>
        <p:grpSpPr>
          <a:xfrm>
            <a:off x="1304475" y="2066125"/>
            <a:ext cx="341472" cy="335074"/>
            <a:chOff x="1329585" y="1989925"/>
            <a:chExt cx="341472" cy="335074"/>
          </a:xfrm>
        </p:grpSpPr>
        <p:sp>
          <p:nvSpPr>
            <p:cNvPr id="12134" name="Google Shape;12134;p65"/>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65"/>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65"/>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7" name="Google Shape;12137;p65"/>
          <p:cNvGrpSpPr/>
          <p:nvPr/>
        </p:nvGrpSpPr>
        <p:grpSpPr>
          <a:xfrm>
            <a:off x="5566761" y="2066106"/>
            <a:ext cx="416649" cy="325597"/>
            <a:chOff x="5626763" y="2013829"/>
            <a:chExt cx="351722" cy="274788"/>
          </a:xfrm>
        </p:grpSpPr>
        <p:sp>
          <p:nvSpPr>
            <p:cNvPr id="12138" name="Google Shape;12138;p65"/>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65"/>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65"/>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65"/>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65"/>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65"/>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65"/>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65"/>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65"/>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65"/>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8" name="Google Shape;12148;p65"/>
          <p:cNvGrpSpPr/>
          <p:nvPr/>
        </p:nvGrpSpPr>
        <p:grpSpPr>
          <a:xfrm>
            <a:off x="7551495" y="2060077"/>
            <a:ext cx="276698" cy="333133"/>
            <a:chOff x="7576605" y="1983877"/>
            <a:chExt cx="276698" cy="333133"/>
          </a:xfrm>
        </p:grpSpPr>
        <p:sp>
          <p:nvSpPr>
            <p:cNvPr id="12149" name="Google Shape;12149;p65"/>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65"/>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1" name="Google Shape;12151;p65"/>
          <p:cNvGrpSpPr/>
          <p:nvPr/>
        </p:nvGrpSpPr>
        <p:grpSpPr>
          <a:xfrm>
            <a:off x="828458" y="2051738"/>
            <a:ext cx="337334" cy="353599"/>
            <a:chOff x="853568" y="1975538"/>
            <a:chExt cx="337334" cy="353599"/>
          </a:xfrm>
        </p:grpSpPr>
        <p:sp>
          <p:nvSpPr>
            <p:cNvPr id="12152" name="Google Shape;12152;p65"/>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65"/>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65"/>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65"/>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6" name="Google Shape;12156;p65"/>
          <p:cNvGrpSpPr/>
          <p:nvPr/>
        </p:nvGrpSpPr>
        <p:grpSpPr>
          <a:xfrm>
            <a:off x="2733192" y="2085828"/>
            <a:ext cx="327085" cy="277080"/>
            <a:chOff x="2770052" y="2009628"/>
            <a:chExt cx="327085" cy="277080"/>
          </a:xfrm>
        </p:grpSpPr>
        <p:sp>
          <p:nvSpPr>
            <p:cNvPr id="12157" name="Google Shape;12157;p65"/>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65"/>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59" name="Google Shape;12159;p65"/>
          <p:cNvSpPr/>
          <p:nvPr/>
        </p:nvSpPr>
        <p:spPr>
          <a:xfrm>
            <a:off x="7034958" y="20653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60" name="Google Shape;12160;p65"/>
          <p:cNvGrpSpPr/>
          <p:nvPr/>
        </p:nvGrpSpPr>
        <p:grpSpPr>
          <a:xfrm>
            <a:off x="4170289" y="2046804"/>
            <a:ext cx="344878" cy="343573"/>
            <a:chOff x="4195399" y="1970604"/>
            <a:chExt cx="344878" cy="343573"/>
          </a:xfrm>
        </p:grpSpPr>
        <p:sp>
          <p:nvSpPr>
            <p:cNvPr id="12161" name="Google Shape;12161;p65"/>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65"/>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65"/>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65"/>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5" name="Google Shape;12165;p65"/>
          <p:cNvGrpSpPr/>
          <p:nvPr/>
        </p:nvGrpSpPr>
        <p:grpSpPr>
          <a:xfrm>
            <a:off x="4649681" y="2053647"/>
            <a:ext cx="344528" cy="344114"/>
            <a:chOff x="4674791" y="1977447"/>
            <a:chExt cx="344528" cy="344114"/>
          </a:xfrm>
        </p:grpSpPr>
        <p:sp>
          <p:nvSpPr>
            <p:cNvPr id="12166" name="Google Shape;12166;p65"/>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65"/>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65"/>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65"/>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65"/>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65"/>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65"/>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65"/>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65"/>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65"/>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65"/>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65"/>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65"/>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65"/>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65"/>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65"/>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65"/>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65"/>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65"/>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65"/>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65"/>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65"/>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65"/>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65"/>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65"/>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65"/>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2" name="Google Shape;12192;p65"/>
          <p:cNvGrpSpPr/>
          <p:nvPr/>
        </p:nvGrpSpPr>
        <p:grpSpPr>
          <a:xfrm>
            <a:off x="6058700" y="1623497"/>
            <a:ext cx="382819" cy="310788"/>
            <a:chOff x="6083810" y="1547297"/>
            <a:chExt cx="382819" cy="310788"/>
          </a:xfrm>
        </p:grpSpPr>
        <p:sp>
          <p:nvSpPr>
            <p:cNvPr id="12193" name="Google Shape;12193;p65"/>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65"/>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65"/>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65"/>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65"/>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65"/>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65"/>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65"/>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65"/>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65"/>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65"/>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65"/>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65"/>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65"/>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65"/>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65"/>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65"/>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65"/>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1" name="Google Shape;12211;p65"/>
          <p:cNvGrpSpPr/>
          <p:nvPr/>
        </p:nvGrpSpPr>
        <p:grpSpPr>
          <a:xfrm>
            <a:off x="6533190" y="1614393"/>
            <a:ext cx="382788" cy="328613"/>
            <a:chOff x="6558300" y="1538193"/>
            <a:chExt cx="382788" cy="328613"/>
          </a:xfrm>
        </p:grpSpPr>
        <p:sp>
          <p:nvSpPr>
            <p:cNvPr id="12212" name="Google Shape;12212;p65"/>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65"/>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4" name="Google Shape;12214;p65"/>
          <p:cNvGrpSpPr/>
          <p:nvPr/>
        </p:nvGrpSpPr>
        <p:grpSpPr>
          <a:xfrm>
            <a:off x="5168892" y="1587497"/>
            <a:ext cx="259605" cy="346024"/>
            <a:chOff x="5194002" y="1511297"/>
            <a:chExt cx="259605" cy="346024"/>
          </a:xfrm>
        </p:grpSpPr>
        <p:sp>
          <p:nvSpPr>
            <p:cNvPr id="12215" name="Google Shape;12215;p65"/>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65"/>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65"/>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65"/>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9" name="Google Shape;12219;p65"/>
          <p:cNvGrpSpPr/>
          <p:nvPr/>
        </p:nvGrpSpPr>
        <p:grpSpPr>
          <a:xfrm>
            <a:off x="1369631" y="1588261"/>
            <a:ext cx="252444" cy="351722"/>
            <a:chOff x="1394741" y="1512061"/>
            <a:chExt cx="252444" cy="351722"/>
          </a:xfrm>
        </p:grpSpPr>
        <p:sp>
          <p:nvSpPr>
            <p:cNvPr id="12220" name="Google Shape;12220;p65"/>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65"/>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65"/>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65"/>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65"/>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65"/>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65"/>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65"/>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65"/>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65"/>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65"/>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65"/>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65"/>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65"/>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65"/>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65"/>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65"/>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7" name="Google Shape;12237;p65"/>
          <p:cNvGrpSpPr/>
          <p:nvPr/>
        </p:nvGrpSpPr>
        <p:grpSpPr>
          <a:xfrm>
            <a:off x="829986" y="1580685"/>
            <a:ext cx="380910" cy="339594"/>
            <a:chOff x="855096" y="1504485"/>
            <a:chExt cx="380910" cy="339594"/>
          </a:xfrm>
        </p:grpSpPr>
        <p:sp>
          <p:nvSpPr>
            <p:cNvPr id="12238" name="Google Shape;12238;p65"/>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65"/>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65"/>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65"/>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65"/>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3" name="Google Shape;12243;p65"/>
          <p:cNvGrpSpPr/>
          <p:nvPr/>
        </p:nvGrpSpPr>
        <p:grpSpPr>
          <a:xfrm>
            <a:off x="1794466" y="1587879"/>
            <a:ext cx="352103" cy="352103"/>
            <a:chOff x="1819576" y="1511679"/>
            <a:chExt cx="352103" cy="352103"/>
          </a:xfrm>
        </p:grpSpPr>
        <p:sp>
          <p:nvSpPr>
            <p:cNvPr id="12244" name="Google Shape;12244;p65"/>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65"/>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65"/>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65"/>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8" name="Google Shape;12248;p65"/>
          <p:cNvGrpSpPr/>
          <p:nvPr/>
        </p:nvGrpSpPr>
        <p:grpSpPr>
          <a:xfrm>
            <a:off x="5595987" y="1576961"/>
            <a:ext cx="371424" cy="355446"/>
            <a:chOff x="5621097" y="1500761"/>
            <a:chExt cx="371424" cy="355446"/>
          </a:xfrm>
        </p:grpSpPr>
        <p:sp>
          <p:nvSpPr>
            <p:cNvPr id="12249" name="Google Shape;12249;p65"/>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65"/>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1" name="Google Shape;12251;p65"/>
          <p:cNvGrpSpPr/>
          <p:nvPr/>
        </p:nvGrpSpPr>
        <p:grpSpPr>
          <a:xfrm>
            <a:off x="4645129" y="1617799"/>
            <a:ext cx="359679" cy="321833"/>
            <a:chOff x="4670239" y="1541599"/>
            <a:chExt cx="359679" cy="321833"/>
          </a:xfrm>
        </p:grpSpPr>
        <p:sp>
          <p:nvSpPr>
            <p:cNvPr id="12252" name="Google Shape;12252;p65"/>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65"/>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65"/>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65"/>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65"/>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7" name="Google Shape;12257;p65"/>
          <p:cNvGrpSpPr/>
          <p:nvPr/>
        </p:nvGrpSpPr>
        <p:grpSpPr>
          <a:xfrm>
            <a:off x="4187319" y="1578585"/>
            <a:ext cx="321037" cy="353822"/>
            <a:chOff x="4212429" y="1502385"/>
            <a:chExt cx="321037" cy="353822"/>
          </a:xfrm>
        </p:grpSpPr>
        <p:sp>
          <p:nvSpPr>
            <p:cNvPr id="12258" name="Google Shape;12258;p65"/>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65"/>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65"/>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65"/>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2" name="Google Shape;12262;p65"/>
          <p:cNvGrpSpPr/>
          <p:nvPr/>
        </p:nvGrpSpPr>
        <p:grpSpPr>
          <a:xfrm>
            <a:off x="2277678" y="1582181"/>
            <a:ext cx="336188" cy="335425"/>
            <a:chOff x="2302788" y="1505981"/>
            <a:chExt cx="336188" cy="335425"/>
          </a:xfrm>
        </p:grpSpPr>
        <p:sp>
          <p:nvSpPr>
            <p:cNvPr id="12263" name="Google Shape;12263;p65"/>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65"/>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65"/>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65"/>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65"/>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65"/>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65"/>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65"/>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65"/>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65"/>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65"/>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65"/>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65"/>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65"/>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65"/>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65"/>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65"/>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0" name="Google Shape;12280;p65"/>
          <p:cNvGrpSpPr/>
          <p:nvPr/>
        </p:nvGrpSpPr>
        <p:grpSpPr>
          <a:xfrm>
            <a:off x="2755191" y="1598096"/>
            <a:ext cx="333133" cy="321037"/>
            <a:chOff x="2780301" y="1521896"/>
            <a:chExt cx="333133" cy="321037"/>
          </a:xfrm>
        </p:grpSpPr>
        <p:sp>
          <p:nvSpPr>
            <p:cNvPr id="12281" name="Google Shape;12281;p65"/>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65"/>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65"/>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65"/>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65"/>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65"/>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65"/>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65"/>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65"/>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65"/>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65"/>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65"/>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65"/>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65"/>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65"/>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65"/>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65"/>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65"/>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65"/>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65"/>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1" name="Google Shape;12301;p65"/>
          <p:cNvGrpSpPr/>
          <p:nvPr/>
        </p:nvGrpSpPr>
        <p:grpSpPr>
          <a:xfrm>
            <a:off x="3291049" y="1591285"/>
            <a:ext cx="211892" cy="339594"/>
            <a:chOff x="3316159" y="1515085"/>
            <a:chExt cx="211892" cy="339594"/>
          </a:xfrm>
        </p:grpSpPr>
        <p:sp>
          <p:nvSpPr>
            <p:cNvPr id="12302" name="Google Shape;12302;p65"/>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65"/>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65"/>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05" name="Google Shape;12305;p65"/>
            <p:cNvGrpSpPr/>
            <p:nvPr/>
          </p:nvGrpSpPr>
          <p:grpSpPr>
            <a:xfrm>
              <a:off x="3316159" y="1515085"/>
              <a:ext cx="211892" cy="339594"/>
              <a:chOff x="3316159" y="1515085"/>
              <a:chExt cx="211892" cy="339594"/>
            </a:xfrm>
          </p:grpSpPr>
          <p:sp>
            <p:nvSpPr>
              <p:cNvPr id="12306" name="Google Shape;12306;p65"/>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65"/>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65"/>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65"/>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65"/>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65"/>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12" name="Google Shape;12312;p65"/>
          <p:cNvGrpSpPr/>
          <p:nvPr/>
        </p:nvGrpSpPr>
        <p:grpSpPr>
          <a:xfrm>
            <a:off x="3691248" y="1620855"/>
            <a:ext cx="361971" cy="314958"/>
            <a:chOff x="3716358" y="1544655"/>
            <a:chExt cx="361971" cy="314958"/>
          </a:xfrm>
        </p:grpSpPr>
        <p:sp>
          <p:nvSpPr>
            <p:cNvPr id="12313" name="Google Shape;12313;p65"/>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65"/>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65"/>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65"/>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65"/>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18" name="Google Shape;12318;p65"/>
            <p:cNvGrpSpPr/>
            <p:nvPr/>
          </p:nvGrpSpPr>
          <p:grpSpPr>
            <a:xfrm>
              <a:off x="3716358" y="1544655"/>
              <a:ext cx="361971" cy="314958"/>
              <a:chOff x="3716358" y="1544655"/>
              <a:chExt cx="361971" cy="314958"/>
            </a:xfrm>
          </p:grpSpPr>
          <p:sp>
            <p:nvSpPr>
              <p:cNvPr id="12319" name="Google Shape;12319;p65"/>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65"/>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65"/>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65"/>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65"/>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24" name="Google Shape;12324;p65"/>
          <p:cNvGrpSpPr/>
          <p:nvPr/>
        </p:nvGrpSpPr>
        <p:grpSpPr>
          <a:xfrm>
            <a:off x="6986814" y="1633752"/>
            <a:ext cx="499533" cy="305136"/>
            <a:chOff x="7009649" y="1541981"/>
            <a:chExt cx="524940" cy="320655"/>
          </a:xfrm>
        </p:grpSpPr>
        <p:sp>
          <p:nvSpPr>
            <p:cNvPr id="12325" name="Google Shape;12325;p65"/>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65"/>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65"/>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65"/>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65"/>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65"/>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65"/>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65"/>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3" name="Google Shape;12333;p65"/>
          <p:cNvGrpSpPr/>
          <p:nvPr/>
        </p:nvGrpSpPr>
        <p:grpSpPr>
          <a:xfrm>
            <a:off x="8008924" y="1594309"/>
            <a:ext cx="282746" cy="340358"/>
            <a:chOff x="8034034" y="1518109"/>
            <a:chExt cx="282746" cy="340358"/>
          </a:xfrm>
        </p:grpSpPr>
        <p:sp>
          <p:nvSpPr>
            <p:cNvPr id="12334" name="Google Shape;12334;p65"/>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65"/>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65"/>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65"/>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8" name="Google Shape;12338;p65"/>
          <p:cNvGrpSpPr/>
          <p:nvPr/>
        </p:nvGrpSpPr>
        <p:grpSpPr>
          <a:xfrm>
            <a:off x="7557192" y="1576134"/>
            <a:ext cx="369133" cy="360411"/>
            <a:chOff x="7582302" y="1499934"/>
            <a:chExt cx="369133" cy="360411"/>
          </a:xfrm>
        </p:grpSpPr>
        <p:sp>
          <p:nvSpPr>
            <p:cNvPr id="12339" name="Google Shape;12339;p65"/>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65"/>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65"/>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65"/>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65"/>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4" name="Google Shape;12344;p65"/>
          <p:cNvGrpSpPr/>
          <p:nvPr/>
        </p:nvGrpSpPr>
        <p:grpSpPr>
          <a:xfrm>
            <a:off x="6170979" y="3893352"/>
            <a:ext cx="346056" cy="345674"/>
            <a:chOff x="2238181" y="4120624"/>
            <a:chExt cx="346056" cy="345674"/>
          </a:xfrm>
        </p:grpSpPr>
        <p:grpSp>
          <p:nvGrpSpPr>
            <p:cNvPr id="12345" name="Google Shape;12345;p65"/>
            <p:cNvGrpSpPr/>
            <p:nvPr/>
          </p:nvGrpSpPr>
          <p:grpSpPr>
            <a:xfrm>
              <a:off x="2309155" y="4177413"/>
              <a:ext cx="203862" cy="231903"/>
              <a:chOff x="1512725" y="258500"/>
              <a:chExt cx="4570900" cy="5199625"/>
            </a:xfrm>
          </p:grpSpPr>
          <p:sp>
            <p:nvSpPr>
              <p:cNvPr id="12346" name="Google Shape;12346;p65"/>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65"/>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48" name="Google Shape;12348;p65"/>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49" name="Google Shape;12349;p65"/>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SEO &amp; Marketing Icons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353" name="Shape 12353"/>
        <p:cNvGrpSpPr/>
        <p:nvPr/>
      </p:nvGrpSpPr>
      <p:grpSpPr>
        <a:xfrm>
          <a:off x="0" y="0"/>
          <a:ext cx="0" cy="0"/>
          <a:chOff x="0" y="0"/>
          <a:chExt cx="0" cy="0"/>
        </a:xfrm>
      </p:grpSpPr>
      <p:pic>
        <p:nvPicPr>
          <p:cNvPr id="12354" name="Google Shape;12354;p66">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377" name="Google Shape;377;p27"/>
          <p:cNvSpPr txBox="1"/>
          <p:nvPr>
            <p:ph type="ctrTitle"/>
          </p:nvPr>
        </p:nvSpPr>
        <p:spPr>
          <a:xfrm>
            <a:off x="1236900" y="997275"/>
            <a:ext cx="6670200" cy="2303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US" dirty="0" sz="2600" b="1"/>
              <a:t>Anonymity Preserving, Decoupled</a:t>
            </a:r>
            <a:endParaRPr lang="en-US" dirty="0"/>
          </a:p>
          <a:p>
            <a:pPr indent="0" lvl="0" marL="0" rtl="0" algn="ctr">
              <a:spcBef>
                <a:spcPts val="0"/>
              </a:spcBef>
              <a:spcAft>
                <a:spcPts val="0"/>
              </a:spcAft>
              <a:buNone/>
            </a:pPr>
            <a:r>
              <a:rPr lang="en-US" dirty="0" sz="2600" b="1"/>
              <a:t>Distributed Authentication</a:t>
            </a:r>
            <a:endParaRPr lang="en-US" dirty="0"/>
          </a:p>
          <a:p>
            <a:pPr indent="0" lvl="0" marL="0" rtl="0" algn="ctr">
              <a:spcBef>
                <a:spcPts val="0"/>
              </a:spcBef>
              <a:spcAft>
                <a:spcPts val="0"/>
              </a:spcAft>
              <a:buNone/>
            </a:pPr>
            <a:r>
              <a:rPr lang="en-US" dirty="0" sz="2600" b="1"/>
              <a:t>for Multihop IoT Networks</a:t>
            </a:r>
            <a:endParaRPr lang="en-US" dirty="0"/>
          </a:p>
        </p:txBody>
      </p:sp>
      <p:sp>
        <p:nvSpPr>
          <p:cNvPr id="378" name="Google Shape;378;p27"/>
          <p:cNvSpPr txBox="1"/>
          <p:nvPr>
            <p:ph idx="1" type="subTitle"/>
          </p:nvPr>
        </p:nvSpPr>
        <p:spPr>
          <a:xfrm>
            <a:off x="2668775" y="3425838"/>
            <a:ext cx="3817800" cy="47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US" dirty="0" sz="1000"/>
              <a:t>MTP Thesis Defense  ·  Sreeparna Das, Anup Kulkarni, Manas Khatua  ·  IIT Guwahati  ·  June 2026</a:t>
            </a:r>
            <a:endParaRPr lang="en-US" dirty="0"/>
          </a:p>
        </p:txBody>
      </p:sp>
    </p:spTree>
  </p:cSld>
  <p:clrMapOvr>
    <a:masterClrMapping/>
  </p:clrMapOvr>
</p:sld>
</file>

<file path=ppt/slides/slide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392" name="Google Shape;392;p2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US" dirty="0" sz="1800" b="1"/>
              <a:t>Agenda</a:t>
            </a:r>
            <a:endParaRPr lang="en-US" dirty="0"/>
          </a:p>
        </p:txBody>
      </p:sp>
      <p:sp>
        <p:nvSpPr>
          <p:cNvPr id="393" name="Google Shape;393;p29"/>
          <p:cNvSpPr txBox="1"/>
          <p:nvPr>
            <p:ph idx="3" type="subTitle"/>
          </p:nvPr>
        </p:nvSpPr>
        <p:spPr>
          <a:xfrm>
            <a:off x="3419250" y="3739402"/>
            <a:ext cx="2305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US" dirty="0" sz="900"/>
              <a:t>ProVerif: 19 security queries all satisfied</a:t>
            </a:r>
            <a:endParaRPr lang="en-US" dirty="0"/>
          </a:p>
        </p:txBody>
      </p:sp>
      <p:sp>
        <p:nvSpPr>
          <p:cNvPr id="394" name="Google Shape;394;p29"/>
          <p:cNvSpPr txBox="1"/>
          <p:nvPr>
            <p:ph idx="1" type="subTitle"/>
          </p:nvPr>
        </p:nvSpPr>
        <p:spPr>
          <a:xfrm>
            <a:off x="713225" y="2193175"/>
            <a:ext cx="2305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US" dirty="0" sz="900"/>
              <a:t>IoT auth challenges &amp; DAuth baseline</a:t>
            </a:r>
            <a:endParaRPr lang="en-US" dirty="0"/>
          </a:p>
        </p:txBody>
      </p:sp>
      <p:sp>
        <p:nvSpPr>
          <p:cNvPr id="395" name="Google Shape;395;p29"/>
          <p:cNvSpPr txBox="1"/>
          <p:nvPr>
            <p:ph idx="2" type="subTitle"/>
          </p:nvPr>
        </p:nvSpPr>
        <p:spPr>
          <a:xfrm>
            <a:off x="713225" y="3739402"/>
            <a:ext cx="2305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US" dirty="0" sz="900"/>
              <a:t>4-phase pseudonym rotation + desync recovery</a:t>
            </a:r>
            <a:endParaRPr lang="en-US" dirty="0"/>
          </a:p>
        </p:txBody>
      </p:sp>
      <p:sp>
        <p:nvSpPr>
          <p:cNvPr id="396" name="Google Shape;396;p29"/>
          <p:cNvSpPr txBox="1"/>
          <p:nvPr>
            <p:ph idx="4" type="subTitle"/>
          </p:nvPr>
        </p:nvSpPr>
        <p:spPr>
          <a:xfrm>
            <a:off x="3419250" y="2193175"/>
            <a:ext cx="2305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US" dirty="0" sz="900"/>
              <a:t>LAAKA, Zhou &amp; DAuth: strengths &amp; limitations</a:t>
            </a:r>
            <a:endParaRPr lang="en-US" dirty="0"/>
          </a:p>
        </p:txBody>
      </p:sp>
      <p:sp>
        <p:nvSpPr>
          <p:cNvPr id="397" name="Google Shape;397;p29"/>
          <p:cNvSpPr txBox="1"/>
          <p:nvPr>
            <p:ph idx="5" type="title"/>
          </p:nvPr>
        </p:nvSpPr>
        <p:spPr>
          <a:xfrm>
            <a:off x="1415375" y="1404025"/>
            <a:ext cx="901200" cy="616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398" name="Google Shape;398;p29"/>
          <p:cNvSpPr txBox="1"/>
          <p:nvPr>
            <p:ph idx="6" type="title"/>
          </p:nvPr>
        </p:nvSpPr>
        <p:spPr>
          <a:xfrm>
            <a:off x="4121400" y="2950400"/>
            <a:ext cx="901200" cy="616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399" name="Google Shape;399;p29"/>
          <p:cNvSpPr txBox="1"/>
          <p:nvPr>
            <p:ph idx="7" type="title"/>
          </p:nvPr>
        </p:nvSpPr>
        <p:spPr>
          <a:xfrm>
            <a:off x="1415375" y="2950400"/>
            <a:ext cx="901200" cy="616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400" name="Google Shape;400;p29"/>
          <p:cNvSpPr txBox="1"/>
          <p:nvPr>
            <p:ph idx="8" type="title"/>
          </p:nvPr>
        </p:nvSpPr>
        <p:spPr>
          <a:xfrm>
            <a:off x="4121400" y="1404025"/>
            <a:ext cx="901200" cy="616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401" name="Google Shape;401;p29"/>
          <p:cNvSpPr txBox="1"/>
          <p:nvPr>
            <p:ph idx="9" type="subTitle"/>
          </p:nvPr>
        </p:nvSpPr>
        <p:spPr>
          <a:xfrm>
            <a:off x="6125275" y="3739402"/>
            <a:ext cx="2305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US" dirty="0" sz="900"/>
              <a:t>COOJA simulation + RPi 4B hardware results</a:t>
            </a:r>
            <a:endParaRPr lang="en-US" dirty="0"/>
          </a:p>
        </p:txBody>
      </p:sp>
      <p:sp>
        <p:nvSpPr>
          <p:cNvPr id="402" name="Google Shape;402;p29"/>
          <p:cNvSpPr txBox="1"/>
          <p:nvPr>
            <p:ph idx="13" type="subTitle"/>
          </p:nvPr>
        </p:nvSpPr>
        <p:spPr>
          <a:xfrm>
            <a:off x="6125275" y="2193175"/>
            <a:ext cx="2305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US" dirty="0" sz="900"/>
              <a:t>Research gaps that motivate this work</a:t>
            </a:r>
            <a:endParaRPr lang="en-US" dirty="0"/>
          </a:p>
        </p:txBody>
      </p:sp>
      <p:sp>
        <p:nvSpPr>
          <p:cNvPr id="403" name="Google Shape;403;p29"/>
          <p:cNvSpPr txBox="1"/>
          <p:nvPr>
            <p:ph idx="14" type="title"/>
          </p:nvPr>
        </p:nvSpPr>
        <p:spPr>
          <a:xfrm>
            <a:off x="6827425" y="2950400"/>
            <a:ext cx="901200" cy="616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06</a:t>
            </a:r>
            <a:endParaRPr/>
          </a:p>
        </p:txBody>
      </p:sp>
      <p:sp>
        <p:nvSpPr>
          <p:cNvPr id="404" name="Google Shape;404;p29"/>
          <p:cNvSpPr txBox="1"/>
          <p:nvPr>
            <p:ph idx="15" type="title"/>
          </p:nvPr>
        </p:nvSpPr>
        <p:spPr>
          <a:xfrm>
            <a:off x="6827425" y="1404025"/>
            <a:ext cx="901200" cy="616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405" name="Google Shape;405;p29"/>
          <p:cNvSpPr txBox="1"/>
          <p:nvPr>
            <p:ph idx="16" type="subTitle"/>
          </p:nvPr>
        </p:nvSpPr>
        <p:spPr>
          <a:xfrm>
            <a:off x="713225" y="1859200"/>
            <a:ext cx="2305500" cy="43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US" dirty="0" sz="1200" b="1"/>
              <a:t>Introduction</a:t>
            </a:r>
            <a:endParaRPr lang="en-US" dirty="0"/>
          </a:p>
        </p:txBody>
      </p:sp>
      <p:sp>
        <p:nvSpPr>
          <p:cNvPr id="406" name="Google Shape;406;p29"/>
          <p:cNvSpPr txBox="1"/>
          <p:nvPr>
            <p:ph idx="17" type="subTitle"/>
          </p:nvPr>
        </p:nvSpPr>
        <p:spPr>
          <a:xfrm>
            <a:off x="713225" y="3405500"/>
            <a:ext cx="2305500" cy="43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US" dirty="0" sz="1200" b="1"/>
              <a:t>Proposed
Protocol</a:t>
            </a:r>
            <a:endParaRPr lang="en-US" dirty="0"/>
          </a:p>
        </p:txBody>
      </p:sp>
      <p:sp>
        <p:nvSpPr>
          <p:cNvPr id="407" name="Google Shape;407;p29"/>
          <p:cNvSpPr txBox="1"/>
          <p:nvPr>
            <p:ph idx="18" type="subTitle"/>
          </p:nvPr>
        </p:nvSpPr>
        <p:spPr>
          <a:xfrm>
            <a:off x="3419250" y="3405500"/>
            <a:ext cx="2305500" cy="43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US" dirty="0" sz="1200" b="1"/>
              <a:t>Security
Analysis</a:t>
            </a:r>
            <a:endParaRPr lang="en-US" dirty="0"/>
          </a:p>
        </p:txBody>
      </p:sp>
      <p:sp>
        <p:nvSpPr>
          <p:cNvPr id="408" name="Google Shape;408;p29"/>
          <p:cNvSpPr txBox="1"/>
          <p:nvPr>
            <p:ph idx="19" type="subTitle"/>
          </p:nvPr>
        </p:nvSpPr>
        <p:spPr>
          <a:xfrm>
            <a:off x="3419250" y="1859200"/>
            <a:ext cx="2305500" cy="43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US" dirty="0" sz="1200" b="1"/>
              <a:t>Literature
Review</a:t>
            </a:r>
            <a:endParaRPr lang="en-US" dirty="0"/>
          </a:p>
        </p:txBody>
      </p:sp>
      <p:sp>
        <p:nvSpPr>
          <p:cNvPr id="409" name="Google Shape;409;p29"/>
          <p:cNvSpPr txBox="1"/>
          <p:nvPr>
            <p:ph idx="20" type="subTitle"/>
          </p:nvPr>
        </p:nvSpPr>
        <p:spPr>
          <a:xfrm>
            <a:off x="6125275" y="3405500"/>
            <a:ext cx="2305500" cy="43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US" dirty="0" sz="1200" b="1"/>
              <a:t>Performance
&amp; Conclusions</a:t>
            </a:r>
            <a:endParaRPr lang="en-US" dirty="0"/>
          </a:p>
        </p:txBody>
      </p:sp>
      <p:sp>
        <p:nvSpPr>
          <p:cNvPr id="410" name="Google Shape;410;p29"/>
          <p:cNvSpPr txBox="1"/>
          <p:nvPr>
            <p:ph idx="21" type="subTitle"/>
          </p:nvPr>
        </p:nvSpPr>
        <p:spPr>
          <a:xfrm>
            <a:off x="6125275" y="1859200"/>
            <a:ext cx="2305500" cy="43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US" dirty="0" sz="1200" b="1"/>
              <a:t>Motivation</a:t>
            </a:r>
            <a:endParaRPr lang="en-US" dirty="0"/>
          </a:p>
        </p:txBody>
      </p:sp>
    </p:spTree>
  </p:cSld>
  <p:clrMapOvr>
    <a:masterClrMapping/>
  </p:clrMapOvr>
</p:sld>
</file>

<file path=ppt/slides/slide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634" name="Google Shape;634;p4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US" dirty="0" sz="1600" b="1"/>
              <a:t>Abstract</a:t>
            </a:r>
            <a:endParaRPr lang="en-US" dirty="0"/>
          </a:p>
        </p:txBody>
      </p:sp>
      <p:sp>
        <p:nvSpPr>
          <p:cNvPr id="635" name="Google Shape;635;p44"/>
          <p:cNvSpPr txBox="1"/>
          <p:nvPr/>
        </p:nvSpPr>
        <p:spPr>
          <a:xfrm>
            <a:off x="720000" y="1607300"/>
            <a:ext cx="4144500" cy="28371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US" dirty="0" sz="900"/>
              <a:t>The Internet of Things (IoT) demands lightweight and secure authentication for resource constrained multihop networks, while also protecting device privacy. The decoupled distributed authentication scheme DAuth solves skewed load in multihop IoT but leaves two critical gaps: device identity is exposed on the open channel enabling cross-session tracking, and single packet loss desynchronises states forcing full re-enrolment. This paper proposes an anonymity preserving extension with per-session pseudonym rotation (PID = H(ID_D || m_curr)) and dual-state synchronisation. Evaluated via ProVerif formal analysis and COOJA/RPi 4B benchmarks, the proposed scheme reduces energy by 42.8% vs LAAKA and 32.4% vs Zhou, with the lowest overhead among all compared schemes.</a:t>
            </a:r>
            <a:endParaRPr lang="en-US" dirty="0"/>
          </a:p>
        </p:txBody>
      </p:sp>
      <p:sp>
        <p:nvSpPr>
          <p:cNvPr id="636" name="Google Shape;636;p44"/>
          <p:cNvSpPr txBox="1"/>
          <p:nvPr/>
        </p:nvSpPr>
        <p:spPr>
          <a:xfrm>
            <a:off x="720000" y="1245650"/>
            <a:ext cx="4144500" cy="4551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Clr>
                <a:srgbClr val="000000"/>
              </a:buClr>
              <a:buSzPts val="1100"/>
              <a:buFont typeface="Arial"/>
              <a:buNone/>
            </a:pPr>
            <a:r>
              <a:rPr lang="en-US" dirty="0" sz="1100" b="1"/>
              <a:t>Paper Overview</a:t>
            </a:r>
            <a:endParaRPr lang="en-US" dirty="0"/>
          </a:p>
        </p:txBody>
      </p:sp>
      <p:sp>
        <p:nvSpPr>
          <p:cNvPr id="637" name="Google Shape;637;p44"/>
          <p:cNvSpPr txBox="1"/>
          <p:nvPr/>
        </p:nvSpPr>
        <p:spPr>
          <a:xfrm>
            <a:off x="5619775" y="1371325"/>
            <a:ext cx="2804100" cy="4551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Clr>
                <a:srgbClr val="000000"/>
              </a:buClr>
              <a:buSzPts val="1100"/>
              <a:buFont typeface="Arial"/>
              <a:buNone/>
            </a:pPr>
            <a:r>
              <a:rPr lang="en-US" dirty="0" sz="1100" b="1"/>
              <a:t>Novelty 1: Anonymity</a:t>
            </a:r>
            <a:endParaRPr lang="en-US" dirty="0"/>
          </a:p>
        </p:txBody>
      </p:sp>
      <p:sp>
        <p:nvSpPr>
          <p:cNvPr id="638" name="Google Shape;638;p44"/>
          <p:cNvSpPr txBox="1"/>
          <p:nvPr/>
        </p:nvSpPr>
        <p:spPr>
          <a:xfrm>
            <a:off x="5619775" y="1735670"/>
            <a:ext cx="2804100" cy="11793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US" dirty="0" sz="900"/>
              <a:t>Rotating pseudonym PID = H(ID_D || m_curr) replaces real device identity on every open-channel message. Successive sessions are unlinkable to an adversary. Real ID never leaves the secure enrolment channel.</a:t>
            </a:r>
            <a:endParaRPr lang="en-US" dirty="0"/>
          </a:p>
        </p:txBody>
      </p:sp>
      <p:sp>
        <p:nvSpPr>
          <p:cNvPr id="639" name="Google Shape;639;p44"/>
          <p:cNvSpPr txBox="1"/>
          <p:nvPr/>
        </p:nvSpPr>
        <p:spPr>
          <a:xfrm>
            <a:off x="5619775" y="2985740"/>
            <a:ext cx="2804100" cy="4551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US" dirty="0" sz="1100" b="1"/>
              <a:t>Novelty 2: Desync Recovery</a:t>
            </a:r>
            <a:endParaRPr lang="en-US" dirty="0"/>
          </a:p>
        </p:txBody>
      </p:sp>
      <p:sp>
        <p:nvSpPr>
          <p:cNvPr id="640" name="Google Shape;640;p44"/>
          <p:cNvSpPr txBox="1"/>
          <p:nvPr/>
        </p:nvSpPr>
        <p:spPr>
          <a:xfrm>
            <a:off x="5619775" y="3350161"/>
            <a:ext cx="2804100" cy="11793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US" dirty="0" sz="900"/>
              <a:t>Dual state (m_curr, m_old, PID_curr, PID_old) stored at AS and GW. A single missed key-update packet is absorbed seamlessly — no re-enrolment penalty on battery-constrained nodes.</a:t>
            </a:r>
            <a:endParaRPr lang="en-US" dirty="0"/>
          </a:p>
        </p:txBody>
      </p:sp>
      <p:sp>
        <p:nvSpPr>
          <p:cNvPr id="641" name="Google Shape;641;p44"/>
          <p:cNvSpPr txBox="1"/>
          <p:nvPr/>
        </p:nvSpPr>
        <p:spPr>
          <a:xfrm>
            <a:off x="4871950" y="1310348"/>
            <a:ext cx="615600" cy="5010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3000">
                <a:solidFill>
                  <a:schemeClr val="dk1"/>
                </a:solidFill>
                <a:latin typeface="Bricolage Grotesque"/>
                <a:ea typeface="Bricolage Grotesque"/>
                <a:cs typeface="Bricolage Grotesque"/>
                <a:sym typeface="Bricolage Grotesque"/>
              </a:rPr>
              <a:t>1</a:t>
            </a:r>
            <a:endParaRPr b="1" sz="3000">
              <a:solidFill>
                <a:schemeClr val="dk1"/>
              </a:solidFill>
              <a:latin typeface="Bricolage Grotesque"/>
              <a:ea typeface="Bricolage Grotesque"/>
              <a:cs typeface="Bricolage Grotesque"/>
              <a:sym typeface="Bricolage Grotesque"/>
            </a:endParaRPr>
          </a:p>
        </p:txBody>
      </p:sp>
      <p:sp>
        <p:nvSpPr>
          <p:cNvPr id="642" name="Google Shape;642;p44"/>
          <p:cNvSpPr txBox="1"/>
          <p:nvPr/>
        </p:nvSpPr>
        <p:spPr>
          <a:xfrm>
            <a:off x="4871950" y="2898480"/>
            <a:ext cx="615600" cy="5010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3000">
                <a:solidFill>
                  <a:schemeClr val="dk1"/>
                </a:solidFill>
                <a:latin typeface="Bricolage Grotesque"/>
                <a:ea typeface="Bricolage Grotesque"/>
                <a:cs typeface="Bricolage Grotesque"/>
                <a:sym typeface="Bricolage Grotesque"/>
              </a:rPr>
              <a:t>2</a:t>
            </a:r>
            <a:endParaRPr b="1" sz="3000">
              <a:solidFill>
                <a:schemeClr val="dk1"/>
              </a:solidFill>
              <a:latin typeface="Bricolage Grotesque"/>
              <a:ea typeface="Bricolage Grotesque"/>
              <a:cs typeface="Bricolage Grotesque"/>
              <a:sym typeface="Bricolage Grotesque"/>
            </a:endParaRPr>
          </a:p>
        </p:txBody>
      </p:sp>
    </p:spTree>
  </p:cSld>
  <p:clrMapOvr>
    <a:masterClrMapping/>
  </p:clrMapOvr>
</p:sld>
</file>

<file path=ppt/slides/slide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498" name="Google Shape;498;p36"/>
          <p:cNvSpPr txBox="1"/>
          <p:nvPr/>
        </p:nvSpPr>
        <p:spPr>
          <a:xfrm>
            <a:off x="737275" y="1413225"/>
            <a:ext cx="493800" cy="527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3000">
                <a:solidFill>
                  <a:schemeClr val="dk1"/>
                </a:solidFill>
                <a:latin typeface="Bricolage Grotesque"/>
                <a:ea typeface="Bricolage Grotesque"/>
                <a:cs typeface="Bricolage Grotesque"/>
                <a:sym typeface="Bricolage Grotesque"/>
              </a:rPr>
              <a:t>1</a:t>
            </a:r>
            <a:endParaRPr b="1" sz="3000">
              <a:solidFill>
                <a:schemeClr val="dk1"/>
              </a:solidFill>
              <a:latin typeface="Bricolage Grotesque"/>
              <a:ea typeface="Bricolage Grotesque"/>
              <a:cs typeface="Bricolage Grotesque"/>
              <a:sym typeface="Bricolage Grotesque"/>
            </a:endParaRPr>
          </a:p>
        </p:txBody>
      </p:sp>
      <p:sp>
        <p:nvSpPr>
          <p:cNvPr id="499" name="Google Shape;499;p36"/>
          <p:cNvSpPr txBox="1"/>
          <p:nvPr/>
        </p:nvSpPr>
        <p:spPr>
          <a:xfrm>
            <a:off x="737275" y="2533775"/>
            <a:ext cx="493800" cy="527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3000">
                <a:solidFill>
                  <a:schemeClr val="dk1"/>
                </a:solidFill>
                <a:latin typeface="Bricolage Grotesque"/>
                <a:ea typeface="Bricolage Grotesque"/>
                <a:cs typeface="Bricolage Grotesque"/>
                <a:sym typeface="Bricolage Grotesque"/>
              </a:rPr>
              <a:t>2</a:t>
            </a:r>
            <a:endParaRPr b="1" sz="3000">
              <a:solidFill>
                <a:schemeClr val="dk1"/>
              </a:solidFill>
              <a:latin typeface="Bricolage Grotesque"/>
              <a:ea typeface="Bricolage Grotesque"/>
              <a:cs typeface="Bricolage Grotesque"/>
              <a:sym typeface="Bricolage Grotesque"/>
            </a:endParaRPr>
          </a:p>
        </p:txBody>
      </p:sp>
      <p:sp>
        <p:nvSpPr>
          <p:cNvPr id="500" name="Google Shape;500;p36"/>
          <p:cNvSpPr txBox="1"/>
          <p:nvPr/>
        </p:nvSpPr>
        <p:spPr>
          <a:xfrm>
            <a:off x="737275" y="3654325"/>
            <a:ext cx="493800" cy="527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3000">
                <a:solidFill>
                  <a:schemeClr val="dk1"/>
                </a:solidFill>
                <a:latin typeface="Bricolage Grotesque"/>
                <a:ea typeface="Bricolage Grotesque"/>
                <a:cs typeface="Bricolage Grotesque"/>
                <a:sym typeface="Bricolage Grotesque"/>
              </a:rPr>
              <a:t>3</a:t>
            </a:r>
            <a:endParaRPr b="1" sz="3000">
              <a:solidFill>
                <a:schemeClr val="dk1"/>
              </a:solidFill>
              <a:latin typeface="Bricolage Grotesque"/>
              <a:ea typeface="Bricolage Grotesque"/>
              <a:cs typeface="Bricolage Grotesque"/>
              <a:sym typeface="Bricolage Grotesque"/>
            </a:endParaRPr>
          </a:p>
        </p:txBody>
      </p:sp>
      <p:sp>
        <p:nvSpPr>
          <p:cNvPr id="501" name="Google Shape;501;p3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US" dirty="0" sz="1800" b="1"/>
              <a:t>Introduction</a:t>
            </a:r>
            <a:endParaRPr lang="en-US" dirty="0"/>
          </a:p>
        </p:txBody>
      </p:sp>
      <p:sp>
        <p:nvSpPr>
          <p:cNvPr id="502" name="Google Shape;502;p36"/>
          <p:cNvSpPr txBox="1"/>
          <p:nvPr>
            <p:ph idx="1" type="subTitle"/>
          </p:nvPr>
        </p:nvSpPr>
        <p:spPr>
          <a:xfrm>
            <a:off x="1294375" y="1634311"/>
            <a:ext cx="7129800" cy="52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US" dirty="0" sz="1000"/>
              <a:t>Millions of battery-powered devices transmit via multihop paths. Centralized schemes overload gateways; parent-centric distributed schemes skew the auth load heavily onto a few nodes while capable neighbours stay idle.</a:t>
            </a:r>
            <a:endParaRPr lang="en-US" dirty="0"/>
          </a:p>
        </p:txBody>
      </p:sp>
      <p:sp>
        <p:nvSpPr>
          <p:cNvPr id="503" name="Google Shape;503;p36"/>
          <p:cNvSpPr txBox="1"/>
          <p:nvPr>
            <p:ph idx="2" type="subTitle"/>
          </p:nvPr>
        </p:nvSpPr>
        <p:spPr>
          <a:xfrm>
            <a:off x="1294385" y="2753835"/>
            <a:ext cx="7129800" cy="52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US" dirty="0" sz="1000"/>
              <a:t>Gateway pre-assigns any capable node as auth server, decoupling auth from network join. PUF-based secret derivation + hash accumulator for membership verification. Efficient, lightweight, and balanced — but two security gaps remain.</a:t>
            </a:r>
            <a:endParaRPr lang="en-US" dirty="0"/>
          </a:p>
        </p:txBody>
      </p:sp>
      <p:sp>
        <p:nvSpPr>
          <p:cNvPr id="504" name="Google Shape;504;p36"/>
          <p:cNvSpPr txBox="1"/>
          <p:nvPr>
            <p:ph idx="3" type="subTitle"/>
          </p:nvPr>
        </p:nvSpPr>
        <p:spPr>
          <a:xfrm>
            <a:off x="1294385" y="3873359"/>
            <a:ext cx="7129800" cy="52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US" dirty="0" sz="1000"/>
              <a:t>(1) Real device ID transmitted in plaintext every session — adversary can track a device across sessions (linkability). (2) Single-state nonce: one missed key-delivery packet desynchronises AS and D, forcing costly full re-enrolment.</a:t>
            </a:r>
            <a:endParaRPr lang="en-US" dirty="0"/>
          </a:p>
        </p:txBody>
      </p:sp>
      <p:sp>
        <p:nvSpPr>
          <p:cNvPr id="505" name="Google Shape;505;p36"/>
          <p:cNvSpPr txBox="1"/>
          <p:nvPr>
            <p:ph idx="4" type="subTitle"/>
          </p:nvPr>
        </p:nvSpPr>
        <p:spPr>
          <a:xfrm>
            <a:off x="1294375" y="1329825"/>
            <a:ext cx="7129800" cy="42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US" dirty="0" sz="1200" b="1"/>
              <a:t>IoT Authentication Challenge</a:t>
            </a:r>
            <a:endParaRPr lang="en-US" dirty="0"/>
          </a:p>
        </p:txBody>
      </p:sp>
      <p:sp>
        <p:nvSpPr>
          <p:cNvPr id="506" name="Google Shape;506;p36"/>
          <p:cNvSpPr txBox="1"/>
          <p:nvPr>
            <p:ph idx="5" type="subTitle"/>
          </p:nvPr>
        </p:nvSpPr>
        <p:spPr>
          <a:xfrm>
            <a:off x="1294375" y="2450375"/>
            <a:ext cx="7129800" cy="42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US" dirty="0" sz="1200" b="1"/>
              <a:t>DAuth: The Decoupled Baseline  [Das &amp; Khatua, COMSNETS 2026]</a:t>
            </a:r>
            <a:endParaRPr lang="en-US" dirty="0"/>
          </a:p>
        </p:txBody>
      </p:sp>
      <p:sp>
        <p:nvSpPr>
          <p:cNvPr id="507" name="Google Shape;507;p36"/>
          <p:cNvSpPr txBox="1"/>
          <p:nvPr>
            <p:ph idx="6" type="subTitle"/>
          </p:nvPr>
        </p:nvSpPr>
        <p:spPr>
          <a:xfrm>
            <a:off x="1294375" y="3570925"/>
            <a:ext cx="7129800" cy="42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US" dirty="0" sz="1200" b="1"/>
              <a:t>Two Identified Gaps</a:t>
            </a:r>
            <a:endParaRPr lang="en-US" dirty="0"/>
          </a:p>
        </p:txBody>
      </p:sp>
    </p:spTree>
  </p:cSld>
  <p:clrMapOvr>
    <a:masterClrMapping/>
  </p:clrMapOvr>
</p:sld>
</file>

<file path=ppt/slides/slide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498" name="Google Shape;498;p36"/>
          <p:cNvSpPr txBox="1"/>
          <p:nvPr/>
        </p:nvSpPr>
        <p:spPr>
          <a:xfrm>
            <a:off x="737275" y="1413225"/>
            <a:ext cx="493800" cy="527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3000">
                <a:solidFill>
                  <a:schemeClr val="dk1"/>
                </a:solidFill>
                <a:latin typeface="Bricolage Grotesque"/>
                <a:ea typeface="Bricolage Grotesque"/>
                <a:cs typeface="Bricolage Grotesque"/>
                <a:sym typeface="Bricolage Grotesque"/>
              </a:rPr>
              <a:t>1</a:t>
            </a:r>
            <a:endParaRPr b="1" sz="3000">
              <a:solidFill>
                <a:schemeClr val="dk1"/>
              </a:solidFill>
              <a:latin typeface="Bricolage Grotesque"/>
              <a:ea typeface="Bricolage Grotesque"/>
              <a:cs typeface="Bricolage Grotesque"/>
              <a:sym typeface="Bricolage Grotesque"/>
            </a:endParaRPr>
          </a:p>
        </p:txBody>
      </p:sp>
      <p:sp>
        <p:nvSpPr>
          <p:cNvPr id="499" name="Google Shape;499;p36"/>
          <p:cNvSpPr txBox="1"/>
          <p:nvPr/>
        </p:nvSpPr>
        <p:spPr>
          <a:xfrm>
            <a:off x="737275" y="2533775"/>
            <a:ext cx="493800" cy="527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3000">
                <a:solidFill>
                  <a:schemeClr val="dk1"/>
                </a:solidFill>
                <a:latin typeface="Bricolage Grotesque"/>
                <a:ea typeface="Bricolage Grotesque"/>
                <a:cs typeface="Bricolage Grotesque"/>
                <a:sym typeface="Bricolage Grotesque"/>
              </a:rPr>
              <a:t>2</a:t>
            </a:r>
            <a:endParaRPr b="1" sz="3000">
              <a:solidFill>
                <a:schemeClr val="dk1"/>
              </a:solidFill>
              <a:latin typeface="Bricolage Grotesque"/>
              <a:ea typeface="Bricolage Grotesque"/>
              <a:cs typeface="Bricolage Grotesque"/>
              <a:sym typeface="Bricolage Grotesque"/>
            </a:endParaRPr>
          </a:p>
        </p:txBody>
      </p:sp>
      <p:sp>
        <p:nvSpPr>
          <p:cNvPr id="500" name="Google Shape;500;p36"/>
          <p:cNvSpPr txBox="1"/>
          <p:nvPr/>
        </p:nvSpPr>
        <p:spPr>
          <a:xfrm>
            <a:off x="737275" y="3654325"/>
            <a:ext cx="493800" cy="527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3000">
                <a:solidFill>
                  <a:schemeClr val="dk1"/>
                </a:solidFill>
                <a:latin typeface="Bricolage Grotesque"/>
                <a:ea typeface="Bricolage Grotesque"/>
                <a:cs typeface="Bricolage Grotesque"/>
                <a:sym typeface="Bricolage Grotesque"/>
              </a:rPr>
              <a:t>3</a:t>
            </a:r>
            <a:endParaRPr b="1" sz="3000">
              <a:solidFill>
                <a:schemeClr val="dk1"/>
              </a:solidFill>
              <a:latin typeface="Bricolage Grotesque"/>
              <a:ea typeface="Bricolage Grotesque"/>
              <a:cs typeface="Bricolage Grotesque"/>
              <a:sym typeface="Bricolage Grotesque"/>
            </a:endParaRPr>
          </a:p>
        </p:txBody>
      </p:sp>
      <p:sp>
        <p:nvSpPr>
          <p:cNvPr id="501" name="Google Shape;501;p3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US" dirty="0" sz="1800" b="1"/>
              <a:t>Related Work: Key Schemes</a:t>
            </a:r>
            <a:endParaRPr lang="en-US" dirty="0"/>
          </a:p>
        </p:txBody>
      </p:sp>
      <p:sp>
        <p:nvSpPr>
          <p:cNvPr id="502" name="Google Shape;502;p36"/>
          <p:cNvSpPr txBox="1"/>
          <p:nvPr>
            <p:ph idx="1" type="subTitle"/>
          </p:nvPr>
        </p:nvSpPr>
        <p:spPr>
          <a:xfrm>
            <a:off x="1294375" y="1634311"/>
            <a:ext cx="7129800" cy="52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US" dirty="0" sz="1000"/>
              <a:t>Lightweight anonymous auth for fog-driven IoT. Provides anonymity and key agreement via symmetric crypto — no PUF, no decoupled design, no desync recovery. Energy: 0.60 J/auth round on RPi 4B (4x higher than our scheme).</a:t>
            </a:r>
            <a:endParaRPr lang="en-US" dirty="0"/>
          </a:p>
        </p:txBody>
      </p:sp>
      <p:sp>
        <p:nvSpPr>
          <p:cNvPr id="503" name="Google Shape;503;p36"/>
          <p:cNvSpPr txBox="1"/>
          <p:nvPr>
            <p:ph idx="2" type="subTitle"/>
          </p:nvPr>
        </p:nvSpPr>
        <p:spPr>
          <a:xfrm>
            <a:off x="1294385" y="2753835"/>
            <a:ext cx="7129800" cy="52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US" dirty="0" sz="1000"/>
              <a:t>PUF-based anonymous auth for healthcare IoT with good security properties. Centralized architecture — cannot distribute auth load. No desync recovery. Energy: 0.33 J/auth round on RPi 4B (2.2x higher than our scheme).</a:t>
            </a:r>
            <a:endParaRPr lang="en-US" dirty="0"/>
          </a:p>
        </p:txBody>
      </p:sp>
      <p:sp>
        <p:nvSpPr>
          <p:cNvPr id="504" name="Google Shape;504;p36"/>
          <p:cNvSpPr txBox="1"/>
          <p:nvPr>
            <p:ph idx="3" type="subTitle"/>
          </p:nvPr>
        </p:nvSpPr>
        <p:spPr>
          <a:xfrm>
            <a:off x="1294385" y="3873359"/>
            <a:ext cx="7129800" cy="52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US" dirty="0" sz="1000"/>
              <a:t>Decoupled PUF + hash-accumulator scheme solving skewed-load problem. Lowest energy overhead (0.15 J/auth round). Critical gaps: real ID exposed on open channel + single-state nonce causes desync failure on packet loss.</a:t>
            </a:r>
            <a:endParaRPr lang="en-US" dirty="0"/>
          </a:p>
        </p:txBody>
      </p:sp>
      <p:sp>
        <p:nvSpPr>
          <p:cNvPr id="505" name="Google Shape;505;p36"/>
          <p:cNvSpPr txBox="1"/>
          <p:nvPr>
            <p:ph idx="4" type="subTitle"/>
          </p:nvPr>
        </p:nvSpPr>
        <p:spPr>
          <a:xfrm>
            <a:off x="1294375" y="1329825"/>
            <a:ext cx="7129800" cy="42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US" dirty="0" sz="1200" b="1"/>
              <a:t>LAAKA — Ali &amp; Ahmed, Computers &amp; Security, 2024</a:t>
            </a:r>
            <a:endParaRPr lang="en-US" dirty="0"/>
          </a:p>
        </p:txBody>
      </p:sp>
      <p:sp>
        <p:nvSpPr>
          <p:cNvPr id="506" name="Google Shape;506;p36"/>
          <p:cNvSpPr txBox="1"/>
          <p:nvPr>
            <p:ph idx="5" type="subTitle"/>
          </p:nvPr>
        </p:nvSpPr>
        <p:spPr>
          <a:xfrm>
            <a:off x="1294375" y="2450375"/>
            <a:ext cx="7129800" cy="42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US" dirty="0" sz="1200" b="1"/>
              <a:t>Zhou et al. — IEEE IoT Journal, Vol. 11, 2024</a:t>
            </a:r>
            <a:endParaRPr lang="en-US" dirty="0"/>
          </a:p>
        </p:txBody>
      </p:sp>
      <p:sp>
        <p:nvSpPr>
          <p:cNvPr id="507" name="Google Shape;507;p36"/>
          <p:cNvSpPr txBox="1"/>
          <p:nvPr>
            <p:ph idx="6" type="subTitle"/>
          </p:nvPr>
        </p:nvSpPr>
        <p:spPr>
          <a:xfrm>
            <a:off x="1294375" y="3570925"/>
            <a:ext cx="7129800" cy="42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US" dirty="0" sz="1200" b="1"/>
              <a:t>DAuth — Das &amp; Khatua, COMSNETS 2026  (Our Baseline)</a:t>
            </a:r>
            <a:endParaRPr lang="en-US" dirty="0"/>
          </a:p>
        </p:txBody>
      </p:sp>
    </p:spTree>
  </p:cSld>
  <p:clrMapOvr>
    <a:masterClrMapping/>
  </p:clrMapOvr>
</p:sld>
</file>

<file path=ppt/slides/slide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377" name="Google Shape;377;p27"/>
          <p:cNvSpPr txBox="1"/>
          <p:nvPr>
            <p:ph type="ctrTitle"/>
          </p:nvPr>
        </p:nvSpPr>
        <p:spPr>
          <a:xfrm>
            <a:off x="228600" y="73152"/>
            <a:ext cx="8686800" cy="54864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US" dirty="0" sz="1500" b="1"/>
              <a:t>Feature Comparison of Authentication Schemes</a:t>
            </a:r>
            <a:endParaRPr lang="en-US" dirty="0"/>
          </a:p>
        </p:txBody>
      </p:sp>
      <p:graphicFrame>
        <p:nvGraphicFramePr>
          <p:cNvPr id="378" name="Table 377"/>
          <p:cNvGraphicFramePr>
            <a:graphicFrameLocks noGrp="1"/>
          </p:cNvGraphicFramePr>
          <p:nvPr/>
        </p:nvGraphicFramePr>
        <p:xfrm>
          <a:off x="164592" y="713232"/>
          <a:ext cx="8833104" cy="4251960"/>
        </p:xfrm>
        <a:graphic>
          <a:graphicData uri="http://schemas.openxmlformats.org/drawingml/2006/table">
            <a:tbl>
              <a:tblPr firstRow="1" bandRow="1">
                <a:tableStyleId>{5C22544A-7EE6-4342-B048-85BDC9FD1C3A}</a:tableStyleId>
              </a:tblPr>
              <a:tblGrid>
                <a:gridCol w="1920240"/>
                <a:gridCol w="987552"/>
                <a:gridCol w="987552"/>
                <a:gridCol w="987552"/>
                <a:gridCol w="987552"/>
                <a:gridCol w="987552"/>
                <a:gridCol w="987552"/>
                <a:gridCol w="987552"/>
              </a:tblGrid>
              <a:tr h="472440">
                <a:tc>
                  <a:txBody>
                    <a:bodyPr wrap="square"/>
                    <a:lstStyle/>
                    <a:p>
                      <a:pPr algn="l"/>
                      <a:r>
                        <a:rPr sz="1000" b="1">
                          <a:solidFill>
                            <a:srgbClr val="FFFFFF"/>
                          </a:solidFill>
                        </a:rPr>
                        <a:t>Scheme</a:t>
                      </a:r>
                    </a:p>
                  </a:txBody>
                  <a:tcPr>
                    <a:solidFill>
                      <a:srgbClr val="333333"/>
                    </a:solidFill>
                  </a:tcPr>
                </a:tc>
                <a:tc>
                  <a:txBody>
                    <a:bodyPr wrap="square"/>
                    <a:lstStyle/>
                    <a:p>
                      <a:pPr algn="ctr"/>
                      <a:r>
                        <a:rPr sz="1000" b="1">
                          <a:solidFill>
                            <a:srgbClr val="FFFFFF"/>
                          </a:solidFill>
                        </a:rPr>
                        <a:t>Dec.</a:t>
                      </a:r>
                    </a:p>
                  </a:txBody>
                  <a:tcPr>
                    <a:solidFill>
                      <a:srgbClr val="333333"/>
                    </a:solidFill>
                  </a:tcPr>
                </a:tc>
                <a:tc>
                  <a:txBody>
                    <a:bodyPr wrap="square"/>
                    <a:lstStyle/>
                    <a:p>
                      <a:pPr algn="ctr"/>
                      <a:r>
                        <a:rPr sz="1000" b="1">
                          <a:solidFill>
                            <a:srgbClr val="FFFFFF"/>
                          </a:solidFill>
                        </a:rPr>
                        <a:t>PUF</a:t>
                      </a:r>
                    </a:p>
                  </a:txBody>
                  <a:tcPr>
                    <a:solidFill>
                      <a:srgbClr val="333333"/>
                    </a:solidFill>
                  </a:tcPr>
                </a:tc>
                <a:tc>
                  <a:txBody>
                    <a:bodyPr wrap="square"/>
                    <a:lstStyle/>
                    <a:p>
                      <a:pPr algn="ctr"/>
                      <a:r>
                        <a:rPr sz="1000" b="1">
                          <a:solidFill>
                            <a:srgbClr val="FFFFFF"/>
                          </a:solidFill>
                        </a:rPr>
                        <a:t>Acc.</a:t>
                      </a:r>
                    </a:p>
                  </a:txBody>
                  <a:tcPr>
                    <a:solidFill>
                      <a:srgbClr val="333333"/>
                    </a:solidFill>
                  </a:tcPr>
                </a:tc>
                <a:tc>
                  <a:txBody>
                    <a:bodyPr wrap="square"/>
                    <a:lstStyle/>
                    <a:p>
                      <a:pPr algn="ctr"/>
                      <a:r>
                        <a:rPr sz="1000" b="1">
                          <a:solidFill>
                            <a:srgbClr val="FFFFFF"/>
                          </a:solidFill>
                        </a:rPr>
                        <a:t>Anon.</a:t>
                      </a:r>
                    </a:p>
                  </a:txBody>
                  <a:tcPr>
                    <a:solidFill>
                      <a:srgbClr val="333333"/>
                    </a:solidFill>
                  </a:tcPr>
                </a:tc>
                <a:tc>
                  <a:txBody>
                    <a:bodyPr wrap="square"/>
                    <a:lstStyle/>
                    <a:p>
                      <a:pPr algn="ctr"/>
                      <a:r>
                        <a:rPr sz="1000" b="1">
                          <a:solidFill>
                            <a:srgbClr val="FFFFFF"/>
                          </a:solidFill>
                        </a:rPr>
                        <a:t>Desync</a:t>
                      </a:r>
                    </a:p>
                  </a:txBody>
                  <a:tcPr>
                    <a:solidFill>
                      <a:srgbClr val="333333"/>
                    </a:solidFill>
                  </a:tcPr>
                </a:tc>
                <a:tc>
                  <a:txBody>
                    <a:bodyPr wrap="square"/>
                    <a:lstStyle/>
                    <a:p>
                      <a:pPr algn="ctr"/>
                      <a:r>
                        <a:rPr sz="1000" b="1">
                          <a:solidFill>
                            <a:srgbClr val="FFFFFF"/>
                          </a:solidFill>
                        </a:rPr>
                        <a:t>Comp.OH</a:t>
                      </a:r>
                    </a:p>
                  </a:txBody>
                  <a:tcPr>
                    <a:solidFill>
                      <a:srgbClr val="333333"/>
                    </a:solidFill>
                  </a:tcPr>
                </a:tc>
                <a:tc>
                  <a:txBody>
                    <a:bodyPr wrap="square"/>
                    <a:lstStyle/>
                    <a:p>
                      <a:pPr algn="ctr"/>
                      <a:r>
                        <a:rPr sz="1000" b="1">
                          <a:solidFill>
                            <a:srgbClr val="FFFFFF"/>
                          </a:solidFill>
                        </a:rPr>
                        <a:t>Msg.OH</a:t>
                      </a:r>
                    </a:p>
                  </a:txBody>
                  <a:tcPr>
                    <a:solidFill>
                      <a:srgbClr val="333333"/>
                    </a:solidFill>
                  </a:tcPr>
                </a:tc>
              </a:tr>
              <a:tr h="472440">
                <a:tc>
                  <a:txBody>
                    <a:bodyPr wrap="square"/>
                    <a:lstStyle/>
                    <a:p>
                      <a:pPr algn="l"/>
                      <a:r>
                        <a:rPr sz="1000" b="1">
                          <a:solidFill>
                            <a:srgbClr val="333333"/>
                          </a:solidFill>
                        </a:rPr>
                        <a:t>RAAF-MEC</a:t>
                      </a:r>
                    </a:p>
                  </a:txBody>
                  <a:tcPr>
                    <a:solidFill>
                      <a:srgbClr val="EDE5DC"/>
                    </a:solidFill>
                  </a:tcPr>
                </a:tc>
                <a:tc>
                  <a:txBody>
                    <a:bodyPr wrap="square"/>
                    <a:lstStyle/>
                    <a:p>
                      <a:pPr algn="ctr"/>
                      <a:r>
                        <a:rPr sz="1000" b="0">
                          <a:solidFill>
                            <a:srgbClr val="AAAAAA"/>
                          </a:solidFill>
                        </a:rPr>
                        <a:t>✗</a:t>
                      </a:r>
                    </a:p>
                  </a:txBody>
                  <a:tcPr>
                    <a:solidFill>
                      <a:srgbClr val="EDE5DC"/>
                    </a:solidFill>
                  </a:tcPr>
                </a:tc>
                <a:tc>
                  <a:txBody>
                    <a:bodyPr wrap="square"/>
                    <a:lstStyle/>
                    <a:p>
                      <a:pPr algn="ctr"/>
                      <a:r>
                        <a:rPr sz="1000" b="0">
                          <a:solidFill>
                            <a:srgbClr val="1B5E20"/>
                          </a:solidFill>
                        </a:rPr>
                        <a:t>✓</a:t>
                      </a:r>
                    </a:p>
                  </a:txBody>
                  <a:tcPr>
                    <a:solidFill>
                      <a:srgbClr val="EDE5DC"/>
                    </a:solidFill>
                  </a:tcPr>
                </a:tc>
                <a:tc>
                  <a:txBody>
                    <a:bodyPr wrap="square"/>
                    <a:lstStyle/>
                    <a:p>
                      <a:pPr algn="ctr"/>
                      <a:r>
                        <a:rPr sz="1000" b="0">
                          <a:solidFill>
                            <a:srgbClr val="AAAAAA"/>
                          </a:solidFill>
                        </a:rPr>
                        <a:t>✗</a:t>
                      </a:r>
                    </a:p>
                  </a:txBody>
                  <a:tcPr>
                    <a:solidFill>
                      <a:srgbClr val="EDE5DC"/>
                    </a:solidFill>
                  </a:tcPr>
                </a:tc>
                <a:tc>
                  <a:txBody>
                    <a:bodyPr wrap="square"/>
                    <a:lstStyle/>
                    <a:p>
                      <a:pPr algn="ctr"/>
                      <a:r>
                        <a:rPr sz="1000" b="0">
                          <a:solidFill>
                            <a:srgbClr val="AAAAAA"/>
                          </a:solidFill>
                        </a:rPr>
                        <a:t>✗</a:t>
                      </a:r>
                    </a:p>
                  </a:txBody>
                  <a:tcPr>
                    <a:solidFill>
                      <a:srgbClr val="EDE5DC"/>
                    </a:solidFill>
                  </a:tcPr>
                </a:tc>
                <a:tc>
                  <a:txBody>
                    <a:bodyPr wrap="square"/>
                    <a:lstStyle/>
                    <a:p>
                      <a:pPr algn="ctr"/>
                      <a:r>
                        <a:rPr sz="1000" b="0">
                          <a:solidFill>
                            <a:srgbClr val="AAAAAA"/>
                          </a:solidFill>
                        </a:rPr>
                        <a:t>✗</a:t>
                      </a:r>
                    </a:p>
                  </a:txBody>
                  <a:tcPr>
                    <a:solidFill>
                      <a:srgbClr val="EDE5DC"/>
                    </a:solidFill>
                  </a:tcPr>
                </a:tc>
                <a:tc>
                  <a:txBody>
                    <a:bodyPr wrap="square"/>
                    <a:lstStyle/>
                    <a:p>
                      <a:pPr algn="ctr"/>
                      <a:r>
                        <a:rPr sz="1000" b="0">
                          <a:solidFill>
                            <a:srgbClr val="333333"/>
                          </a:solidFill>
                        </a:rPr>
                        <a:t>High</a:t>
                      </a:r>
                    </a:p>
                  </a:txBody>
                  <a:tcPr>
                    <a:solidFill>
                      <a:srgbClr val="EDE5DC"/>
                    </a:solidFill>
                  </a:tcPr>
                </a:tc>
                <a:tc>
                  <a:txBody>
                    <a:bodyPr wrap="square"/>
                    <a:lstStyle/>
                    <a:p>
                      <a:pPr algn="ctr"/>
                      <a:r>
                        <a:rPr sz="1000" b="0">
                          <a:solidFill>
                            <a:srgbClr val="333333"/>
                          </a:solidFill>
                        </a:rPr>
                        <a:t>Low</a:t>
                      </a:r>
                    </a:p>
                  </a:txBody>
                  <a:tcPr>
                    <a:solidFill>
                      <a:srgbClr val="EDE5DC"/>
                    </a:solidFill>
                  </a:tcPr>
                </a:tc>
              </a:tr>
              <a:tr h="472440">
                <a:tc>
                  <a:txBody>
                    <a:bodyPr wrap="square"/>
                    <a:lstStyle/>
                    <a:p>
                      <a:pPr algn="l"/>
                      <a:r>
                        <a:rPr sz="1000" b="1">
                          <a:solidFill>
                            <a:srgbClr val="333333"/>
                          </a:solidFill>
                        </a:rPr>
                        <a:t>SAKMS</a:t>
                      </a:r>
                    </a:p>
                  </a:txBody>
                  <a:tcPr>
                    <a:solidFill>
                      <a:srgbClr val="FFFFFF"/>
                    </a:solidFill>
                  </a:tcPr>
                </a:tc>
                <a:tc>
                  <a:txBody>
                    <a:bodyPr wrap="square"/>
                    <a:lstStyle/>
                    <a:p>
                      <a:pPr algn="ctr"/>
                      <a:r>
                        <a:rPr sz="1000" b="0">
                          <a:solidFill>
                            <a:srgbClr val="1B5E20"/>
                          </a:solidFill>
                        </a:rPr>
                        <a:t>✓</a:t>
                      </a:r>
                    </a:p>
                  </a:txBody>
                  <a:tcPr>
                    <a:solidFill>
                      <a:srgbClr val="FFFFFF"/>
                    </a:solidFill>
                  </a:tcPr>
                </a:tc>
                <a:tc>
                  <a:txBody>
                    <a:bodyPr wrap="square"/>
                    <a:lstStyle/>
                    <a:p>
                      <a:pPr algn="ctr"/>
                      <a:r>
                        <a:rPr sz="1000" b="0">
                          <a:solidFill>
                            <a:srgbClr val="AAAAAA"/>
                          </a:solidFill>
                        </a:rPr>
                        <a:t>✗</a:t>
                      </a:r>
                    </a:p>
                  </a:txBody>
                  <a:tcPr>
                    <a:solidFill>
                      <a:srgbClr val="FFFFFF"/>
                    </a:solidFill>
                  </a:tcPr>
                </a:tc>
                <a:tc>
                  <a:txBody>
                    <a:bodyPr wrap="square"/>
                    <a:lstStyle/>
                    <a:p>
                      <a:pPr algn="ctr"/>
                      <a:r>
                        <a:rPr sz="1000" b="0">
                          <a:solidFill>
                            <a:srgbClr val="AAAAAA"/>
                          </a:solidFill>
                        </a:rPr>
                        <a:t>✗</a:t>
                      </a:r>
                    </a:p>
                  </a:txBody>
                  <a:tcPr>
                    <a:solidFill>
                      <a:srgbClr val="FFFFFF"/>
                    </a:solidFill>
                  </a:tcPr>
                </a:tc>
                <a:tc>
                  <a:txBody>
                    <a:bodyPr wrap="square"/>
                    <a:lstStyle/>
                    <a:p>
                      <a:pPr algn="ctr"/>
                      <a:r>
                        <a:rPr sz="1000" b="0">
                          <a:solidFill>
                            <a:srgbClr val="AAAAAA"/>
                          </a:solidFill>
                        </a:rPr>
                        <a:t>✗</a:t>
                      </a:r>
                    </a:p>
                  </a:txBody>
                  <a:tcPr>
                    <a:solidFill>
                      <a:srgbClr val="FFFFFF"/>
                    </a:solidFill>
                  </a:tcPr>
                </a:tc>
                <a:tc>
                  <a:txBody>
                    <a:bodyPr wrap="square"/>
                    <a:lstStyle/>
                    <a:p>
                      <a:pPr algn="ctr"/>
                      <a:r>
                        <a:rPr sz="1000" b="0">
                          <a:solidFill>
                            <a:srgbClr val="AAAAAA"/>
                          </a:solidFill>
                        </a:rPr>
                        <a:t>✗</a:t>
                      </a:r>
                    </a:p>
                  </a:txBody>
                  <a:tcPr>
                    <a:solidFill>
                      <a:srgbClr val="FFFFFF"/>
                    </a:solidFill>
                  </a:tcPr>
                </a:tc>
                <a:tc>
                  <a:txBody>
                    <a:bodyPr wrap="square"/>
                    <a:lstStyle/>
                    <a:p>
                      <a:pPr algn="ctr"/>
                      <a:r>
                        <a:rPr sz="1000" b="0">
                          <a:solidFill>
                            <a:srgbClr val="333333"/>
                          </a:solidFill>
                        </a:rPr>
                        <a:t>High</a:t>
                      </a:r>
                    </a:p>
                  </a:txBody>
                  <a:tcPr>
                    <a:solidFill>
                      <a:srgbClr val="FFFFFF"/>
                    </a:solidFill>
                  </a:tcPr>
                </a:tc>
                <a:tc>
                  <a:txBody>
                    <a:bodyPr wrap="square"/>
                    <a:lstStyle/>
                    <a:p>
                      <a:pPr algn="ctr"/>
                      <a:r>
                        <a:rPr sz="1000" b="0">
                          <a:solidFill>
                            <a:srgbClr val="333333"/>
                          </a:solidFill>
                        </a:rPr>
                        <a:t>Low</a:t>
                      </a:r>
                    </a:p>
                  </a:txBody>
                  <a:tcPr>
                    <a:solidFill>
                      <a:srgbClr val="FFFFFF"/>
                    </a:solidFill>
                  </a:tcPr>
                </a:tc>
              </a:tr>
              <a:tr h="472440">
                <a:tc>
                  <a:txBody>
                    <a:bodyPr wrap="square"/>
                    <a:lstStyle/>
                    <a:p>
                      <a:pPr algn="l"/>
                      <a:r>
                        <a:rPr sz="1000" b="1">
                          <a:solidFill>
                            <a:srgbClr val="333333"/>
                          </a:solidFill>
                        </a:rPr>
                        <a:t>Li et al.</a:t>
                      </a:r>
                    </a:p>
                  </a:txBody>
                  <a:tcPr>
                    <a:solidFill>
                      <a:srgbClr val="EDE5DC"/>
                    </a:solidFill>
                  </a:tcPr>
                </a:tc>
                <a:tc>
                  <a:txBody>
                    <a:bodyPr wrap="square"/>
                    <a:lstStyle/>
                    <a:p>
                      <a:pPr algn="ctr"/>
                      <a:r>
                        <a:rPr sz="1000" b="0">
                          <a:solidFill>
                            <a:srgbClr val="1B5E20"/>
                          </a:solidFill>
                        </a:rPr>
                        <a:t>✓</a:t>
                      </a:r>
                    </a:p>
                  </a:txBody>
                  <a:tcPr>
                    <a:solidFill>
                      <a:srgbClr val="EDE5DC"/>
                    </a:solidFill>
                  </a:tcPr>
                </a:tc>
                <a:tc>
                  <a:txBody>
                    <a:bodyPr wrap="square"/>
                    <a:lstStyle/>
                    <a:p>
                      <a:pPr algn="ctr"/>
                      <a:r>
                        <a:rPr sz="1000" b="0">
                          <a:solidFill>
                            <a:srgbClr val="1B5E20"/>
                          </a:solidFill>
                        </a:rPr>
                        <a:t>✓</a:t>
                      </a:r>
                    </a:p>
                  </a:txBody>
                  <a:tcPr>
                    <a:solidFill>
                      <a:srgbClr val="EDE5DC"/>
                    </a:solidFill>
                  </a:tcPr>
                </a:tc>
                <a:tc>
                  <a:txBody>
                    <a:bodyPr wrap="square"/>
                    <a:lstStyle/>
                    <a:p>
                      <a:pPr algn="ctr"/>
                      <a:r>
                        <a:rPr sz="1000" b="0">
                          <a:solidFill>
                            <a:srgbClr val="AAAAAA"/>
                          </a:solidFill>
                        </a:rPr>
                        <a:t>✗</a:t>
                      </a:r>
                    </a:p>
                  </a:txBody>
                  <a:tcPr>
                    <a:solidFill>
                      <a:srgbClr val="EDE5DC"/>
                    </a:solidFill>
                  </a:tcPr>
                </a:tc>
                <a:tc>
                  <a:txBody>
                    <a:bodyPr wrap="square"/>
                    <a:lstStyle/>
                    <a:p>
                      <a:pPr algn="ctr"/>
                      <a:r>
                        <a:rPr sz="1000" b="0">
                          <a:solidFill>
                            <a:srgbClr val="AAAAAA"/>
                          </a:solidFill>
                        </a:rPr>
                        <a:t>✗</a:t>
                      </a:r>
                    </a:p>
                  </a:txBody>
                  <a:tcPr>
                    <a:solidFill>
                      <a:srgbClr val="EDE5DC"/>
                    </a:solidFill>
                  </a:tcPr>
                </a:tc>
                <a:tc>
                  <a:txBody>
                    <a:bodyPr wrap="square"/>
                    <a:lstStyle/>
                    <a:p>
                      <a:pPr algn="ctr"/>
                      <a:r>
                        <a:rPr sz="1000" b="0">
                          <a:solidFill>
                            <a:srgbClr val="AAAAAA"/>
                          </a:solidFill>
                        </a:rPr>
                        <a:t>✗</a:t>
                      </a:r>
                    </a:p>
                  </a:txBody>
                  <a:tcPr>
                    <a:solidFill>
                      <a:srgbClr val="EDE5DC"/>
                    </a:solidFill>
                  </a:tcPr>
                </a:tc>
                <a:tc>
                  <a:txBody>
                    <a:bodyPr wrap="square"/>
                    <a:lstStyle/>
                    <a:p>
                      <a:pPr algn="ctr"/>
                      <a:r>
                        <a:rPr sz="1000" b="0">
                          <a:solidFill>
                            <a:srgbClr val="333333"/>
                          </a:solidFill>
                        </a:rPr>
                        <a:t>High</a:t>
                      </a:r>
                    </a:p>
                  </a:txBody>
                  <a:tcPr>
                    <a:solidFill>
                      <a:srgbClr val="EDE5DC"/>
                    </a:solidFill>
                  </a:tcPr>
                </a:tc>
                <a:tc>
                  <a:txBody>
                    <a:bodyPr wrap="square"/>
                    <a:lstStyle/>
                    <a:p>
                      <a:pPr algn="ctr"/>
                      <a:r>
                        <a:rPr sz="1000" b="0">
                          <a:solidFill>
                            <a:srgbClr val="333333"/>
                          </a:solidFill>
                        </a:rPr>
                        <a:t>Low</a:t>
                      </a:r>
                    </a:p>
                  </a:txBody>
                  <a:tcPr>
                    <a:solidFill>
                      <a:srgbClr val="EDE5DC"/>
                    </a:solidFill>
                  </a:tcPr>
                </a:tc>
              </a:tr>
              <a:tr h="472440">
                <a:tc>
                  <a:txBody>
                    <a:bodyPr wrap="square"/>
                    <a:lstStyle/>
                    <a:p>
                      <a:pPr algn="l"/>
                      <a:r>
                        <a:rPr sz="1000" b="1">
                          <a:solidFill>
                            <a:srgbClr val="333333"/>
                          </a:solidFill>
                        </a:rPr>
                        <a:t>Zheng et al.</a:t>
                      </a:r>
                    </a:p>
                  </a:txBody>
                  <a:tcPr>
                    <a:solidFill>
                      <a:srgbClr val="FFFFFF"/>
                    </a:solidFill>
                  </a:tcPr>
                </a:tc>
                <a:tc>
                  <a:txBody>
                    <a:bodyPr wrap="square"/>
                    <a:lstStyle/>
                    <a:p>
                      <a:pPr algn="ctr"/>
                      <a:r>
                        <a:rPr sz="1000" b="0">
                          <a:solidFill>
                            <a:srgbClr val="1B5E20"/>
                          </a:solidFill>
                        </a:rPr>
                        <a:t>✓</a:t>
                      </a:r>
                    </a:p>
                  </a:txBody>
                  <a:tcPr>
                    <a:solidFill>
                      <a:srgbClr val="FFFFFF"/>
                    </a:solidFill>
                  </a:tcPr>
                </a:tc>
                <a:tc>
                  <a:txBody>
                    <a:bodyPr wrap="square"/>
                    <a:lstStyle/>
                    <a:p>
                      <a:pPr algn="ctr"/>
                      <a:r>
                        <a:rPr sz="1000" b="0">
                          <a:solidFill>
                            <a:srgbClr val="1B5E20"/>
                          </a:solidFill>
                        </a:rPr>
                        <a:t>✓</a:t>
                      </a:r>
                    </a:p>
                  </a:txBody>
                  <a:tcPr>
                    <a:solidFill>
                      <a:srgbClr val="FFFFFF"/>
                    </a:solidFill>
                  </a:tcPr>
                </a:tc>
                <a:tc>
                  <a:txBody>
                    <a:bodyPr wrap="square"/>
                    <a:lstStyle/>
                    <a:p>
                      <a:pPr algn="ctr"/>
                      <a:r>
                        <a:rPr sz="1000" b="0">
                          <a:solidFill>
                            <a:srgbClr val="AAAAAA"/>
                          </a:solidFill>
                        </a:rPr>
                        <a:t>✗</a:t>
                      </a:r>
                    </a:p>
                  </a:txBody>
                  <a:tcPr>
                    <a:solidFill>
                      <a:srgbClr val="FFFFFF"/>
                    </a:solidFill>
                  </a:tcPr>
                </a:tc>
                <a:tc>
                  <a:txBody>
                    <a:bodyPr wrap="square"/>
                    <a:lstStyle/>
                    <a:p>
                      <a:pPr algn="ctr"/>
                      <a:r>
                        <a:rPr sz="1000" b="0">
                          <a:solidFill>
                            <a:srgbClr val="AAAAAA"/>
                          </a:solidFill>
                        </a:rPr>
                        <a:t>✗</a:t>
                      </a:r>
                    </a:p>
                  </a:txBody>
                  <a:tcPr>
                    <a:solidFill>
                      <a:srgbClr val="FFFFFF"/>
                    </a:solidFill>
                  </a:tcPr>
                </a:tc>
                <a:tc>
                  <a:txBody>
                    <a:bodyPr wrap="square"/>
                    <a:lstStyle/>
                    <a:p>
                      <a:pPr algn="ctr"/>
                      <a:r>
                        <a:rPr sz="1000" b="0">
                          <a:solidFill>
                            <a:srgbClr val="AAAAAA"/>
                          </a:solidFill>
                        </a:rPr>
                        <a:t>✗</a:t>
                      </a:r>
                    </a:p>
                  </a:txBody>
                  <a:tcPr>
                    <a:solidFill>
                      <a:srgbClr val="FFFFFF"/>
                    </a:solidFill>
                  </a:tcPr>
                </a:tc>
                <a:tc>
                  <a:txBody>
                    <a:bodyPr wrap="square"/>
                    <a:lstStyle/>
                    <a:p>
                      <a:pPr algn="ctr"/>
                      <a:r>
                        <a:rPr sz="1000" b="0">
                          <a:solidFill>
                            <a:srgbClr val="333333"/>
                          </a:solidFill>
                        </a:rPr>
                        <a:t>Medium</a:t>
                      </a:r>
                    </a:p>
                  </a:txBody>
                  <a:tcPr>
                    <a:solidFill>
                      <a:srgbClr val="FFFFFF"/>
                    </a:solidFill>
                  </a:tcPr>
                </a:tc>
                <a:tc>
                  <a:txBody>
                    <a:bodyPr wrap="square"/>
                    <a:lstStyle/>
                    <a:p>
                      <a:pPr algn="ctr"/>
                      <a:r>
                        <a:rPr sz="1000" b="0">
                          <a:solidFill>
                            <a:srgbClr val="333333"/>
                          </a:solidFill>
                        </a:rPr>
                        <a:t>Low</a:t>
                      </a:r>
                    </a:p>
                  </a:txBody>
                  <a:tcPr>
                    <a:solidFill>
                      <a:srgbClr val="FFFFFF"/>
                    </a:solidFill>
                  </a:tcPr>
                </a:tc>
              </a:tr>
              <a:tr h="472440">
                <a:tc>
                  <a:txBody>
                    <a:bodyPr wrap="square"/>
                    <a:lstStyle/>
                    <a:p>
                      <a:pPr algn="l"/>
                      <a:r>
                        <a:rPr sz="1000" b="1">
                          <a:solidFill>
                            <a:srgbClr val="333333"/>
                          </a:solidFill>
                        </a:rPr>
                        <a:t>LAAKA</a:t>
                      </a:r>
                    </a:p>
                  </a:txBody>
                  <a:tcPr>
                    <a:solidFill>
                      <a:srgbClr val="EDE5DC"/>
                    </a:solidFill>
                  </a:tcPr>
                </a:tc>
                <a:tc>
                  <a:txBody>
                    <a:bodyPr wrap="square"/>
                    <a:lstStyle/>
                    <a:p>
                      <a:pPr algn="ctr"/>
                      <a:r>
                        <a:rPr sz="1000" b="0">
                          <a:solidFill>
                            <a:srgbClr val="AAAAAA"/>
                          </a:solidFill>
                        </a:rPr>
                        <a:t>✗</a:t>
                      </a:r>
                    </a:p>
                  </a:txBody>
                  <a:tcPr>
                    <a:solidFill>
                      <a:srgbClr val="EDE5DC"/>
                    </a:solidFill>
                  </a:tcPr>
                </a:tc>
                <a:tc>
                  <a:txBody>
                    <a:bodyPr wrap="square"/>
                    <a:lstStyle/>
                    <a:p>
                      <a:pPr algn="ctr"/>
                      <a:r>
                        <a:rPr sz="1000" b="0">
                          <a:solidFill>
                            <a:srgbClr val="AAAAAA"/>
                          </a:solidFill>
                        </a:rPr>
                        <a:t>✗</a:t>
                      </a:r>
                    </a:p>
                  </a:txBody>
                  <a:tcPr>
                    <a:solidFill>
                      <a:srgbClr val="EDE5DC"/>
                    </a:solidFill>
                  </a:tcPr>
                </a:tc>
                <a:tc>
                  <a:txBody>
                    <a:bodyPr wrap="square"/>
                    <a:lstStyle/>
                    <a:p>
                      <a:pPr algn="ctr"/>
                      <a:r>
                        <a:rPr sz="1000" b="0">
                          <a:solidFill>
                            <a:srgbClr val="AAAAAA"/>
                          </a:solidFill>
                        </a:rPr>
                        <a:t>✗</a:t>
                      </a:r>
                    </a:p>
                  </a:txBody>
                  <a:tcPr>
                    <a:solidFill>
                      <a:srgbClr val="EDE5DC"/>
                    </a:solidFill>
                  </a:tcPr>
                </a:tc>
                <a:tc>
                  <a:txBody>
                    <a:bodyPr wrap="square"/>
                    <a:lstStyle/>
                    <a:p>
                      <a:pPr algn="ctr"/>
                      <a:r>
                        <a:rPr sz="1000" b="0">
                          <a:solidFill>
                            <a:srgbClr val="1B5E20"/>
                          </a:solidFill>
                        </a:rPr>
                        <a:t>✓</a:t>
                      </a:r>
                    </a:p>
                  </a:txBody>
                  <a:tcPr>
                    <a:solidFill>
                      <a:srgbClr val="EDE5DC"/>
                    </a:solidFill>
                  </a:tcPr>
                </a:tc>
                <a:tc>
                  <a:txBody>
                    <a:bodyPr wrap="square"/>
                    <a:lstStyle/>
                    <a:p>
                      <a:pPr algn="ctr"/>
                      <a:r>
                        <a:rPr sz="1000" b="0">
                          <a:solidFill>
                            <a:srgbClr val="AAAAAA"/>
                          </a:solidFill>
                        </a:rPr>
                        <a:t>✗</a:t>
                      </a:r>
                    </a:p>
                  </a:txBody>
                  <a:tcPr>
                    <a:solidFill>
                      <a:srgbClr val="EDE5DC"/>
                    </a:solidFill>
                  </a:tcPr>
                </a:tc>
                <a:tc>
                  <a:txBody>
                    <a:bodyPr wrap="square"/>
                    <a:lstStyle/>
                    <a:p>
                      <a:pPr algn="ctr"/>
                      <a:r>
                        <a:rPr sz="1000" b="0">
                          <a:solidFill>
                            <a:srgbClr val="333333"/>
                          </a:solidFill>
                        </a:rPr>
                        <a:t>Low</a:t>
                      </a:r>
                    </a:p>
                  </a:txBody>
                  <a:tcPr>
                    <a:solidFill>
                      <a:srgbClr val="EDE5DC"/>
                    </a:solidFill>
                  </a:tcPr>
                </a:tc>
                <a:tc>
                  <a:txBody>
                    <a:bodyPr wrap="square"/>
                    <a:lstStyle/>
                    <a:p>
                      <a:pPr algn="ctr"/>
                      <a:r>
                        <a:rPr sz="1000" b="0">
                          <a:solidFill>
                            <a:srgbClr val="333333"/>
                          </a:solidFill>
                        </a:rPr>
                        <a:t>Low</a:t>
                      </a:r>
                    </a:p>
                  </a:txBody>
                  <a:tcPr>
                    <a:solidFill>
                      <a:srgbClr val="EDE5DC"/>
                    </a:solidFill>
                  </a:tcPr>
                </a:tc>
              </a:tr>
              <a:tr h="472440">
                <a:tc>
                  <a:txBody>
                    <a:bodyPr wrap="square"/>
                    <a:lstStyle/>
                    <a:p>
                      <a:pPr algn="l"/>
                      <a:r>
                        <a:rPr sz="1000" b="1">
                          <a:solidFill>
                            <a:srgbClr val="333333"/>
                          </a:solidFill>
                        </a:rPr>
                        <a:t>Zhou et al.</a:t>
                      </a:r>
                    </a:p>
                  </a:txBody>
                  <a:tcPr>
                    <a:solidFill>
                      <a:srgbClr val="FFFFFF"/>
                    </a:solidFill>
                  </a:tcPr>
                </a:tc>
                <a:tc>
                  <a:txBody>
                    <a:bodyPr wrap="square"/>
                    <a:lstStyle/>
                    <a:p>
                      <a:pPr algn="ctr"/>
                      <a:r>
                        <a:rPr sz="1000" b="0">
                          <a:solidFill>
                            <a:srgbClr val="AAAAAA"/>
                          </a:solidFill>
                        </a:rPr>
                        <a:t>✗</a:t>
                      </a:r>
                    </a:p>
                  </a:txBody>
                  <a:tcPr>
                    <a:solidFill>
                      <a:srgbClr val="FFFFFF"/>
                    </a:solidFill>
                  </a:tcPr>
                </a:tc>
                <a:tc>
                  <a:txBody>
                    <a:bodyPr wrap="square"/>
                    <a:lstStyle/>
                    <a:p>
                      <a:pPr algn="ctr"/>
                      <a:r>
                        <a:rPr sz="1000" b="0">
                          <a:solidFill>
                            <a:srgbClr val="1B5E20"/>
                          </a:solidFill>
                        </a:rPr>
                        <a:t>✓</a:t>
                      </a:r>
                    </a:p>
                  </a:txBody>
                  <a:tcPr>
                    <a:solidFill>
                      <a:srgbClr val="FFFFFF"/>
                    </a:solidFill>
                  </a:tcPr>
                </a:tc>
                <a:tc>
                  <a:txBody>
                    <a:bodyPr wrap="square"/>
                    <a:lstStyle/>
                    <a:p>
                      <a:pPr algn="ctr"/>
                      <a:r>
                        <a:rPr sz="1000" b="0">
                          <a:solidFill>
                            <a:srgbClr val="AAAAAA"/>
                          </a:solidFill>
                        </a:rPr>
                        <a:t>✗</a:t>
                      </a:r>
                    </a:p>
                  </a:txBody>
                  <a:tcPr>
                    <a:solidFill>
                      <a:srgbClr val="FFFFFF"/>
                    </a:solidFill>
                  </a:tcPr>
                </a:tc>
                <a:tc>
                  <a:txBody>
                    <a:bodyPr wrap="square"/>
                    <a:lstStyle/>
                    <a:p>
                      <a:pPr algn="ctr"/>
                      <a:r>
                        <a:rPr sz="1000" b="0">
                          <a:solidFill>
                            <a:srgbClr val="1B5E20"/>
                          </a:solidFill>
                        </a:rPr>
                        <a:t>✓</a:t>
                      </a:r>
                    </a:p>
                  </a:txBody>
                  <a:tcPr>
                    <a:solidFill>
                      <a:srgbClr val="FFFFFF"/>
                    </a:solidFill>
                  </a:tcPr>
                </a:tc>
                <a:tc>
                  <a:txBody>
                    <a:bodyPr wrap="square"/>
                    <a:lstStyle/>
                    <a:p>
                      <a:pPr algn="ctr"/>
                      <a:r>
                        <a:rPr sz="1000" b="0">
                          <a:solidFill>
                            <a:srgbClr val="AAAAAA"/>
                          </a:solidFill>
                        </a:rPr>
                        <a:t>✗</a:t>
                      </a:r>
                    </a:p>
                  </a:txBody>
                  <a:tcPr>
                    <a:solidFill>
                      <a:srgbClr val="FFFFFF"/>
                    </a:solidFill>
                  </a:tcPr>
                </a:tc>
                <a:tc>
                  <a:txBody>
                    <a:bodyPr wrap="square"/>
                    <a:lstStyle/>
                    <a:p>
                      <a:pPr algn="ctr"/>
                      <a:r>
                        <a:rPr sz="1000" b="0">
                          <a:solidFill>
                            <a:srgbClr val="333333"/>
                          </a:solidFill>
                        </a:rPr>
                        <a:t>Medium</a:t>
                      </a:r>
                    </a:p>
                  </a:txBody>
                  <a:tcPr>
                    <a:solidFill>
                      <a:srgbClr val="FFFFFF"/>
                    </a:solidFill>
                  </a:tcPr>
                </a:tc>
                <a:tc>
                  <a:txBody>
                    <a:bodyPr wrap="square"/>
                    <a:lstStyle/>
                    <a:p>
                      <a:pPr algn="ctr"/>
                      <a:r>
                        <a:rPr sz="1000" b="0">
                          <a:solidFill>
                            <a:srgbClr val="333333"/>
                          </a:solidFill>
                        </a:rPr>
                        <a:t>Medium</a:t>
                      </a:r>
                    </a:p>
                  </a:txBody>
                  <a:tcPr>
                    <a:solidFill>
                      <a:srgbClr val="FFFFFF"/>
                    </a:solidFill>
                  </a:tcPr>
                </a:tc>
              </a:tr>
              <a:tr h="472440">
                <a:tc>
                  <a:txBody>
                    <a:bodyPr wrap="square"/>
                    <a:lstStyle/>
                    <a:p>
                      <a:pPr algn="l"/>
                      <a:r>
                        <a:rPr sz="1000" b="1">
                          <a:solidFill>
                            <a:srgbClr val="333333"/>
                          </a:solidFill>
                        </a:rPr>
                        <a:t>DAuth</a:t>
                      </a:r>
                    </a:p>
                  </a:txBody>
                  <a:tcPr>
                    <a:solidFill>
                      <a:srgbClr val="EDE5DC"/>
                    </a:solidFill>
                  </a:tcPr>
                </a:tc>
                <a:tc>
                  <a:txBody>
                    <a:bodyPr wrap="square"/>
                    <a:lstStyle/>
                    <a:p>
                      <a:pPr algn="ctr"/>
                      <a:r>
                        <a:rPr sz="1000" b="0">
                          <a:solidFill>
                            <a:srgbClr val="1B5E20"/>
                          </a:solidFill>
                        </a:rPr>
                        <a:t>✓</a:t>
                      </a:r>
                    </a:p>
                  </a:txBody>
                  <a:tcPr>
                    <a:solidFill>
                      <a:srgbClr val="EDE5DC"/>
                    </a:solidFill>
                  </a:tcPr>
                </a:tc>
                <a:tc>
                  <a:txBody>
                    <a:bodyPr wrap="square"/>
                    <a:lstStyle/>
                    <a:p>
                      <a:pPr algn="ctr"/>
                      <a:r>
                        <a:rPr sz="1000" b="0">
                          <a:solidFill>
                            <a:srgbClr val="1B5E20"/>
                          </a:solidFill>
                        </a:rPr>
                        <a:t>✓</a:t>
                      </a:r>
                    </a:p>
                  </a:txBody>
                  <a:tcPr>
                    <a:solidFill>
                      <a:srgbClr val="EDE5DC"/>
                    </a:solidFill>
                  </a:tcPr>
                </a:tc>
                <a:tc>
                  <a:txBody>
                    <a:bodyPr wrap="square"/>
                    <a:lstStyle/>
                    <a:p>
                      <a:pPr algn="ctr"/>
                      <a:r>
                        <a:rPr sz="1000" b="0">
                          <a:solidFill>
                            <a:srgbClr val="1B5E20"/>
                          </a:solidFill>
                        </a:rPr>
                        <a:t>✓</a:t>
                      </a:r>
                    </a:p>
                  </a:txBody>
                  <a:tcPr>
                    <a:solidFill>
                      <a:srgbClr val="EDE5DC"/>
                    </a:solidFill>
                  </a:tcPr>
                </a:tc>
                <a:tc>
                  <a:txBody>
                    <a:bodyPr wrap="square"/>
                    <a:lstStyle/>
                    <a:p>
                      <a:pPr algn="ctr"/>
                      <a:r>
                        <a:rPr sz="1000" b="0">
                          <a:solidFill>
                            <a:srgbClr val="AAAAAA"/>
                          </a:solidFill>
                        </a:rPr>
                        <a:t>✗</a:t>
                      </a:r>
                    </a:p>
                  </a:txBody>
                  <a:tcPr>
                    <a:solidFill>
                      <a:srgbClr val="EDE5DC"/>
                    </a:solidFill>
                  </a:tcPr>
                </a:tc>
                <a:tc>
                  <a:txBody>
                    <a:bodyPr wrap="square"/>
                    <a:lstStyle/>
                    <a:p>
                      <a:pPr algn="ctr"/>
                      <a:r>
                        <a:rPr sz="1000" b="0">
                          <a:solidFill>
                            <a:srgbClr val="AAAAAA"/>
                          </a:solidFill>
                        </a:rPr>
                        <a:t>✗</a:t>
                      </a:r>
                    </a:p>
                  </a:txBody>
                  <a:tcPr>
                    <a:solidFill>
                      <a:srgbClr val="EDE5DC"/>
                    </a:solidFill>
                  </a:tcPr>
                </a:tc>
                <a:tc>
                  <a:txBody>
                    <a:bodyPr wrap="square"/>
                    <a:lstStyle/>
                    <a:p>
                      <a:pPr algn="ctr"/>
                      <a:r>
                        <a:rPr sz="1000" b="0">
                          <a:solidFill>
                            <a:srgbClr val="333333"/>
                          </a:solidFill>
                        </a:rPr>
                        <a:t>Low</a:t>
                      </a:r>
                    </a:p>
                  </a:txBody>
                  <a:tcPr>
                    <a:solidFill>
                      <a:srgbClr val="EDE5DC"/>
                    </a:solidFill>
                  </a:tcPr>
                </a:tc>
                <a:tc>
                  <a:txBody>
                    <a:bodyPr wrap="square"/>
                    <a:lstStyle/>
                    <a:p>
                      <a:pPr algn="ctr"/>
                      <a:r>
                        <a:rPr sz="1000" b="0">
                          <a:solidFill>
                            <a:srgbClr val="333333"/>
                          </a:solidFill>
                        </a:rPr>
                        <a:t>Low</a:t>
                      </a:r>
                    </a:p>
                  </a:txBody>
                  <a:tcPr>
                    <a:solidFill>
                      <a:srgbClr val="EDE5DC"/>
                    </a:solidFill>
                  </a:tcPr>
                </a:tc>
              </a:tr>
              <a:tr h="472440">
                <a:tc>
                  <a:txBody>
                    <a:bodyPr wrap="square"/>
                    <a:lstStyle/>
                    <a:p>
                      <a:pPr algn="l"/>
                      <a:r>
                        <a:rPr sz="1000" b="1">
                          <a:solidFill>
                            <a:srgbClr val="9C6B47"/>
                          </a:solidFill>
                        </a:rPr>
                        <a:t>Proposed</a:t>
                      </a:r>
                    </a:p>
                  </a:txBody>
                  <a:tcPr>
                    <a:solidFill>
                      <a:srgbClr val="E8D8C0"/>
                    </a:solidFill>
                  </a:tcPr>
                </a:tc>
                <a:tc>
                  <a:txBody>
                    <a:bodyPr wrap="square"/>
                    <a:lstStyle/>
                    <a:p>
                      <a:pPr algn="ctr"/>
                      <a:r>
                        <a:rPr sz="1000" b="1">
                          <a:solidFill>
                            <a:srgbClr val="1B5E20"/>
                          </a:solidFill>
                        </a:rPr>
                        <a:t>✓</a:t>
                      </a:r>
                    </a:p>
                  </a:txBody>
                  <a:tcPr>
                    <a:solidFill>
                      <a:srgbClr val="E8D8C0"/>
                    </a:solidFill>
                  </a:tcPr>
                </a:tc>
                <a:tc>
                  <a:txBody>
                    <a:bodyPr wrap="square"/>
                    <a:lstStyle/>
                    <a:p>
                      <a:pPr algn="ctr"/>
                      <a:r>
                        <a:rPr sz="1000" b="1">
                          <a:solidFill>
                            <a:srgbClr val="1B5E20"/>
                          </a:solidFill>
                        </a:rPr>
                        <a:t>✓</a:t>
                      </a:r>
                    </a:p>
                  </a:txBody>
                  <a:tcPr>
                    <a:solidFill>
                      <a:srgbClr val="E8D8C0"/>
                    </a:solidFill>
                  </a:tcPr>
                </a:tc>
                <a:tc>
                  <a:txBody>
                    <a:bodyPr wrap="square"/>
                    <a:lstStyle/>
                    <a:p>
                      <a:pPr algn="ctr"/>
                      <a:r>
                        <a:rPr sz="1000" b="1">
                          <a:solidFill>
                            <a:srgbClr val="1B5E20"/>
                          </a:solidFill>
                        </a:rPr>
                        <a:t>✓</a:t>
                      </a:r>
                    </a:p>
                  </a:txBody>
                  <a:tcPr>
                    <a:solidFill>
                      <a:srgbClr val="E8D8C0"/>
                    </a:solidFill>
                  </a:tcPr>
                </a:tc>
                <a:tc>
                  <a:txBody>
                    <a:bodyPr wrap="square"/>
                    <a:lstStyle/>
                    <a:p>
                      <a:pPr algn="ctr"/>
                      <a:r>
                        <a:rPr sz="1000" b="1">
                          <a:solidFill>
                            <a:srgbClr val="1B5E20"/>
                          </a:solidFill>
                        </a:rPr>
                        <a:t>✓</a:t>
                      </a:r>
                    </a:p>
                  </a:txBody>
                  <a:tcPr>
                    <a:solidFill>
                      <a:srgbClr val="E8D8C0"/>
                    </a:solidFill>
                  </a:tcPr>
                </a:tc>
                <a:tc>
                  <a:txBody>
                    <a:bodyPr wrap="square"/>
                    <a:lstStyle/>
                    <a:p>
                      <a:pPr algn="ctr"/>
                      <a:r>
                        <a:rPr sz="1000" b="1">
                          <a:solidFill>
                            <a:srgbClr val="1B5E20"/>
                          </a:solidFill>
                        </a:rPr>
                        <a:t>✓</a:t>
                      </a:r>
                    </a:p>
                  </a:txBody>
                  <a:tcPr>
                    <a:solidFill>
                      <a:srgbClr val="E8D8C0"/>
                    </a:solidFill>
                  </a:tcPr>
                </a:tc>
                <a:tc>
                  <a:txBody>
                    <a:bodyPr wrap="square"/>
                    <a:lstStyle/>
                    <a:p>
                      <a:pPr algn="ctr"/>
                      <a:r>
                        <a:rPr sz="1000" b="1">
                          <a:solidFill>
                            <a:srgbClr val="333333"/>
                          </a:solidFill>
                        </a:rPr>
                        <a:t>Low</a:t>
                      </a:r>
                    </a:p>
                  </a:txBody>
                  <a:tcPr>
                    <a:solidFill>
                      <a:srgbClr val="E8D8C0"/>
                    </a:solidFill>
                  </a:tcPr>
                </a:tc>
                <a:tc>
                  <a:txBody>
                    <a:bodyPr wrap="square"/>
                    <a:lstStyle/>
                    <a:p>
                      <a:pPr algn="ctr"/>
                      <a:r>
                        <a:rPr sz="1000" b="1">
                          <a:solidFill>
                            <a:srgbClr val="333333"/>
                          </a:solidFill>
                        </a:rPr>
                        <a:t>Low</a:t>
                      </a:r>
                    </a:p>
                  </a:txBody>
                  <a:tcPr>
                    <a:solidFill>
                      <a:srgbClr val="E8D8C0"/>
                    </a:solidFill>
                  </a:tcPr>
                </a:tc>
              </a:tr>
            </a:tbl>
          </a:graphicData>
        </a:graphic>
      </p:graphicFrame>
      <p:sp>
        <p:nvSpPr>
          <p:cNvPr id="379" name="TextBox 378"/>
          <p:cNvSpPr txBox="1"/>
          <p:nvPr/>
        </p:nvSpPr>
        <p:spPr>
          <a:xfrm>
            <a:off x="164592" y="5010912"/>
            <a:ext cx="8823960" cy="118872"/>
          </a:xfrm>
          <a:prstGeom prst="rect">
            <a:avLst/>
          </a:prstGeom>
          <a:noFill/>
        </p:spPr>
        <p:txBody>
          <a:bodyPr wrap="none">
            <a:spAutoFit/>
          </a:bodyPr>
          <a:lstStyle/>
          <a:p>
            <a:pPr>
              <a:defRPr sz="650">
                <a:solidFill>
                  <a:srgbClr val="666666"/>
                </a:solidFill>
              </a:defRPr>
            </a:pPr>
            <a:r>
              <a:t>Dec.=Decoupled  |  Acc.=Hash accumulator  |  Anon.=Device anonymity via pseudonym  |  Desync=Packet-loss recovery without re-enrolment  |  Comp.OH: L=Hash/XOR, M=&gt;2 AES, H=ECC  |  Msg.OH: L=1-3 rounds, M=4-5</a:t>
            </a:r>
          </a:p>
        </p:txBody>
      </p:sp>
    </p:spTree>
  </p:cSld>
  <p:clrMapOvr>
    <a:masterClrMapping/>
  </p:clrMapOvr>
</p:sld>
</file>

<file path=ppt/slides/slide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453" name="Google Shape;453;p35"/>
          <p:cNvSpPr/>
          <p:nvPr/>
        </p:nvSpPr>
        <p:spPr>
          <a:xfrm>
            <a:off x="5630838" y="3873051"/>
            <a:ext cx="572700" cy="572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a:ea typeface="Barlow"/>
              <a:cs typeface="Barlow"/>
              <a:sym typeface="Barlow"/>
            </a:endParaRPr>
          </a:p>
        </p:txBody>
      </p:sp>
      <p:sp>
        <p:nvSpPr>
          <p:cNvPr id="454" name="Google Shape;454;p35"/>
          <p:cNvSpPr/>
          <p:nvPr/>
        </p:nvSpPr>
        <p:spPr>
          <a:xfrm>
            <a:off x="7302113" y="3873051"/>
            <a:ext cx="572700" cy="572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a:ea typeface="Barlow"/>
              <a:cs typeface="Barlow"/>
              <a:sym typeface="Barlow"/>
            </a:endParaRPr>
          </a:p>
        </p:txBody>
      </p:sp>
      <p:sp>
        <p:nvSpPr>
          <p:cNvPr id="455" name="Google Shape;455;p35"/>
          <p:cNvSpPr/>
          <p:nvPr/>
        </p:nvSpPr>
        <p:spPr>
          <a:xfrm>
            <a:off x="3959563" y="3873051"/>
            <a:ext cx="572700" cy="572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a:ea typeface="Barlow"/>
              <a:cs typeface="Barlow"/>
              <a:sym typeface="Barlow"/>
            </a:endParaRPr>
          </a:p>
        </p:txBody>
      </p:sp>
      <p:grpSp>
        <p:nvGrpSpPr>
          <p:cNvPr id="456" name="Google Shape;456;p35"/>
          <p:cNvGrpSpPr/>
          <p:nvPr/>
        </p:nvGrpSpPr>
        <p:grpSpPr>
          <a:xfrm>
            <a:off x="5324771" y="3693505"/>
            <a:ext cx="1188970" cy="182682"/>
            <a:chOff x="621575" y="2498644"/>
            <a:chExt cx="1272306" cy="195486"/>
          </a:xfrm>
        </p:grpSpPr>
        <p:sp>
          <p:nvSpPr>
            <p:cNvPr id="457" name="Google Shape;457;p35"/>
            <p:cNvSpPr/>
            <p:nvPr/>
          </p:nvSpPr>
          <p:spPr>
            <a:xfrm>
              <a:off x="1257614" y="2498644"/>
              <a:ext cx="213" cy="195486"/>
            </a:xfrm>
            <a:custGeom>
              <a:rect b="b" l="l" r="r" t="t"/>
              <a:pathLst>
                <a:path extrusionOk="0" fill="none" h="916" w="1">
                  <a:moveTo>
                    <a:pt x="1" y="1"/>
                  </a:moveTo>
                  <a:lnTo>
                    <a:pt x="1" y="916"/>
                  </a:lnTo>
                </a:path>
              </a:pathLst>
            </a:custGeom>
            <a:noFill/>
            <a:ln cap="flat" cmpd="sng" w="19050">
              <a:solidFill>
                <a:schemeClr val="dk1"/>
              </a:solidFill>
              <a:prstDash val="solid"/>
              <a:miter lim="5112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35"/>
            <p:cNvSpPr/>
            <p:nvPr/>
          </p:nvSpPr>
          <p:spPr>
            <a:xfrm>
              <a:off x="621575" y="2498644"/>
              <a:ext cx="1272306" cy="213"/>
            </a:xfrm>
            <a:custGeom>
              <a:rect b="b" l="l" r="r" t="t"/>
              <a:pathLst>
                <a:path extrusionOk="0" fill="none" h="1" w="5962">
                  <a:moveTo>
                    <a:pt x="0" y="1"/>
                  </a:moveTo>
                  <a:lnTo>
                    <a:pt x="5962" y="1"/>
                  </a:lnTo>
                </a:path>
              </a:pathLst>
            </a:custGeom>
            <a:noFill/>
            <a:ln cap="flat" cmpd="sng" w="19050">
              <a:solidFill>
                <a:schemeClr val="dk1"/>
              </a:solidFill>
              <a:prstDash val="solid"/>
              <a:miter lim="5112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 name="Google Shape;459;p35"/>
          <p:cNvGrpSpPr/>
          <p:nvPr/>
        </p:nvGrpSpPr>
        <p:grpSpPr>
          <a:xfrm>
            <a:off x="6998023" y="3693505"/>
            <a:ext cx="1188970" cy="182682"/>
            <a:chOff x="621575" y="2498644"/>
            <a:chExt cx="1272306" cy="195486"/>
          </a:xfrm>
        </p:grpSpPr>
        <p:sp>
          <p:nvSpPr>
            <p:cNvPr id="460" name="Google Shape;460;p35"/>
            <p:cNvSpPr/>
            <p:nvPr/>
          </p:nvSpPr>
          <p:spPr>
            <a:xfrm>
              <a:off x="1257614" y="2498644"/>
              <a:ext cx="213" cy="195486"/>
            </a:xfrm>
            <a:custGeom>
              <a:rect b="b" l="l" r="r" t="t"/>
              <a:pathLst>
                <a:path extrusionOk="0" fill="none" h="916" w="1">
                  <a:moveTo>
                    <a:pt x="1" y="1"/>
                  </a:moveTo>
                  <a:lnTo>
                    <a:pt x="1" y="916"/>
                  </a:lnTo>
                </a:path>
              </a:pathLst>
            </a:custGeom>
            <a:noFill/>
            <a:ln cap="flat" cmpd="sng" w="19050">
              <a:solidFill>
                <a:schemeClr val="dk1"/>
              </a:solidFill>
              <a:prstDash val="solid"/>
              <a:miter lim="5112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5"/>
            <p:cNvSpPr/>
            <p:nvPr/>
          </p:nvSpPr>
          <p:spPr>
            <a:xfrm>
              <a:off x="621575" y="2498644"/>
              <a:ext cx="1272306" cy="213"/>
            </a:xfrm>
            <a:custGeom>
              <a:rect b="b" l="l" r="r" t="t"/>
              <a:pathLst>
                <a:path extrusionOk="0" fill="none" h="1" w="5962">
                  <a:moveTo>
                    <a:pt x="0" y="1"/>
                  </a:moveTo>
                  <a:lnTo>
                    <a:pt x="5962" y="1"/>
                  </a:lnTo>
                </a:path>
              </a:pathLst>
            </a:custGeom>
            <a:noFill/>
            <a:ln cap="flat" cmpd="sng" w="19050">
              <a:solidFill>
                <a:schemeClr val="dk1"/>
              </a:solidFill>
              <a:prstDash val="solid"/>
              <a:miter lim="5112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2" name="Google Shape;462;p3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US" dirty="0" sz="1600" b="1"/>
              <a:t>Research Gaps &amp; Motivation</a:t>
            </a:r>
            <a:endParaRPr lang="en-US" dirty="0"/>
          </a:p>
        </p:txBody>
      </p:sp>
      <p:sp>
        <p:nvSpPr>
          <p:cNvPr id="463" name="Google Shape;463;p35"/>
          <p:cNvSpPr/>
          <p:nvPr/>
        </p:nvSpPr>
        <p:spPr>
          <a:xfrm>
            <a:off x="4133446" y="3984835"/>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4" name="Google Shape;464;p35"/>
          <p:cNvGrpSpPr/>
          <p:nvPr/>
        </p:nvGrpSpPr>
        <p:grpSpPr>
          <a:xfrm>
            <a:off x="7392791" y="3971679"/>
            <a:ext cx="399398" cy="375443"/>
            <a:chOff x="849741" y="1959307"/>
            <a:chExt cx="399398" cy="375443"/>
          </a:xfrm>
        </p:grpSpPr>
        <p:sp>
          <p:nvSpPr>
            <p:cNvPr id="465" name="Google Shape;465;p35"/>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35"/>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 name="Google Shape;467;p35"/>
          <p:cNvGrpSpPr/>
          <p:nvPr/>
        </p:nvGrpSpPr>
        <p:grpSpPr>
          <a:xfrm>
            <a:off x="5711787" y="3993229"/>
            <a:ext cx="410829" cy="332343"/>
            <a:chOff x="1278299" y="2439293"/>
            <a:chExt cx="410829" cy="332343"/>
          </a:xfrm>
        </p:grpSpPr>
        <p:sp>
          <p:nvSpPr>
            <p:cNvPr id="468" name="Google Shape;468;p35"/>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5"/>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5"/>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5"/>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35"/>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35"/>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35"/>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35"/>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6" name="Google Shape;476;p35"/>
          <p:cNvSpPr txBox="1"/>
          <p:nvPr/>
        </p:nvSpPr>
        <p:spPr>
          <a:xfrm>
            <a:off x="3938200" y="1851703"/>
            <a:ext cx="6156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500">
                <a:solidFill>
                  <a:schemeClr val="dk1"/>
                </a:solidFill>
                <a:latin typeface="Bricolage Grotesque"/>
                <a:ea typeface="Bricolage Grotesque"/>
                <a:cs typeface="Bricolage Grotesque"/>
                <a:sym typeface="Bricolage Grotesque"/>
              </a:rPr>
              <a:t>1</a:t>
            </a:r>
            <a:endParaRPr b="1" sz="2500">
              <a:solidFill>
                <a:schemeClr val="dk1"/>
              </a:solidFill>
              <a:latin typeface="Bricolage Grotesque"/>
              <a:ea typeface="Bricolage Grotesque"/>
              <a:cs typeface="Bricolage Grotesque"/>
              <a:sym typeface="Bricolage Grotesque"/>
            </a:endParaRPr>
          </a:p>
        </p:txBody>
      </p:sp>
      <p:sp>
        <p:nvSpPr>
          <p:cNvPr id="477" name="Google Shape;477;p35"/>
          <p:cNvSpPr txBox="1"/>
          <p:nvPr/>
        </p:nvSpPr>
        <p:spPr>
          <a:xfrm>
            <a:off x="5611450" y="1851703"/>
            <a:ext cx="6156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500">
                <a:solidFill>
                  <a:schemeClr val="dk1"/>
                </a:solidFill>
                <a:latin typeface="Bricolage Grotesque"/>
                <a:ea typeface="Bricolage Grotesque"/>
                <a:cs typeface="Bricolage Grotesque"/>
                <a:sym typeface="Bricolage Grotesque"/>
              </a:rPr>
              <a:t>2</a:t>
            </a:r>
            <a:endParaRPr b="1" sz="2500">
              <a:solidFill>
                <a:schemeClr val="dk1"/>
              </a:solidFill>
              <a:latin typeface="Bricolage Grotesque"/>
              <a:ea typeface="Bricolage Grotesque"/>
              <a:cs typeface="Bricolage Grotesque"/>
              <a:sym typeface="Bricolage Grotesque"/>
            </a:endParaRPr>
          </a:p>
        </p:txBody>
      </p:sp>
      <p:sp>
        <p:nvSpPr>
          <p:cNvPr id="478" name="Google Shape;478;p35"/>
          <p:cNvSpPr txBox="1"/>
          <p:nvPr/>
        </p:nvSpPr>
        <p:spPr>
          <a:xfrm>
            <a:off x="7284700" y="1851703"/>
            <a:ext cx="6156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500">
                <a:solidFill>
                  <a:schemeClr val="dk1"/>
                </a:solidFill>
                <a:latin typeface="Bricolage Grotesque"/>
                <a:ea typeface="Bricolage Grotesque"/>
                <a:cs typeface="Bricolage Grotesque"/>
                <a:sym typeface="Bricolage Grotesque"/>
              </a:rPr>
              <a:t>3</a:t>
            </a:r>
            <a:endParaRPr b="1" sz="2500">
              <a:solidFill>
                <a:schemeClr val="dk1"/>
              </a:solidFill>
              <a:latin typeface="Bricolage Grotesque"/>
              <a:ea typeface="Bricolage Grotesque"/>
              <a:cs typeface="Bricolage Grotesque"/>
              <a:sym typeface="Bricolage Grotesque"/>
            </a:endParaRPr>
          </a:p>
        </p:txBody>
      </p:sp>
      <p:cxnSp>
        <p:nvCxnSpPr>
          <p:cNvPr id="479" name="Google Shape;479;p35"/>
          <p:cNvCxnSpPr/>
          <p:nvPr/>
        </p:nvCxnSpPr>
        <p:spPr>
          <a:xfrm>
            <a:off x="3415650" y="1447154"/>
            <a:ext cx="0" cy="2982000"/>
          </a:xfrm>
          <a:prstGeom prst="straightConnector1">
            <a:avLst/>
          </a:prstGeom>
          <a:noFill/>
          <a:ln cap="flat" cmpd="sng" w="19050">
            <a:solidFill>
              <a:schemeClr val="dk1"/>
            </a:solidFill>
            <a:prstDash val="solid"/>
            <a:round/>
            <a:headEnd len="med" w="med" type="none"/>
            <a:tailEnd len="med" w="med" type="none"/>
          </a:ln>
        </p:spPr>
      </p:cxnSp>
      <p:cxnSp>
        <p:nvCxnSpPr>
          <p:cNvPr id="480" name="Google Shape;480;p35"/>
          <p:cNvCxnSpPr/>
          <p:nvPr/>
        </p:nvCxnSpPr>
        <p:spPr>
          <a:xfrm>
            <a:off x="4742556" y="4159401"/>
            <a:ext cx="373200" cy="0"/>
          </a:xfrm>
          <a:prstGeom prst="straightConnector1">
            <a:avLst/>
          </a:prstGeom>
          <a:noFill/>
          <a:ln cap="flat" cmpd="sng" w="19050">
            <a:solidFill>
              <a:schemeClr val="dk1"/>
            </a:solidFill>
            <a:prstDash val="solid"/>
            <a:round/>
            <a:headEnd len="med" w="med" type="none"/>
            <a:tailEnd len="med" w="med" type="triangle"/>
          </a:ln>
        </p:spPr>
      </p:cxnSp>
      <p:cxnSp>
        <p:nvCxnSpPr>
          <p:cNvPr id="481" name="Google Shape;481;p35"/>
          <p:cNvCxnSpPr/>
          <p:nvPr/>
        </p:nvCxnSpPr>
        <p:spPr>
          <a:xfrm>
            <a:off x="6496993" y="4159401"/>
            <a:ext cx="373200" cy="0"/>
          </a:xfrm>
          <a:prstGeom prst="straightConnector1">
            <a:avLst/>
          </a:prstGeom>
          <a:noFill/>
          <a:ln cap="flat" cmpd="sng" w="19050">
            <a:solidFill>
              <a:schemeClr val="dk1"/>
            </a:solidFill>
            <a:prstDash val="solid"/>
            <a:round/>
            <a:headEnd len="med" w="med" type="none"/>
            <a:tailEnd len="med" w="med" type="triangle"/>
          </a:ln>
        </p:spPr>
      </p:cxnSp>
      <p:sp>
        <p:nvSpPr>
          <p:cNvPr id="482" name="Google Shape;482;p35"/>
          <p:cNvSpPr txBox="1"/>
          <p:nvPr/>
        </p:nvSpPr>
        <p:spPr>
          <a:xfrm>
            <a:off x="720004" y="1325825"/>
            <a:ext cx="2615700" cy="4881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Clr>
                <a:srgbClr val="000000"/>
              </a:buClr>
              <a:buSzPts val="1100"/>
              <a:buFont typeface="Arial"/>
              <a:buNone/>
            </a:pPr>
            <a:r>
              <a:rPr lang="en-US" dirty="0" sz="1200" b="1"/>
              <a:t>IoT Security Context</a:t>
            </a:r>
            <a:endParaRPr lang="en-US" dirty="0"/>
          </a:p>
        </p:txBody>
      </p:sp>
      <p:sp>
        <p:nvSpPr>
          <p:cNvPr id="483" name="Google Shape;483;p35"/>
          <p:cNvSpPr txBox="1"/>
          <p:nvPr/>
        </p:nvSpPr>
        <p:spPr>
          <a:xfrm>
            <a:off x="719875" y="1777632"/>
            <a:ext cx="2615700" cy="16521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US" dirty="0" sz="900"/>
              <a:t>30B+ connected devices by 2030. Battery-powered nodes, &lt;256KB RAM. Open wireless channels expose every packet. Authentication must be both secure AND lightweight. Anonymity and resilience are critical at scale.</a:t>
            </a:r>
            <a:endParaRPr lang="en-US" dirty="0"/>
          </a:p>
        </p:txBody>
      </p:sp>
      <p:sp>
        <p:nvSpPr>
          <p:cNvPr id="484" name="Google Shape;484;p35"/>
          <p:cNvSpPr txBox="1"/>
          <p:nvPr/>
        </p:nvSpPr>
        <p:spPr>
          <a:xfrm>
            <a:off x="3495700" y="1325825"/>
            <a:ext cx="4928400" cy="488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US" dirty="0" sz="1200" b="1"/>
              <a:t>Gaps in Existing Schemes</a:t>
            </a:r>
            <a:endParaRPr lang="en-US" dirty="0"/>
          </a:p>
        </p:txBody>
      </p:sp>
      <p:grpSp>
        <p:nvGrpSpPr>
          <p:cNvPr id="485" name="Google Shape;485;p35"/>
          <p:cNvGrpSpPr/>
          <p:nvPr/>
        </p:nvGrpSpPr>
        <p:grpSpPr>
          <a:xfrm>
            <a:off x="3651527" y="3693505"/>
            <a:ext cx="1210500" cy="182682"/>
            <a:chOff x="3651527" y="3693505"/>
            <a:chExt cx="1210500" cy="182682"/>
          </a:xfrm>
        </p:grpSpPr>
        <p:cxnSp>
          <p:nvCxnSpPr>
            <p:cNvPr id="486" name="Google Shape;486;p35"/>
            <p:cNvCxnSpPr/>
            <p:nvPr/>
          </p:nvCxnSpPr>
          <p:spPr>
            <a:xfrm>
              <a:off x="3651527" y="3693600"/>
              <a:ext cx="1210500" cy="0"/>
            </a:xfrm>
            <a:prstGeom prst="straightConnector1">
              <a:avLst/>
            </a:prstGeom>
            <a:noFill/>
            <a:ln cap="flat" cmpd="sng" w="19050">
              <a:solidFill>
                <a:schemeClr val="dk1"/>
              </a:solidFill>
              <a:prstDash val="solid"/>
              <a:round/>
              <a:headEnd len="med" w="med" type="none"/>
              <a:tailEnd len="med" w="med" type="none"/>
            </a:ln>
          </p:spPr>
        </p:cxnSp>
        <p:sp>
          <p:nvSpPr>
            <p:cNvPr id="487" name="Google Shape;487;p35"/>
            <p:cNvSpPr/>
            <p:nvPr/>
          </p:nvSpPr>
          <p:spPr>
            <a:xfrm>
              <a:off x="4245893" y="3693505"/>
              <a:ext cx="199" cy="182682"/>
            </a:xfrm>
            <a:custGeom>
              <a:rect b="b" l="l" r="r" t="t"/>
              <a:pathLst>
                <a:path extrusionOk="0" fill="none" h="916" w="1">
                  <a:moveTo>
                    <a:pt x="1" y="1"/>
                  </a:moveTo>
                  <a:lnTo>
                    <a:pt x="1" y="916"/>
                  </a:lnTo>
                </a:path>
              </a:pathLst>
            </a:custGeom>
            <a:noFill/>
            <a:ln cap="flat" cmpd="sng" w="19050">
              <a:solidFill>
                <a:schemeClr val="dk1"/>
              </a:solidFill>
              <a:prstDash val="solid"/>
              <a:miter lim="5112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8" name="Google Shape;488;p35"/>
          <p:cNvSpPr txBox="1"/>
          <p:nvPr/>
        </p:nvSpPr>
        <p:spPr>
          <a:xfrm>
            <a:off x="3495700" y="2390965"/>
            <a:ext cx="1500600" cy="4389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US" dirty="0" sz="1000" b="1"/>
              <a:t>Identity
Exposure</a:t>
            </a:r>
            <a:endParaRPr lang="en-US" dirty="0"/>
          </a:p>
        </p:txBody>
      </p:sp>
      <p:sp>
        <p:nvSpPr>
          <p:cNvPr id="489" name="Google Shape;489;p35"/>
          <p:cNvSpPr txBox="1"/>
          <p:nvPr/>
        </p:nvSpPr>
        <p:spPr>
          <a:xfrm>
            <a:off x="3495700" y="2787467"/>
            <a:ext cx="1500600" cy="8265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US" dirty="0" sz="900"/>
              <a:t>LAAKA, Zhou &amp; DAuth send real ID on open channel — cross-session location tracking trivially possible</a:t>
            </a:r>
            <a:endParaRPr lang="en-US" dirty="0"/>
          </a:p>
        </p:txBody>
      </p:sp>
      <p:sp>
        <p:nvSpPr>
          <p:cNvPr id="490" name="Google Shape;490;p35"/>
          <p:cNvSpPr txBox="1"/>
          <p:nvPr/>
        </p:nvSpPr>
        <p:spPr>
          <a:xfrm>
            <a:off x="5168956" y="2390965"/>
            <a:ext cx="1500600" cy="4389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US" dirty="0" sz="1000" b="1"/>
              <a:t>Desync
Failure</a:t>
            </a:r>
            <a:endParaRPr lang="en-US" dirty="0"/>
          </a:p>
        </p:txBody>
      </p:sp>
      <p:sp>
        <p:nvSpPr>
          <p:cNvPr id="491" name="Google Shape;491;p35"/>
          <p:cNvSpPr txBox="1"/>
          <p:nvPr/>
        </p:nvSpPr>
        <p:spPr>
          <a:xfrm>
            <a:off x="5168952" y="2787467"/>
            <a:ext cx="1500600" cy="8265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US" dirty="0" sz="900"/>
              <a:t>All three schemes: one missed key-delivery packet forces full re-enrolment — costly for battery nodes</a:t>
            </a:r>
            <a:endParaRPr lang="en-US" dirty="0"/>
          </a:p>
        </p:txBody>
      </p:sp>
      <p:sp>
        <p:nvSpPr>
          <p:cNvPr id="492" name="Google Shape;492;p35"/>
          <p:cNvSpPr txBox="1"/>
          <p:nvPr/>
        </p:nvSpPr>
        <p:spPr>
          <a:xfrm>
            <a:off x="6842208" y="2390965"/>
            <a:ext cx="1500600" cy="4389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US" dirty="0" sz="1000" b="1"/>
              <a:t>High
Overhead</a:t>
            </a:r>
            <a:endParaRPr lang="en-US" dirty="0"/>
          </a:p>
        </p:txBody>
      </p:sp>
      <p:sp>
        <p:nvSpPr>
          <p:cNvPr id="493" name="Google Shape;493;p35"/>
          <p:cNvSpPr txBox="1"/>
          <p:nvPr/>
        </p:nvSpPr>
        <p:spPr>
          <a:xfrm>
            <a:off x="6842208" y="2787467"/>
            <a:ext cx="1500600" cy="8265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US" dirty="0" sz="900"/>
              <a:t>LAAKA: 0.60 J/round (4x ours), Zhou: 0.33 J/round (2.2x) — not scalable for IoT</a:t>
            </a:r>
            <a:endParaRPr lang="en-US" dirty="0"/>
          </a:p>
        </p:txBody>
      </p:sp>
    </p:spTree>
  </p:cSld>
  <p:clrMapOvr>
    <a:masterClrMapping/>
  </p:clrMapOvr>
</p:sld>
</file>

<file path=ppt/theme/theme1.xml><?xml version="1.0" encoding="utf-8"?>
<a:theme xmlns:a="http://schemas.openxmlformats.org/drawingml/2006/main" xmlns:r="http://schemas.openxmlformats.org/officeDocument/2006/relationships" name="Thesis Collaboration by Slidesgo">
  <a:themeElements>
    <a:clrScheme name="Simple Light">
      <a:dk1>
        <a:srgbClr val="333333"/>
      </a:dk1>
      <a:lt1>
        <a:srgbClr val="F6EFEB"/>
      </a:lt1>
      <a:dk2>
        <a:srgbClr val="D9CCC5"/>
      </a:dk2>
      <a:lt2>
        <a:srgbClr val="C2B4AD"/>
      </a:lt2>
      <a:accent1>
        <a:srgbClr val="BF9673"/>
      </a:accent1>
      <a:accent2>
        <a:srgbClr val="A68C76"/>
      </a:accent2>
      <a:accent3>
        <a:srgbClr val="775C47"/>
      </a:accent3>
      <a:accent4>
        <a:srgbClr val="FFFFFF"/>
      </a:accent4>
      <a:accent5>
        <a:srgbClr val="FFFFFF"/>
      </a:accent5>
      <a:accent6>
        <a:srgbClr val="FFFFFF"/>
      </a:accent6>
      <a:hlink>
        <a:srgbClr val="33333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