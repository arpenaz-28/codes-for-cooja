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73" r:id="rId2"/>
  </p:sldMasterIdLst>
  <p:notesMasterIdLst>
    <p:notesMasterId r:id="rId18"/>
  </p:notesMasterIdLst>
  <p:sldIdLst>
    <p:sldId id="296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9"/>
      <p:bold r:id="rId20"/>
      <p:italic r:id="rId21"/>
      <p:boldItalic r:id="rId22"/>
    </p:embeddedFont>
    <p:embeddedFont>
      <p:font typeface="Bricolage Grotesque" panose="020B0604020202020204" charset="0"/>
      <p:regular r:id="rId23"/>
      <p:bold r:id="rId24"/>
    </p:embeddedFont>
    <p:embeddedFont>
      <p:font typeface="DM Sans" pitchFamily="2" charset="0"/>
      <p:regular r:id="rId25"/>
      <p:bold r:id="rId26"/>
      <p:italic r:id="rId27"/>
      <p:boldItalic r:id="rId28"/>
    </p:embeddedFont>
    <p:embeddedFont>
      <p:font typeface="Proxima Nova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8FDCE8-B9AE-4A85-9227-33255774178E}">
  <a:tblStyle styleId="{8E8FDCE8-B9AE-4A85-9227-3325577417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9700" y="-168051"/>
            <a:ext cx="9173700" cy="5312030"/>
            <a:chOff x="-29700" y="-168051"/>
            <a:chExt cx="9173700" cy="5312030"/>
          </a:xfrm>
        </p:grpSpPr>
        <p:sp>
          <p:nvSpPr>
            <p:cNvPr id="10" name="Google Shape;10;p2"/>
            <p:cNvSpPr/>
            <p:nvPr/>
          </p:nvSpPr>
          <p:spPr>
            <a:xfrm rot="10800000">
              <a:off x="8289733" y="0"/>
              <a:ext cx="854267" cy="5143500"/>
            </a:xfrm>
            <a:custGeom>
              <a:avLst/>
              <a:gdLst/>
              <a:ahLst/>
              <a:cxnLst/>
              <a:rect l="l" t="t" r="r" b="b"/>
              <a:pathLst>
                <a:path w="2293334" h="4762500" extrusionOk="0">
                  <a:moveTo>
                    <a:pt x="832295" y="2601563"/>
                  </a:moveTo>
                  <a:cubicBezTo>
                    <a:pt x="832295" y="1499902"/>
                    <a:pt x="1417130" y="534924"/>
                    <a:pt x="2293334" y="0"/>
                  </a:cubicBezTo>
                  <a:lnTo>
                    <a:pt x="0" y="0"/>
                  </a:lnTo>
                  <a:lnTo>
                    <a:pt x="0" y="4762500"/>
                  </a:lnTo>
                  <a:lnTo>
                    <a:pt x="1731740" y="4762500"/>
                  </a:lnTo>
                  <a:cubicBezTo>
                    <a:pt x="1176242" y="4210717"/>
                    <a:pt x="832199" y="3446336"/>
                    <a:pt x="832199" y="260156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8069350" y="1"/>
              <a:ext cx="1073836" cy="1752592"/>
            </a:xfrm>
            <a:custGeom>
              <a:avLst/>
              <a:gdLst/>
              <a:ahLst/>
              <a:cxnLst/>
              <a:rect l="l" t="t" r="r" b="b"/>
              <a:pathLst>
                <a:path w="1164050" h="2727769" extrusionOk="0">
                  <a:moveTo>
                    <a:pt x="1164051" y="0"/>
                  </a:moveTo>
                  <a:lnTo>
                    <a:pt x="0" y="0"/>
                  </a:lnTo>
                  <a:lnTo>
                    <a:pt x="1164051" y="2727770"/>
                  </a:lnTo>
                  <a:lnTo>
                    <a:pt x="1164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29700" y="1316274"/>
              <a:ext cx="1397173" cy="3827705"/>
            </a:xfrm>
            <a:custGeom>
              <a:avLst/>
              <a:gdLst/>
              <a:ahLst/>
              <a:cxnLst/>
              <a:rect l="l" t="t" r="r" b="b"/>
              <a:pathLst>
                <a:path w="1016126" h="2381154" extrusionOk="0">
                  <a:moveTo>
                    <a:pt x="0" y="2381155"/>
                  </a:moveTo>
                  <a:lnTo>
                    <a:pt x="1016127" y="2381155"/>
                  </a:lnTo>
                  <a:lnTo>
                    <a:pt x="0" y="0"/>
                  </a:lnTo>
                  <a:lnTo>
                    <a:pt x="0" y="238115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75092" y="-168051"/>
              <a:ext cx="3089581" cy="707559"/>
            </a:xfrm>
            <a:custGeom>
              <a:avLst/>
              <a:gdLst/>
              <a:ahLst/>
              <a:cxnLst/>
              <a:rect l="l" t="t" r="r" b="b"/>
              <a:pathLst>
                <a:path w="1958530" h="448532" extrusionOk="0">
                  <a:moveTo>
                    <a:pt x="0" y="0"/>
                  </a:moveTo>
                  <a:cubicBezTo>
                    <a:pt x="164211" y="259080"/>
                    <a:pt x="476345" y="448532"/>
                    <a:pt x="774287" y="448532"/>
                  </a:cubicBezTo>
                  <a:lnTo>
                    <a:pt x="1329118" y="448532"/>
                  </a:lnTo>
                  <a:cubicBezTo>
                    <a:pt x="1619345" y="448532"/>
                    <a:pt x="1867662" y="260318"/>
                    <a:pt x="1958531" y="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236900" y="997275"/>
            <a:ext cx="6670200" cy="23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668775" y="3425838"/>
            <a:ext cx="3817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-457201" y="-694628"/>
            <a:ext cx="9822372" cy="6638227"/>
            <a:chOff x="-457201" y="-694628"/>
            <a:chExt cx="9822372" cy="6638227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-457201" y="-694628"/>
              <a:ext cx="9822372" cy="6638227"/>
              <a:chOff x="871674" y="-109303"/>
              <a:chExt cx="9822372" cy="6638227"/>
            </a:xfrm>
          </p:grpSpPr>
          <p:sp>
            <p:nvSpPr>
              <p:cNvPr id="18" name="Google Shape;18;p2"/>
              <p:cNvSpPr/>
              <p:nvPr/>
            </p:nvSpPr>
            <p:spPr>
              <a:xfrm rot="-2274005">
                <a:off x="2042917" y="2862840"/>
                <a:ext cx="9535" cy="381661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3812190" extrusionOk="0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3812190"/>
                    </a:lnTo>
                    <a:lnTo>
                      <a:pt x="0" y="381219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rot="-708899">
                <a:off x="10187062" y="-159809"/>
                <a:ext cx="9537" cy="486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854131" extrusionOk="0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4854131"/>
                    </a:lnTo>
                    <a:lnTo>
                      <a:pt x="0" y="485413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 rot="-1046363">
                <a:off x="1795480" y="1599138"/>
                <a:ext cx="12585" cy="5043821"/>
              </a:xfrm>
              <a:custGeom>
                <a:avLst/>
                <a:gdLst/>
                <a:ahLst/>
                <a:cxnLst/>
                <a:rect l="l" t="t" r="r" b="b"/>
                <a:pathLst>
                  <a:path w="12572" h="5038722" extrusionOk="0">
                    <a:moveTo>
                      <a:pt x="0" y="0"/>
                    </a:moveTo>
                    <a:lnTo>
                      <a:pt x="12573" y="0"/>
                    </a:lnTo>
                    <a:lnTo>
                      <a:pt x="12573" y="5038723"/>
                    </a:lnTo>
                    <a:lnTo>
                      <a:pt x="0" y="5038723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" name="Google Shape;21;p2"/>
            <p:cNvSpPr/>
            <p:nvPr/>
          </p:nvSpPr>
          <p:spPr>
            <a:xfrm>
              <a:off x="-2" y="-467655"/>
              <a:ext cx="3501886" cy="806128"/>
            </a:xfrm>
            <a:custGeom>
              <a:avLst/>
              <a:gdLst/>
              <a:ahLst/>
              <a:cxnLst/>
              <a:rect l="l" t="t" r="r" b="b"/>
              <a:pathLst>
                <a:path w="2219896" h="511016" extrusionOk="0">
                  <a:moveTo>
                    <a:pt x="1505617" y="511016"/>
                  </a:moveTo>
                  <a:lnTo>
                    <a:pt x="877919" y="511016"/>
                  </a:lnTo>
                  <a:cubicBezTo>
                    <a:pt x="714089" y="511016"/>
                    <a:pt x="542544" y="461201"/>
                    <a:pt x="382048" y="366903"/>
                  </a:cubicBezTo>
                  <a:cubicBezTo>
                    <a:pt x="226886" y="275749"/>
                    <a:pt x="91154" y="146399"/>
                    <a:pt x="0" y="2572"/>
                  </a:cubicBezTo>
                  <a:lnTo>
                    <a:pt x="4000" y="0"/>
                  </a:lnTo>
                  <a:cubicBezTo>
                    <a:pt x="94774" y="143256"/>
                    <a:pt x="229838" y="272034"/>
                    <a:pt x="384429" y="362807"/>
                  </a:cubicBezTo>
                  <a:cubicBezTo>
                    <a:pt x="544259" y="456629"/>
                    <a:pt x="714851" y="506254"/>
                    <a:pt x="877919" y="506254"/>
                  </a:cubicBezTo>
                  <a:lnTo>
                    <a:pt x="1505617" y="506254"/>
                  </a:lnTo>
                  <a:cubicBezTo>
                    <a:pt x="1824609" y="506254"/>
                    <a:pt x="2109883" y="302990"/>
                    <a:pt x="2215420" y="476"/>
                  </a:cubicBezTo>
                  <a:lnTo>
                    <a:pt x="2219897" y="2000"/>
                  </a:lnTo>
                  <a:cubicBezTo>
                    <a:pt x="2113693" y="306419"/>
                    <a:pt x="1826705" y="511016"/>
                    <a:pt x="1505617" y="511016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610635" y="-396431"/>
            <a:ext cx="7084897" cy="5776149"/>
            <a:chOff x="2944261" y="1632394"/>
            <a:chExt cx="7084897" cy="5776149"/>
          </a:xfrm>
        </p:grpSpPr>
        <p:sp>
          <p:nvSpPr>
            <p:cNvPr id="23" name="Google Shape;23;p2"/>
            <p:cNvSpPr/>
            <p:nvPr/>
          </p:nvSpPr>
          <p:spPr>
            <a:xfrm>
              <a:off x="2944261" y="2753625"/>
              <a:ext cx="205168" cy="205168"/>
            </a:xfrm>
            <a:custGeom>
              <a:avLst/>
              <a:gdLst/>
              <a:ahLst/>
              <a:cxnLst/>
              <a:rect l="l" t="t" r="r" b="b"/>
              <a:pathLst>
                <a:path w="205168" h="205168" extrusionOk="0">
                  <a:moveTo>
                    <a:pt x="102584" y="205169"/>
                  </a:moveTo>
                  <a:cubicBezTo>
                    <a:pt x="46006" y="205169"/>
                    <a:pt x="0" y="159163"/>
                    <a:pt x="0" y="102584"/>
                  </a:cubicBezTo>
                  <a:cubicBezTo>
                    <a:pt x="0" y="46006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584"/>
                  </a:cubicBezTo>
                  <a:cubicBezTo>
                    <a:pt x="205168" y="159163"/>
                    <a:pt x="159163" y="205169"/>
                    <a:pt x="102584" y="205169"/>
                  </a:cubicBezTo>
                  <a:close/>
                  <a:moveTo>
                    <a:pt x="102584" y="4667"/>
                  </a:moveTo>
                  <a:cubicBezTo>
                    <a:pt x="48578" y="4667"/>
                    <a:pt x="4763" y="48577"/>
                    <a:pt x="4763" y="102489"/>
                  </a:cubicBezTo>
                  <a:cubicBezTo>
                    <a:pt x="4763" y="156400"/>
                    <a:pt x="48673" y="200311"/>
                    <a:pt x="102584" y="200311"/>
                  </a:cubicBezTo>
                  <a:cubicBezTo>
                    <a:pt x="156496" y="200311"/>
                    <a:pt x="200406" y="156400"/>
                    <a:pt x="200406" y="102489"/>
                  </a:cubicBezTo>
                  <a:cubicBezTo>
                    <a:pt x="200406" y="48577"/>
                    <a:pt x="156496" y="4667"/>
                    <a:pt x="102584" y="466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9350406" y="1632394"/>
              <a:ext cx="678751" cy="678751"/>
            </a:xfrm>
            <a:custGeom>
              <a:avLst/>
              <a:gdLst/>
              <a:ahLst/>
              <a:cxnLst/>
              <a:rect l="l" t="t" r="r" b="b"/>
              <a:pathLst>
                <a:path w="678751" h="678751" extrusionOk="0">
                  <a:moveTo>
                    <a:pt x="339376" y="678752"/>
                  </a:moveTo>
                  <a:cubicBezTo>
                    <a:pt x="152305" y="678752"/>
                    <a:pt x="0" y="526542"/>
                    <a:pt x="0" y="339376"/>
                  </a:cubicBezTo>
                  <a:cubicBezTo>
                    <a:pt x="0" y="152210"/>
                    <a:pt x="152210" y="0"/>
                    <a:pt x="339376" y="0"/>
                  </a:cubicBezTo>
                  <a:cubicBezTo>
                    <a:pt x="526542" y="0"/>
                    <a:pt x="678752" y="152210"/>
                    <a:pt x="678752" y="339376"/>
                  </a:cubicBezTo>
                  <a:cubicBezTo>
                    <a:pt x="678752" y="526542"/>
                    <a:pt x="526542" y="678752"/>
                    <a:pt x="339376" y="678752"/>
                  </a:cubicBezTo>
                  <a:close/>
                  <a:moveTo>
                    <a:pt x="339376" y="4858"/>
                  </a:moveTo>
                  <a:cubicBezTo>
                    <a:pt x="154877" y="4858"/>
                    <a:pt x="4763" y="154972"/>
                    <a:pt x="4763" y="339471"/>
                  </a:cubicBezTo>
                  <a:cubicBezTo>
                    <a:pt x="4763" y="523970"/>
                    <a:pt x="154877" y="674084"/>
                    <a:pt x="339376" y="674084"/>
                  </a:cubicBezTo>
                  <a:cubicBezTo>
                    <a:pt x="523875" y="674084"/>
                    <a:pt x="673989" y="523970"/>
                    <a:pt x="673989" y="339471"/>
                  </a:cubicBezTo>
                  <a:cubicBezTo>
                    <a:pt x="673989" y="154972"/>
                    <a:pt x="523875" y="4858"/>
                    <a:pt x="339376" y="485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615364" y="6815994"/>
              <a:ext cx="205168" cy="205263"/>
            </a:xfrm>
            <a:custGeom>
              <a:avLst/>
              <a:gdLst/>
              <a:ahLst/>
              <a:cxnLst/>
              <a:rect l="l" t="t" r="r" b="b"/>
              <a:pathLst>
                <a:path w="205168" h="205263" extrusionOk="0">
                  <a:moveTo>
                    <a:pt x="102584" y="205264"/>
                  </a:moveTo>
                  <a:cubicBezTo>
                    <a:pt x="46006" y="205264"/>
                    <a:pt x="0" y="159258"/>
                    <a:pt x="0" y="102679"/>
                  </a:cubicBezTo>
                  <a:cubicBezTo>
                    <a:pt x="0" y="46101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679"/>
                  </a:cubicBezTo>
                  <a:cubicBezTo>
                    <a:pt x="205168" y="159353"/>
                    <a:pt x="159163" y="205264"/>
                    <a:pt x="102584" y="205264"/>
                  </a:cubicBezTo>
                  <a:close/>
                  <a:moveTo>
                    <a:pt x="102584" y="4763"/>
                  </a:moveTo>
                  <a:cubicBezTo>
                    <a:pt x="48577" y="4763"/>
                    <a:pt x="4763" y="48673"/>
                    <a:pt x="4763" y="102679"/>
                  </a:cubicBezTo>
                  <a:cubicBezTo>
                    <a:pt x="4763" y="156686"/>
                    <a:pt x="48673" y="200501"/>
                    <a:pt x="102584" y="200501"/>
                  </a:cubicBezTo>
                  <a:cubicBezTo>
                    <a:pt x="156496" y="200501"/>
                    <a:pt x="200406" y="156591"/>
                    <a:pt x="200406" y="102679"/>
                  </a:cubicBezTo>
                  <a:cubicBezTo>
                    <a:pt x="200406" y="48768"/>
                    <a:pt x="156496" y="4763"/>
                    <a:pt x="102584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9469936" y="6968870"/>
              <a:ext cx="439674" cy="439673"/>
            </a:xfrm>
            <a:custGeom>
              <a:avLst/>
              <a:gdLst/>
              <a:ahLst/>
              <a:cxnLst/>
              <a:rect l="l" t="t" r="r" b="b"/>
              <a:pathLst>
                <a:path w="439674" h="439673" extrusionOk="0">
                  <a:moveTo>
                    <a:pt x="219837" y="439674"/>
                  </a:moveTo>
                  <a:cubicBezTo>
                    <a:pt x="98584" y="439674"/>
                    <a:pt x="0" y="341090"/>
                    <a:pt x="0" y="219837"/>
                  </a:cubicBezTo>
                  <a:cubicBezTo>
                    <a:pt x="0" y="98584"/>
                    <a:pt x="98584" y="0"/>
                    <a:pt x="219837" y="0"/>
                  </a:cubicBezTo>
                  <a:cubicBezTo>
                    <a:pt x="341090" y="0"/>
                    <a:pt x="439674" y="98584"/>
                    <a:pt x="439674" y="219837"/>
                  </a:cubicBezTo>
                  <a:cubicBezTo>
                    <a:pt x="439674" y="341090"/>
                    <a:pt x="341090" y="439674"/>
                    <a:pt x="219837" y="439674"/>
                  </a:cubicBezTo>
                  <a:close/>
                  <a:moveTo>
                    <a:pt x="219837" y="4763"/>
                  </a:moveTo>
                  <a:cubicBezTo>
                    <a:pt x="101251" y="4763"/>
                    <a:pt x="4763" y="101251"/>
                    <a:pt x="4763" y="219837"/>
                  </a:cubicBezTo>
                  <a:cubicBezTo>
                    <a:pt x="4763" y="338423"/>
                    <a:pt x="101251" y="434911"/>
                    <a:pt x="219837" y="434911"/>
                  </a:cubicBezTo>
                  <a:cubicBezTo>
                    <a:pt x="338424" y="434911"/>
                    <a:pt x="434912" y="338423"/>
                    <a:pt x="434912" y="219837"/>
                  </a:cubicBezTo>
                  <a:cubicBezTo>
                    <a:pt x="434912" y="101251"/>
                    <a:pt x="338424" y="4763"/>
                    <a:pt x="219837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3"/>
          <p:cNvGrpSpPr/>
          <p:nvPr/>
        </p:nvGrpSpPr>
        <p:grpSpPr>
          <a:xfrm>
            <a:off x="-7430" y="-2203113"/>
            <a:ext cx="10926032" cy="7346613"/>
            <a:chOff x="-7430" y="-2203113"/>
            <a:chExt cx="10926032" cy="7346613"/>
          </a:xfrm>
        </p:grpSpPr>
        <p:sp>
          <p:nvSpPr>
            <p:cNvPr id="29" name="Google Shape;29;p3"/>
            <p:cNvSpPr/>
            <p:nvPr/>
          </p:nvSpPr>
          <p:spPr>
            <a:xfrm rot="-2139696" flipH="1">
              <a:off x="7322724" y="-2018296"/>
              <a:ext cx="2305949" cy="5141915"/>
            </a:xfrm>
            <a:custGeom>
              <a:avLst/>
              <a:gdLst/>
              <a:ahLst/>
              <a:cxnLst/>
              <a:rect l="l" t="t" r="r" b="b"/>
              <a:pathLst>
                <a:path w="5720686" h="4762500" extrusionOk="0">
                  <a:moveTo>
                    <a:pt x="0" y="0"/>
                  </a:moveTo>
                  <a:lnTo>
                    <a:pt x="0" y="4762500"/>
                  </a:lnTo>
                  <a:lnTo>
                    <a:pt x="4747260" y="4762500"/>
                  </a:lnTo>
                  <a:cubicBezTo>
                    <a:pt x="5484305" y="3897821"/>
                    <a:pt x="5856446" y="2742248"/>
                    <a:pt x="5675376" y="1545241"/>
                  </a:cubicBezTo>
                  <a:cubicBezTo>
                    <a:pt x="5589556" y="978027"/>
                    <a:pt x="5387721" y="456533"/>
                    <a:pt x="509711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 rot="10800000" flipH="1">
              <a:off x="-7430" y="0"/>
              <a:ext cx="854267" cy="5143500"/>
            </a:xfrm>
            <a:custGeom>
              <a:avLst/>
              <a:gdLst/>
              <a:ahLst/>
              <a:cxnLst/>
              <a:rect l="l" t="t" r="r" b="b"/>
              <a:pathLst>
                <a:path w="2293334" h="4762500" extrusionOk="0">
                  <a:moveTo>
                    <a:pt x="832295" y="2601563"/>
                  </a:moveTo>
                  <a:cubicBezTo>
                    <a:pt x="832295" y="1499902"/>
                    <a:pt x="1417130" y="534924"/>
                    <a:pt x="2293334" y="0"/>
                  </a:cubicBezTo>
                  <a:lnTo>
                    <a:pt x="0" y="0"/>
                  </a:lnTo>
                  <a:lnTo>
                    <a:pt x="0" y="4762500"/>
                  </a:lnTo>
                  <a:lnTo>
                    <a:pt x="1731740" y="4762500"/>
                  </a:lnTo>
                  <a:cubicBezTo>
                    <a:pt x="1176242" y="4210717"/>
                    <a:pt x="832199" y="3446336"/>
                    <a:pt x="832199" y="260156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-6616" y="1"/>
              <a:ext cx="1073836" cy="1752592"/>
            </a:xfrm>
            <a:custGeom>
              <a:avLst/>
              <a:gdLst/>
              <a:ahLst/>
              <a:cxnLst/>
              <a:rect l="l" t="t" r="r" b="b"/>
              <a:pathLst>
                <a:path w="1164050" h="2727769" extrusionOk="0">
                  <a:moveTo>
                    <a:pt x="1164051" y="0"/>
                  </a:moveTo>
                  <a:lnTo>
                    <a:pt x="0" y="0"/>
                  </a:lnTo>
                  <a:lnTo>
                    <a:pt x="1164051" y="2727770"/>
                  </a:lnTo>
                  <a:lnTo>
                    <a:pt x="1164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 flipH="1">
              <a:off x="7769102" y="3897553"/>
              <a:ext cx="1397173" cy="1244153"/>
            </a:xfrm>
            <a:custGeom>
              <a:avLst/>
              <a:gdLst/>
              <a:ahLst/>
              <a:cxnLst/>
              <a:rect l="l" t="t" r="r" b="b"/>
              <a:pathLst>
                <a:path w="1016126" h="2381154" extrusionOk="0">
                  <a:moveTo>
                    <a:pt x="0" y="2381155"/>
                  </a:moveTo>
                  <a:lnTo>
                    <a:pt x="1016127" y="2381155"/>
                  </a:lnTo>
                  <a:lnTo>
                    <a:pt x="0" y="0"/>
                  </a:lnTo>
                  <a:lnTo>
                    <a:pt x="0" y="23811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" name="Google Shape;33;p3"/>
          <p:cNvSpPr txBox="1">
            <a:spLocks noGrp="1"/>
          </p:cNvSpPr>
          <p:nvPr>
            <p:ph type="title"/>
          </p:nvPr>
        </p:nvSpPr>
        <p:spPr>
          <a:xfrm>
            <a:off x="2038350" y="23762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2" hasCustomPrompt="1"/>
          </p:nvPr>
        </p:nvSpPr>
        <p:spPr>
          <a:xfrm>
            <a:off x="3910050" y="1344850"/>
            <a:ext cx="1324200" cy="9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5" name="Google Shape;35;p3"/>
          <p:cNvSpPr txBox="1">
            <a:spLocks noGrp="1"/>
          </p:cNvSpPr>
          <p:nvPr>
            <p:ph type="subTitle" idx="1"/>
          </p:nvPr>
        </p:nvSpPr>
        <p:spPr>
          <a:xfrm>
            <a:off x="2038350" y="3308425"/>
            <a:ext cx="50676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 rot="10800000" flipH="1">
            <a:off x="-462776" y="-361253"/>
            <a:ext cx="9770797" cy="6076252"/>
            <a:chOff x="923249" y="-109303"/>
            <a:chExt cx="9770797" cy="6076252"/>
          </a:xfrm>
        </p:grpSpPr>
        <p:sp>
          <p:nvSpPr>
            <p:cNvPr id="37" name="Google Shape;37;p3"/>
            <p:cNvSpPr/>
            <p:nvPr/>
          </p:nvSpPr>
          <p:spPr>
            <a:xfrm rot="-2274005">
              <a:off x="2094492" y="2300865"/>
              <a:ext cx="9535" cy="3816619"/>
            </a:xfrm>
            <a:custGeom>
              <a:avLst/>
              <a:gdLst/>
              <a:ahLst/>
              <a:cxnLst/>
              <a:rect l="l" t="t" r="r" b="b"/>
              <a:pathLst>
                <a:path w="9524" h="3812190" extrusionOk="0">
                  <a:moveTo>
                    <a:pt x="0" y="0"/>
                  </a:moveTo>
                  <a:lnTo>
                    <a:pt x="9525" y="0"/>
                  </a:lnTo>
                  <a:lnTo>
                    <a:pt x="9525" y="3812190"/>
                  </a:lnTo>
                  <a:lnTo>
                    <a:pt x="0" y="381219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 rot="-708899">
              <a:off x="10187062" y="-159809"/>
              <a:ext cx="9537" cy="4860013"/>
            </a:xfrm>
            <a:custGeom>
              <a:avLst/>
              <a:gdLst/>
              <a:ahLst/>
              <a:cxnLst/>
              <a:rect l="l" t="t" r="r" b="b"/>
              <a:pathLst>
                <a:path w="9525" h="4854131" extrusionOk="0">
                  <a:moveTo>
                    <a:pt x="0" y="0"/>
                  </a:moveTo>
                  <a:lnTo>
                    <a:pt x="9525" y="0"/>
                  </a:lnTo>
                  <a:lnTo>
                    <a:pt x="9525" y="4854131"/>
                  </a:lnTo>
                  <a:lnTo>
                    <a:pt x="0" y="485413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 rot="-1046363">
              <a:off x="1847055" y="1037163"/>
              <a:ext cx="12585" cy="5043821"/>
            </a:xfrm>
            <a:custGeom>
              <a:avLst/>
              <a:gdLst/>
              <a:ahLst/>
              <a:cxnLst/>
              <a:rect l="l" t="t" r="r" b="b"/>
              <a:pathLst>
                <a:path w="12572" h="5038722" extrusionOk="0">
                  <a:moveTo>
                    <a:pt x="0" y="0"/>
                  </a:moveTo>
                  <a:lnTo>
                    <a:pt x="12573" y="0"/>
                  </a:lnTo>
                  <a:lnTo>
                    <a:pt x="12573" y="5038723"/>
                  </a:lnTo>
                  <a:lnTo>
                    <a:pt x="0" y="5038723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" name="Google Shape;40;p3"/>
          <p:cNvGrpSpPr/>
          <p:nvPr/>
        </p:nvGrpSpPr>
        <p:grpSpPr>
          <a:xfrm rot="10800000">
            <a:off x="991636" y="319655"/>
            <a:ext cx="7150520" cy="5364863"/>
            <a:chOff x="2878637" y="1632394"/>
            <a:chExt cx="7150520" cy="5364863"/>
          </a:xfrm>
        </p:grpSpPr>
        <p:sp>
          <p:nvSpPr>
            <p:cNvPr id="41" name="Google Shape;41;p3"/>
            <p:cNvSpPr/>
            <p:nvPr/>
          </p:nvSpPr>
          <p:spPr>
            <a:xfrm>
              <a:off x="2944261" y="2753625"/>
              <a:ext cx="205168" cy="205168"/>
            </a:xfrm>
            <a:custGeom>
              <a:avLst/>
              <a:gdLst/>
              <a:ahLst/>
              <a:cxnLst/>
              <a:rect l="l" t="t" r="r" b="b"/>
              <a:pathLst>
                <a:path w="205168" h="205168" extrusionOk="0">
                  <a:moveTo>
                    <a:pt x="102584" y="205169"/>
                  </a:moveTo>
                  <a:cubicBezTo>
                    <a:pt x="46006" y="205169"/>
                    <a:pt x="0" y="159163"/>
                    <a:pt x="0" y="102584"/>
                  </a:cubicBezTo>
                  <a:cubicBezTo>
                    <a:pt x="0" y="46006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584"/>
                  </a:cubicBezTo>
                  <a:cubicBezTo>
                    <a:pt x="205168" y="159163"/>
                    <a:pt x="159163" y="205169"/>
                    <a:pt x="102584" y="205169"/>
                  </a:cubicBezTo>
                  <a:close/>
                  <a:moveTo>
                    <a:pt x="102584" y="4667"/>
                  </a:moveTo>
                  <a:cubicBezTo>
                    <a:pt x="48578" y="4667"/>
                    <a:pt x="4763" y="48577"/>
                    <a:pt x="4763" y="102489"/>
                  </a:cubicBezTo>
                  <a:cubicBezTo>
                    <a:pt x="4763" y="156400"/>
                    <a:pt x="48673" y="200311"/>
                    <a:pt x="102584" y="200311"/>
                  </a:cubicBezTo>
                  <a:cubicBezTo>
                    <a:pt x="156496" y="200311"/>
                    <a:pt x="200406" y="156400"/>
                    <a:pt x="200406" y="102489"/>
                  </a:cubicBezTo>
                  <a:cubicBezTo>
                    <a:pt x="200406" y="48577"/>
                    <a:pt x="156496" y="4667"/>
                    <a:pt x="102584" y="466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9350406" y="1632394"/>
              <a:ext cx="678751" cy="678751"/>
            </a:xfrm>
            <a:custGeom>
              <a:avLst/>
              <a:gdLst/>
              <a:ahLst/>
              <a:cxnLst/>
              <a:rect l="l" t="t" r="r" b="b"/>
              <a:pathLst>
                <a:path w="678751" h="678751" extrusionOk="0">
                  <a:moveTo>
                    <a:pt x="339376" y="678752"/>
                  </a:moveTo>
                  <a:cubicBezTo>
                    <a:pt x="152305" y="678752"/>
                    <a:pt x="0" y="526542"/>
                    <a:pt x="0" y="339376"/>
                  </a:cubicBezTo>
                  <a:cubicBezTo>
                    <a:pt x="0" y="152210"/>
                    <a:pt x="152210" y="0"/>
                    <a:pt x="339376" y="0"/>
                  </a:cubicBezTo>
                  <a:cubicBezTo>
                    <a:pt x="526542" y="0"/>
                    <a:pt x="678752" y="152210"/>
                    <a:pt x="678752" y="339376"/>
                  </a:cubicBezTo>
                  <a:cubicBezTo>
                    <a:pt x="678752" y="526542"/>
                    <a:pt x="526542" y="678752"/>
                    <a:pt x="339376" y="678752"/>
                  </a:cubicBezTo>
                  <a:close/>
                  <a:moveTo>
                    <a:pt x="339376" y="4858"/>
                  </a:moveTo>
                  <a:cubicBezTo>
                    <a:pt x="154877" y="4858"/>
                    <a:pt x="4763" y="154972"/>
                    <a:pt x="4763" y="339471"/>
                  </a:cubicBezTo>
                  <a:cubicBezTo>
                    <a:pt x="4763" y="523970"/>
                    <a:pt x="154877" y="674084"/>
                    <a:pt x="339376" y="674084"/>
                  </a:cubicBezTo>
                  <a:cubicBezTo>
                    <a:pt x="523875" y="674084"/>
                    <a:pt x="673989" y="523970"/>
                    <a:pt x="673989" y="339471"/>
                  </a:cubicBezTo>
                  <a:cubicBezTo>
                    <a:pt x="673989" y="154972"/>
                    <a:pt x="523875" y="4858"/>
                    <a:pt x="339376" y="485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8425364" y="6791994"/>
              <a:ext cx="205168" cy="205263"/>
            </a:xfrm>
            <a:custGeom>
              <a:avLst/>
              <a:gdLst/>
              <a:ahLst/>
              <a:cxnLst/>
              <a:rect l="l" t="t" r="r" b="b"/>
              <a:pathLst>
                <a:path w="205168" h="205263" extrusionOk="0">
                  <a:moveTo>
                    <a:pt x="102584" y="205264"/>
                  </a:moveTo>
                  <a:cubicBezTo>
                    <a:pt x="46006" y="205264"/>
                    <a:pt x="0" y="159258"/>
                    <a:pt x="0" y="102679"/>
                  </a:cubicBezTo>
                  <a:cubicBezTo>
                    <a:pt x="0" y="46101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679"/>
                  </a:cubicBezTo>
                  <a:cubicBezTo>
                    <a:pt x="205168" y="159353"/>
                    <a:pt x="159163" y="205264"/>
                    <a:pt x="102584" y="205264"/>
                  </a:cubicBezTo>
                  <a:close/>
                  <a:moveTo>
                    <a:pt x="102584" y="4763"/>
                  </a:moveTo>
                  <a:cubicBezTo>
                    <a:pt x="48577" y="4763"/>
                    <a:pt x="4763" y="48673"/>
                    <a:pt x="4763" y="102679"/>
                  </a:cubicBezTo>
                  <a:cubicBezTo>
                    <a:pt x="4763" y="156686"/>
                    <a:pt x="48673" y="200501"/>
                    <a:pt x="102584" y="200501"/>
                  </a:cubicBezTo>
                  <a:cubicBezTo>
                    <a:pt x="156496" y="200501"/>
                    <a:pt x="200406" y="156591"/>
                    <a:pt x="200406" y="102679"/>
                  </a:cubicBezTo>
                  <a:cubicBezTo>
                    <a:pt x="200406" y="48768"/>
                    <a:pt x="156496" y="4763"/>
                    <a:pt x="102584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878637" y="6557583"/>
              <a:ext cx="439674" cy="439673"/>
            </a:xfrm>
            <a:custGeom>
              <a:avLst/>
              <a:gdLst/>
              <a:ahLst/>
              <a:cxnLst/>
              <a:rect l="l" t="t" r="r" b="b"/>
              <a:pathLst>
                <a:path w="439674" h="439673" extrusionOk="0">
                  <a:moveTo>
                    <a:pt x="219837" y="439674"/>
                  </a:moveTo>
                  <a:cubicBezTo>
                    <a:pt x="98584" y="439674"/>
                    <a:pt x="0" y="341090"/>
                    <a:pt x="0" y="219837"/>
                  </a:cubicBezTo>
                  <a:cubicBezTo>
                    <a:pt x="0" y="98584"/>
                    <a:pt x="98584" y="0"/>
                    <a:pt x="219837" y="0"/>
                  </a:cubicBezTo>
                  <a:cubicBezTo>
                    <a:pt x="341090" y="0"/>
                    <a:pt x="439674" y="98584"/>
                    <a:pt x="439674" y="219837"/>
                  </a:cubicBezTo>
                  <a:cubicBezTo>
                    <a:pt x="439674" y="341090"/>
                    <a:pt x="341090" y="439674"/>
                    <a:pt x="219837" y="439674"/>
                  </a:cubicBezTo>
                  <a:close/>
                  <a:moveTo>
                    <a:pt x="219837" y="4763"/>
                  </a:moveTo>
                  <a:cubicBezTo>
                    <a:pt x="101251" y="4763"/>
                    <a:pt x="4763" y="101251"/>
                    <a:pt x="4763" y="219837"/>
                  </a:cubicBezTo>
                  <a:cubicBezTo>
                    <a:pt x="4763" y="338423"/>
                    <a:pt x="101251" y="434911"/>
                    <a:pt x="219837" y="434911"/>
                  </a:cubicBezTo>
                  <a:cubicBezTo>
                    <a:pt x="338424" y="434911"/>
                    <a:pt x="434912" y="338423"/>
                    <a:pt x="434912" y="219837"/>
                  </a:cubicBezTo>
                  <a:cubicBezTo>
                    <a:pt x="434912" y="101251"/>
                    <a:pt x="338424" y="4763"/>
                    <a:pt x="219837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1310550" y="1215750"/>
            <a:ext cx="65388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-1520433" y="-231"/>
            <a:ext cx="10686708" cy="5312335"/>
            <a:chOff x="-1520433" y="-231"/>
            <a:chExt cx="10686708" cy="5312335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7769102" y="156"/>
              <a:ext cx="1397173" cy="2000169"/>
            </a:xfrm>
            <a:custGeom>
              <a:avLst/>
              <a:gdLst/>
              <a:ahLst/>
              <a:cxnLst/>
              <a:rect l="l" t="t" r="r" b="b"/>
              <a:pathLst>
                <a:path w="1016126" h="2381154" extrusionOk="0">
                  <a:moveTo>
                    <a:pt x="0" y="2381155"/>
                  </a:moveTo>
                  <a:lnTo>
                    <a:pt x="1016127" y="2381155"/>
                  </a:lnTo>
                  <a:lnTo>
                    <a:pt x="0" y="0"/>
                  </a:lnTo>
                  <a:lnTo>
                    <a:pt x="0" y="23811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" name="Google Shape;50;p4"/>
            <p:cNvGrpSpPr/>
            <p:nvPr/>
          </p:nvGrpSpPr>
          <p:grpSpPr>
            <a:xfrm rot="10800000" flipH="1">
              <a:off x="-1520433" y="-231"/>
              <a:ext cx="3089581" cy="5312335"/>
              <a:chOff x="-1520433" y="-168051"/>
              <a:chExt cx="3089581" cy="5312335"/>
            </a:xfrm>
          </p:grpSpPr>
          <p:sp>
            <p:nvSpPr>
              <p:cNvPr id="51" name="Google Shape;51;p4"/>
              <p:cNvSpPr/>
              <p:nvPr/>
            </p:nvSpPr>
            <p:spPr>
              <a:xfrm>
                <a:off x="-29700" y="3739403"/>
                <a:ext cx="1397173" cy="1404881"/>
              </a:xfrm>
              <a:custGeom>
                <a:avLst/>
                <a:gdLst/>
                <a:ahLst/>
                <a:cxnLst/>
                <a:rect l="l" t="t" r="r" b="b"/>
                <a:pathLst>
                  <a:path w="1016126" h="2381154" extrusionOk="0">
                    <a:moveTo>
                      <a:pt x="0" y="2381155"/>
                    </a:moveTo>
                    <a:lnTo>
                      <a:pt x="1016127" y="2381155"/>
                    </a:lnTo>
                    <a:lnTo>
                      <a:pt x="0" y="0"/>
                    </a:lnTo>
                    <a:lnTo>
                      <a:pt x="0" y="238115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-1520433" y="-168051"/>
                <a:ext cx="3089581" cy="707559"/>
              </a:xfrm>
              <a:custGeom>
                <a:avLst/>
                <a:gdLst/>
                <a:ahLst/>
                <a:cxnLst/>
                <a:rect l="l" t="t" r="r" b="b"/>
                <a:pathLst>
                  <a:path w="1958530" h="448532" extrusionOk="0">
                    <a:moveTo>
                      <a:pt x="0" y="0"/>
                    </a:moveTo>
                    <a:cubicBezTo>
                      <a:pt x="164211" y="259080"/>
                      <a:pt x="476345" y="448532"/>
                      <a:pt x="774287" y="448532"/>
                    </a:cubicBezTo>
                    <a:lnTo>
                      <a:pt x="1329118" y="448532"/>
                    </a:lnTo>
                    <a:cubicBezTo>
                      <a:pt x="1619345" y="448532"/>
                      <a:pt x="1867662" y="260318"/>
                      <a:pt x="1958531" y="0"/>
                    </a:cubicBezTo>
                    <a:lnTo>
                      <a:pt x="9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" name="Google Shape;53;p4"/>
          <p:cNvGrpSpPr/>
          <p:nvPr/>
        </p:nvGrpSpPr>
        <p:grpSpPr>
          <a:xfrm>
            <a:off x="-2295527" y="-1456628"/>
            <a:ext cx="11603548" cy="7068336"/>
            <a:chOff x="-2295527" y="-1456628"/>
            <a:chExt cx="11603548" cy="7068336"/>
          </a:xfrm>
        </p:grpSpPr>
        <p:grpSp>
          <p:nvGrpSpPr>
            <p:cNvPr id="54" name="Google Shape;54;p4"/>
            <p:cNvGrpSpPr/>
            <p:nvPr/>
          </p:nvGrpSpPr>
          <p:grpSpPr>
            <a:xfrm rot="10800000" flipH="1">
              <a:off x="-2295527" y="-1456628"/>
              <a:ext cx="9991059" cy="7068336"/>
              <a:chOff x="-2295527" y="-467655"/>
              <a:chExt cx="9991059" cy="7068336"/>
            </a:xfrm>
          </p:grpSpPr>
          <p:sp>
            <p:nvSpPr>
              <p:cNvPr id="55" name="Google Shape;55;p4"/>
              <p:cNvSpPr/>
              <p:nvPr/>
            </p:nvSpPr>
            <p:spPr>
              <a:xfrm rot="-2274005">
                <a:off x="875967" y="3183627"/>
                <a:ext cx="9535" cy="381661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3812190" extrusionOk="0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3812190"/>
                    </a:lnTo>
                    <a:lnTo>
                      <a:pt x="0" y="381219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-2295527" y="-467655"/>
                <a:ext cx="3501886" cy="806128"/>
              </a:xfrm>
              <a:custGeom>
                <a:avLst/>
                <a:gdLst/>
                <a:ahLst/>
                <a:cxnLst/>
                <a:rect l="l" t="t" r="r" b="b"/>
                <a:pathLst>
                  <a:path w="2219896" h="511016" extrusionOk="0">
                    <a:moveTo>
                      <a:pt x="1505617" y="511016"/>
                    </a:moveTo>
                    <a:lnTo>
                      <a:pt x="877919" y="511016"/>
                    </a:lnTo>
                    <a:cubicBezTo>
                      <a:pt x="714089" y="511016"/>
                      <a:pt x="542544" y="461201"/>
                      <a:pt x="382048" y="366903"/>
                    </a:cubicBezTo>
                    <a:cubicBezTo>
                      <a:pt x="226886" y="275749"/>
                      <a:pt x="91154" y="146399"/>
                      <a:pt x="0" y="2572"/>
                    </a:cubicBezTo>
                    <a:lnTo>
                      <a:pt x="4000" y="0"/>
                    </a:lnTo>
                    <a:cubicBezTo>
                      <a:pt x="94774" y="143256"/>
                      <a:pt x="229838" y="272034"/>
                      <a:pt x="384429" y="362807"/>
                    </a:cubicBezTo>
                    <a:cubicBezTo>
                      <a:pt x="544259" y="456629"/>
                      <a:pt x="714851" y="506254"/>
                      <a:pt x="877919" y="506254"/>
                    </a:cubicBezTo>
                    <a:lnTo>
                      <a:pt x="1505617" y="506254"/>
                    </a:lnTo>
                    <a:cubicBezTo>
                      <a:pt x="1824609" y="506254"/>
                      <a:pt x="2109883" y="302990"/>
                      <a:pt x="2215420" y="476"/>
                    </a:cubicBezTo>
                    <a:lnTo>
                      <a:pt x="2219897" y="2000"/>
                    </a:lnTo>
                    <a:cubicBezTo>
                      <a:pt x="2113693" y="306419"/>
                      <a:pt x="1826705" y="511016"/>
                      <a:pt x="1505617" y="511016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7" name="Google Shape;57;p4"/>
              <p:cNvGrpSpPr/>
              <p:nvPr/>
            </p:nvGrpSpPr>
            <p:grpSpPr>
              <a:xfrm>
                <a:off x="229635" y="-396431"/>
                <a:ext cx="7465897" cy="5776149"/>
                <a:chOff x="2563261" y="1632394"/>
                <a:chExt cx="7465897" cy="5776149"/>
              </a:xfrm>
            </p:grpSpPr>
            <p:sp>
              <p:nvSpPr>
                <p:cNvPr id="58" name="Google Shape;58;p4"/>
                <p:cNvSpPr/>
                <p:nvPr/>
              </p:nvSpPr>
              <p:spPr>
                <a:xfrm>
                  <a:off x="2563261" y="3744224"/>
                  <a:ext cx="205168" cy="205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168" h="205168" extrusionOk="0">
                      <a:moveTo>
                        <a:pt x="102584" y="205169"/>
                      </a:moveTo>
                      <a:cubicBezTo>
                        <a:pt x="46006" y="205169"/>
                        <a:pt x="0" y="159163"/>
                        <a:pt x="0" y="102584"/>
                      </a:cubicBezTo>
                      <a:cubicBezTo>
                        <a:pt x="0" y="46006"/>
                        <a:pt x="46006" y="0"/>
                        <a:pt x="102584" y="0"/>
                      </a:cubicBezTo>
                      <a:cubicBezTo>
                        <a:pt x="159163" y="0"/>
                        <a:pt x="205168" y="46006"/>
                        <a:pt x="205168" y="102584"/>
                      </a:cubicBezTo>
                      <a:cubicBezTo>
                        <a:pt x="205168" y="159163"/>
                        <a:pt x="159163" y="205169"/>
                        <a:pt x="102584" y="205169"/>
                      </a:cubicBezTo>
                      <a:close/>
                      <a:moveTo>
                        <a:pt x="102584" y="4667"/>
                      </a:moveTo>
                      <a:cubicBezTo>
                        <a:pt x="48578" y="4667"/>
                        <a:pt x="4763" y="48577"/>
                        <a:pt x="4763" y="102489"/>
                      </a:cubicBezTo>
                      <a:cubicBezTo>
                        <a:pt x="4763" y="156400"/>
                        <a:pt x="48673" y="200311"/>
                        <a:pt x="102584" y="200311"/>
                      </a:cubicBezTo>
                      <a:cubicBezTo>
                        <a:pt x="156496" y="200311"/>
                        <a:pt x="200406" y="156400"/>
                        <a:pt x="200406" y="102489"/>
                      </a:cubicBezTo>
                      <a:cubicBezTo>
                        <a:pt x="200406" y="48577"/>
                        <a:pt x="156496" y="4667"/>
                        <a:pt x="102584" y="466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" name="Google Shape;59;p4"/>
                <p:cNvSpPr/>
                <p:nvPr/>
              </p:nvSpPr>
              <p:spPr>
                <a:xfrm>
                  <a:off x="9350406" y="1632394"/>
                  <a:ext cx="678751" cy="678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751" h="678751" extrusionOk="0">
                      <a:moveTo>
                        <a:pt x="339376" y="678752"/>
                      </a:moveTo>
                      <a:cubicBezTo>
                        <a:pt x="152305" y="678752"/>
                        <a:pt x="0" y="526542"/>
                        <a:pt x="0" y="339376"/>
                      </a:cubicBezTo>
                      <a:cubicBezTo>
                        <a:pt x="0" y="152210"/>
                        <a:pt x="152210" y="0"/>
                        <a:pt x="339376" y="0"/>
                      </a:cubicBezTo>
                      <a:cubicBezTo>
                        <a:pt x="526542" y="0"/>
                        <a:pt x="678752" y="152210"/>
                        <a:pt x="678752" y="339376"/>
                      </a:cubicBezTo>
                      <a:cubicBezTo>
                        <a:pt x="678752" y="526542"/>
                        <a:pt x="526542" y="678752"/>
                        <a:pt x="339376" y="678752"/>
                      </a:cubicBezTo>
                      <a:close/>
                      <a:moveTo>
                        <a:pt x="339376" y="4858"/>
                      </a:moveTo>
                      <a:cubicBezTo>
                        <a:pt x="154877" y="4858"/>
                        <a:pt x="4763" y="154972"/>
                        <a:pt x="4763" y="339471"/>
                      </a:cubicBezTo>
                      <a:cubicBezTo>
                        <a:pt x="4763" y="523970"/>
                        <a:pt x="154877" y="674084"/>
                        <a:pt x="339376" y="674084"/>
                      </a:cubicBezTo>
                      <a:cubicBezTo>
                        <a:pt x="523875" y="674084"/>
                        <a:pt x="673989" y="523970"/>
                        <a:pt x="673989" y="339471"/>
                      </a:cubicBezTo>
                      <a:cubicBezTo>
                        <a:pt x="673989" y="154972"/>
                        <a:pt x="523875" y="4858"/>
                        <a:pt x="339376" y="485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" name="Google Shape;60;p4"/>
                <p:cNvSpPr/>
                <p:nvPr/>
              </p:nvSpPr>
              <p:spPr>
                <a:xfrm>
                  <a:off x="4615364" y="6815994"/>
                  <a:ext cx="205168" cy="205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168" h="205263" extrusionOk="0">
                      <a:moveTo>
                        <a:pt x="102584" y="205264"/>
                      </a:moveTo>
                      <a:cubicBezTo>
                        <a:pt x="46006" y="205264"/>
                        <a:pt x="0" y="159258"/>
                        <a:pt x="0" y="102679"/>
                      </a:cubicBezTo>
                      <a:cubicBezTo>
                        <a:pt x="0" y="46101"/>
                        <a:pt x="46006" y="0"/>
                        <a:pt x="102584" y="0"/>
                      </a:cubicBezTo>
                      <a:cubicBezTo>
                        <a:pt x="159163" y="0"/>
                        <a:pt x="205168" y="46006"/>
                        <a:pt x="205168" y="102679"/>
                      </a:cubicBezTo>
                      <a:cubicBezTo>
                        <a:pt x="205168" y="159353"/>
                        <a:pt x="159163" y="205264"/>
                        <a:pt x="102584" y="205264"/>
                      </a:cubicBezTo>
                      <a:close/>
                      <a:moveTo>
                        <a:pt x="102584" y="4763"/>
                      </a:moveTo>
                      <a:cubicBezTo>
                        <a:pt x="48577" y="4763"/>
                        <a:pt x="4763" y="48673"/>
                        <a:pt x="4763" y="102679"/>
                      </a:cubicBezTo>
                      <a:cubicBezTo>
                        <a:pt x="4763" y="156686"/>
                        <a:pt x="48673" y="200501"/>
                        <a:pt x="102584" y="200501"/>
                      </a:cubicBezTo>
                      <a:cubicBezTo>
                        <a:pt x="156496" y="200501"/>
                        <a:pt x="200406" y="156591"/>
                        <a:pt x="200406" y="102679"/>
                      </a:cubicBezTo>
                      <a:cubicBezTo>
                        <a:pt x="200406" y="48768"/>
                        <a:pt x="156496" y="4763"/>
                        <a:pt x="102584" y="476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" name="Google Shape;61;p4"/>
                <p:cNvSpPr/>
                <p:nvPr/>
              </p:nvSpPr>
              <p:spPr>
                <a:xfrm>
                  <a:off x="9469936" y="6968870"/>
                  <a:ext cx="439674" cy="439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674" h="439673" extrusionOk="0">
                      <a:moveTo>
                        <a:pt x="219837" y="439674"/>
                      </a:moveTo>
                      <a:cubicBezTo>
                        <a:pt x="98584" y="439674"/>
                        <a:pt x="0" y="341090"/>
                        <a:pt x="0" y="219837"/>
                      </a:cubicBezTo>
                      <a:cubicBezTo>
                        <a:pt x="0" y="98584"/>
                        <a:pt x="98584" y="0"/>
                        <a:pt x="219837" y="0"/>
                      </a:cubicBezTo>
                      <a:cubicBezTo>
                        <a:pt x="341090" y="0"/>
                        <a:pt x="439674" y="98584"/>
                        <a:pt x="439674" y="219837"/>
                      </a:cubicBezTo>
                      <a:cubicBezTo>
                        <a:pt x="439674" y="341090"/>
                        <a:pt x="341090" y="439674"/>
                        <a:pt x="219837" y="439674"/>
                      </a:cubicBezTo>
                      <a:close/>
                      <a:moveTo>
                        <a:pt x="219837" y="4763"/>
                      </a:moveTo>
                      <a:cubicBezTo>
                        <a:pt x="101251" y="4763"/>
                        <a:pt x="4763" y="101251"/>
                        <a:pt x="4763" y="219837"/>
                      </a:cubicBezTo>
                      <a:cubicBezTo>
                        <a:pt x="4763" y="338423"/>
                        <a:pt x="101251" y="434911"/>
                        <a:pt x="219837" y="434911"/>
                      </a:cubicBezTo>
                      <a:cubicBezTo>
                        <a:pt x="338424" y="434911"/>
                        <a:pt x="434912" y="338423"/>
                        <a:pt x="434912" y="219837"/>
                      </a:cubicBezTo>
                      <a:cubicBezTo>
                        <a:pt x="434912" y="101251"/>
                        <a:pt x="338424" y="4763"/>
                        <a:pt x="219837" y="476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2" name="Google Shape;62;p4"/>
            <p:cNvSpPr/>
            <p:nvPr/>
          </p:nvSpPr>
          <p:spPr>
            <a:xfrm rot="-708899">
              <a:off x="8801037" y="-622300"/>
              <a:ext cx="9537" cy="4860013"/>
            </a:xfrm>
            <a:custGeom>
              <a:avLst/>
              <a:gdLst/>
              <a:ahLst/>
              <a:cxnLst/>
              <a:rect l="l" t="t" r="r" b="b"/>
              <a:pathLst>
                <a:path w="9525" h="4854131" extrusionOk="0">
                  <a:moveTo>
                    <a:pt x="0" y="0"/>
                  </a:moveTo>
                  <a:lnTo>
                    <a:pt x="9525" y="0"/>
                  </a:lnTo>
                  <a:lnTo>
                    <a:pt x="9525" y="4854131"/>
                  </a:lnTo>
                  <a:lnTo>
                    <a:pt x="0" y="485413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1"/>
          </p:nvPr>
        </p:nvSpPr>
        <p:spPr>
          <a:xfrm>
            <a:off x="4725900" y="1766100"/>
            <a:ext cx="3698100" cy="26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subTitle" idx="2"/>
          </p:nvPr>
        </p:nvSpPr>
        <p:spPr>
          <a:xfrm>
            <a:off x="720000" y="1766100"/>
            <a:ext cx="3698100" cy="26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endParaRPr/>
          </a:p>
        </p:txBody>
      </p:sp>
      <p:sp>
        <p:nvSpPr>
          <p:cNvPr id="67" name="Google Shape;67;p5"/>
          <p:cNvSpPr txBox="1">
            <a:spLocks noGrp="1"/>
          </p:cNvSpPr>
          <p:nvPr>
            <p:ph type="subTitle" idx="3"/>
          </p:nvPr>
        </p:nvSpPr>
        <p:spPr>
          <a:xfrm>
            <a:off x="720000" y="1428975"/>
            <a:ext cx="3698100" cy="4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accent3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subTitle" idx="4"/>
          </p:nvPr>
        </p:nvSpPr>
        <p:spPr>
          <a:xfrm>
            <a:off x="4725900" y="1428975"/>
            <a:ext cx="3698100" cy="4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accent3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69" name="Google Shape;69;p5"/>
          <p:cNvGrpSpPr/>
          <p:nvPr/>
        </p:nvGrpSpPr>
        <p:grpSpPr>
          <a:xfrm>
            <a:off x="-52476" y="-985"/>
            <a:ext cx="9351589" cy="5550649"/>
            <a:chOff x="-52476" y="-985"/>
            <a:chExt cx="9351589" cy="5550649"/>
          </a:xfrm>
        </p:grpSpPr>
        <p:sp>
          <p:nvSpPr>
            <p:cNvPr id="70" name="Google Shape;70;p5"/>
            <p:cNvSpPr/>
            <p:nvPr/>
          </p:nvSpPr>
          <p:spPr>
            <a:xfrm rot="5400000">
              <a:off x="7400543" y="3651094"/>
              <a:ext cx="3089581" cy="707559"/>
            </a:xfrm>
            <a:custGeom>
              <a:avLst/>
              <a:gdLst/>
              <a:ahLst/>
              <a:cxnLst/>
              <a:rect l="l" t="t" r="r" b="b"/>
              <a:pathLst>
                <a:path w="1958530" h="448532" extrusionOk="0">
                  <a:moveTo>
                    <a:pt x="0" y="0"/>
                  </a:moveTo>
                  <a:cubicBezTo>
                    <a:pt x="164211" y="259080"/>
                    <a:pt x="476345" y="448532"/>
                    <a:pt x="774287" y="448532"/>
                  </a:cubicBezTo>
                  <a:lnTo>
                    <a:pt x="1329118" y="448532"/>
                  </a:lnTo>
                  <a:cubicBezTo>
                    <a:pt x="1619345" y="448532"/>
                    <a:pt x="1867662" y="260318"/>
                    <a:pt x="1958531" y="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 rot="10800000" flipH="1">
              <a:off x="-52476" y="-985"/>
              <a:ext cx="1011333" cy="1352000"/>
            </a:xfrm>
            <a:custGeom>
              <a:avLst/>
              <a:gdLst/>
              <a:ahLst/>
              <a:cxnLst/>
              <a:rect l="l" t="t" r="r" b="b"/>
              <a:pathLst>
                <a:path w="782463" h="1046035" extrusionOk="0">
                  <a:moveTo>
                    <a:pt x="655034" y="532734"/>
                  </a:moveTo>
                  <a:cubicBezTo>
                    <a:pt x="571214" y="260223"/>
                    <a:pt x="286226" y="33433"/>
                    <a:pt x="0" y="0"/>
                  </a:cubicBezTo>
                  <a:lnTo>
                    <a:pt x="0" y="1046036"/>
                  </a:lnTo>
                  <a:lnTo>
                    <a:pt x="781717" y="1046036"/>
                  </a:lnTo>
                  <a:cubicBezTo>
                    <a:pt x="784955" y="990886"/>
                    <a:pt x="777716" y="931641"/>
                    <a:pt x="758857" y="870109"/>
                  </a:cubicBezTo>
                  <a:lnTo>
                    <a:pt x="655130" y="53263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" name="Google Shape;72;p5"/>
          <p:cNvGrpSpPr/>
          <p:nvPr/>
        </p:nvGrpSpPr>
        <p:grpSpPr>
          <a:xfrm>
            <a:off x="-551471" y="-248595"/>
            <a:ext cx="10150188" cy="5435469"/>
            <a:chOff x="-551471" y="-248595"/>
            <a:chExt cx="10150188" cy="5435469"/>
          </a:xfrm>
        </p:grpSpPr>
        <p:sp>
          <p:nvSpPr>
            <p:cNvPr id="73" name="Google Shape;73;p5"/>
            <p:cNvSpPr/>
            <p:nvPr/>
          </p:nvSpPr>
          <p:spPr>
            <a:xfrm rot="5400000">
              <a:off x="7444710" y="3032868"/>
              <a:ext cx="3501886" cy="806128"/>
            </a:xfrm>
            <a:custGeom>
              <a:avLst/>
              <a:gdLst/>
              <a:ahLst/>
              <a:cxnLst/>
              <a:rect l="l" t="t" r="r" b="b"/>
              <a:pathLst>
                <a:path w="2219896" h="511016" extrusionOk="0">
                  <a:moveTo>
                    <a:pt x="1505617" y="511016"/>
                  </a:moveTo>
                  <a:lnTo>
                    <a:pt x="877919" y="511016"/>
                  </a:lnTo>
                  <a:cubicBezTo>
                    <a:pt x="714089" y="511016"/>
                    <a:pt x="542544" y="461201"/>
                    <a:pt x="382048" y="366903"/>
                  </a:cubicBezTo>
                  <a:cubicBezTo>
                    <a:pt x="226886" y="275749"/>
                    <a:pt x="91154" y="146399"/>
                    <a:pt x="0" y="2572"/>
                  </a:cubicBezTo>
                  <a:lnTo>
                    <a:pt x="4000" y="0"/>
                  </a:lnTo>
                  <a:cubicBezTo>
                    <a:pt x="94774" y="143256"/>
                    <a:pt x="229838" y="272034"/>
                    <a:pt x="384429" y="362807"/>
                  </a:cubicBezTo>
                  <a:cubicBezTo>
                    <a:pt x="544259" y="456629"/>
                    <a:pt x="714851" y="506254"/>
                    <a:pt x="877919" y="506254"/>
                  </a:cubicBezTo>
                  <a:lnTo>
                    <a:pt x="1505617" y="506254"/>
                  </a:lnTo>
                  <a:cubicBezTo>
                    <a:pt x="1824609" y="506254"/>
                    <a:pt x="2109883" y="302990"/>
                    <a:pt x="2215420" y="476"/>
                  </a:cubicBezTo>
                  <a:lnTo>
                    <a:pt x="2219897" y="2000"/>
                  </a:lnTo>
                  <a:cubicBezTo>
                    <a:pt x="2113693" y="306419"/>
                    <a:pt x="1826705" y="511016"/>
                    <a:pt x="1505617" y="511016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 rot="10800000" flipH="1">
              <a:off x="-551471" y="-248595"/>
              <a:ext cx="1261935" cy="1959953"/>
            </a:xfrm>
            <a:custGeom>
              <a:avLst/>
              <a:gdLst/>
              <a:ahLst/>
              <a:cxnLst/>
              <a:rect l="l" t="t" r="r" b="b"/>
              <a:pathLst>
                <a:path w="870300" h="1351692" extrusionOk="0">
                  <a:moveTo>
                    <a:pt x="865632" y="1351598"/>
                  </a:moveTo>
                  <a:lnTo>
                    <a:pt x="860870" y="1351026"/>
                  </a:lnTo>
                  <a:cubicBezTo>
                    <a:pt x="869918" y="1282351"/>
                    <a:pt x="865727" y="1209580"/>
                    <a:pt x="848582" y="1134713"/>
                  </a:cubicBezTo>
                  <a:lnTo>
                    <a:pt x="751808" y="712756"/>
                  </a:lnTo>
                  <a:cubicBezTo>
                    <a:pt x="674560" y="376238"/>
                    <a:pt x="351377" y="71819"/>
                    <a:pt x="0" y="4667"/>
                  </a:cubicBezTo>
                  <a:lnTo>
                    <a:pt x="857" y="0"/>
                  </a:lnTo>
                  <a:cubicBezTo>
                    <a:pt x="354044" y="67437"/>
                    <a:pt x="678847" y="373475"/>
                    <a:pt x="756476" y="711708"/>
                  </a:cubicBezTo>
                  <a:lnTo>
                    <a:pt x="853250" y="1133666"/>
                  </a:lnTo>
                  <a:cubicBezTo>
                    <a:pt x="870585" y="1209104"/>
                    <a:pt x="874681" y="1282446"/>
                    <a:pt x="865632" y="135169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" name="Google Shape;75;p5"/>
          <p:cNvGrpSpPr/>
          <p:nvPr/>
        </p:nvGrpSpPr>
        <p:grpSpPr>
          <a:xfrm>
            <a:off x="115335" y="-392531"/>
            <a:ext cx="8599372" cy="5852349"/>
            <a:chOff x="2944261" y="1556194"/>
            <a:chExt cx="8599372" cy="5852349"/>
          </a:xfrm>
        </p:grpSpPr>
        <p:sp>
          <p:nvSpPr>
            <p:cNvPr id="76" name="Google Shape;76;p5"/>
            <p:cNvSpPr/>
            <p:nvPr/>
          </p:nvSpPr>
          <p:spPr>
            <a:xfrm>
              <a:off x="2944261" y="2753625"/>
              <a:ext cx="205168" cy="205168"/>
            </a:xfrm>
            <a:custGeom>
              <a:avLst/>
              <a:gdLst/>
              <a:ahLst/>
              <a:cxnLst/>
              <a:rect l="l" t="t" r="r" b="b"/>
              <a:pathLst>
                <a:path w="205168" h="205168" extrusionOk="0">
                  <a:moveTo>
                    <a:pt x="102584" y="205169"/>
                  </a:moveTo>
                  <a:cubicBezTo>
                    <a:pt x="46006" y="205169"/>
                    <a:pt x="0" y="159163"/>
                    <a:pt x="0" y="102584"/>
                  </a:cubicBezTo>
                  <a:cubicBezTo>
                    <a:pt x="0" y="46006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584"/>
                  </a:cubicBezTo>
                  <a:cubicBezTo>
                    <a:pt x="205168" y="159163"/>
                    <a:pt x="159163" y="205169"/>
                    <a:pt x="102584" y="205169"/>
                  </a:cubicBezTo>
                  <a:close/>
                  <a:moveTo>
                    <a:pt x="102584" y="4667"/>
                  </a:moveTo>
                  <a:cubicBezTo>
                    <a:pt x="48578" y="4667"/>
                    <a:pt x="4763" y="48577"/>
                    <a:pt x="4763" y="102489"/>
                  </a:cubicBezTo>
                  <a:cubicBezTo>
                    <a:pt x="4763" y="156400"/>
                    <a:pt x="48673" y="200311"/>
                    <a:pt x="102584" y="200311"/>
                  </a:cubicBezTo>
                  <a:cubicBezTo>
                    <a:pt x="156496" y="200311"/>
                    <a:pt x="200406" y="156400"/>
                    <a:pt x="200406" y="102489"/>
                  </a:cubicBezTo>
                  <a:cubicBezTo>
                    <a:pt x="200406" y="48577"/>
                    <a:pt x="156496" y="4667"/>
                    <a:pt x="102584" y="466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10864881" y="1556194"/>
              <a:ext cx="678751" cy="678751"/>
            </a:xfrm>
            <a:custGeom>
              <a:avLst/>
              <a:gdLst/>
              <a:ahLst/>
              <a:cxnLst/>
              <a:rect l="l" t="t" r="r" b="b"/>
              <a:pathLst>
                <a:path w="678751" h="678751" extrusionOk="0">
                  <a:moveTo>
                    <a:pt x="339376" y="678752"/>
                  </a:moveTo>
                  <a:cubicBezTo>
                    <a:pt x="152305" y="678752"/>
                    <a:pt x="0" y="526542"/>
                    <a:pt x="0" y="339376"/>
                  </a:cubicBezTo>
                  <a:cubicBezTo>
                    <a:pt x="0" y="152210"/>
                    <a:pt x="152210" y="0"/>
                    <a:pt x="339376" y="0"/>
                  </a:cubicBezTo>
                  <a:cubicBezTo>
                    <a:pt x="526542" y="0"/>
                    <a:pt x="678752" y="152210"/>
                    <a:pt x="678752" y="339376"/>
                  </a:cubicBezTo>
                  <a:cubicBezTo>
                    <a:pt x="678752" y="526542"/>
                    <a:pt x="526542" y="678752"/>
                    <a:pt x="339376" y="678752"/>
                  </a:cubicBezTo>
                  <a:close/>
                  <a:moveTo>
                    <a:pt x="339376" y="4858"/>
                  </a:moveTo>
                  <a:cubicBezTo>
                    <a:pt x="154877" y="4858"/>
                    <a:pt x="4763" y="154972"/>
                    <a:pt x="4763" y="339471"/>
                  </a:cubicBezTo>
                  <a:cubicBezTo>
                    <a:pt x="4763" y="523970"/>
                    <a:pt x="154877" y="674084"/>
                    <a:pt x="339376" y="674084"/>
                  </a:cubicBezTo>
                  <a:cubicBezTo>
                    <a:pt x="523875" y="674084"/>
                    <a:pt x="673989" y="523970"/>
                    <a:pt x="673989" y="339471"/>
                  </a:cubicBezTo>
                  <a:cubicBezTo>
                    <a:pt x="673989" y="154972"/>
                    <a:pt x="523875" y="4858"/>
                    <a:pt x="339376" y="485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3179526" y="6654069"/>
              <a:ext cx="205168" cy="205263"/>
            </a:xfrm>
            <a:custGeom>
              <a:avLst/>
              <a:gdLst/>
              <a:ahLst/>
              <a:cxnLst/>
              <a:rect l="l" t="t" r="r" b="b"/>
              <a:pathLst>
                <a:path w="205168" h="205263" extrusionOk="0">
                  <a:moveTo>
                    <a:pt x="102584" y="205264"/>
                  </a:moveTo>
                  <a:cubicBezTo>
                    <a:pt x="46006" y="205264"/>
                    <a:pt x="0" y="159258"/>
                    <a:pt x="0" y="102679"/>
                  </a:cubicBezTo>
                  <a:cubicBezTo>
                    <a:pt x="0" y="46101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679"/>
                  </a:cubicBezTo>
                  <a:cubicBezTo>
                    <a:pt x="205168" y="159353"/>
                    <a:pt x="159163" y="205264"/>
                    <a:pt x="102584" y="205264"/>
                  </a:cubicBezTo>
                  <a:close/>
                  <a:moveTo>
                    <a:pt x="102584" y="4763"/>
                  </a:moveTo>
                  <a:cubicBezTo>
                    <a:pt x="48577" y="4763"/>
                    <a:pt x="4763" y="48673"/>
                    <a:pt x="4763" y="102679"/>
                  </a:cubicBezTo>
                  <a:cubicBezTo>
                    <a:pt x="4763" y="156686"/>
                    <a:pt x="48673" y="200501"/>
                    <a:pt x="102584" y="200501"/>
                  </a:cubicBezTo>
                  <a:cubicBezTo>
                    <a:pt x="156496" y="200501"/>
                    <a:pt x="200406" y="156591"/>
                    <a:pt x="200406" y="102679"/>
                  </a:cubicBezTo>
                  <a:cubicBezTo>
                    <a:pt x="200406" y="48768"/>
                    <a:pt x="156496" y="4763"/>
                    <a:pt x="102584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9469936" y="6968870"/>
              <a:ext cx="439674" cy="439673"/>
            </a:xfrm>
            <a:custGeom>
              <a:avLst/>
              <a:gdLst/>
              <a:ahLst/>
              <a:cxnLst/>
              <a:rect l="l" t="t" r="r" b="b"/>
              <a:pathLst>
                <a:path w="439674" h="439673" extrusionOk="0">
                  <a:moveTo>
                    <a:pt x="219837" y="439674"/>
                  </a:moveTo>
                  <a:cubicBezTo>
                    <a:pt x="98584" y="439674"/>
                    <a:pt x="0" y="341090"/>
                    <a:pt x="0" y="219837"/>
                  </a:cubicBezTo>
                  <a:cubicBezTo>
                    <a:pt x="0" y="98584"/>
                    <a:pt x="98584" y="0"/>
                    <a:pt x="219837" y="0"/>
                  </a:cubicBezTo>
                  <a:cubicBezTo>
                    <a:pt x="341090" y="0"/>
                    <a:pt x="439674" y="98584"/>
                    <a:pt x="439674" y="219837"/>
                  </a:cubicBezTo>
                  <a:cubicBezTo>
                    <a:pt x="439674" y="341090"/>
                    <a:pt x="341090" y="439674"/>
                    <a:pt x="219837" y="439674"/>
                  </a:cubicBezTo>
                  <a:close/>
                  <a:moveTo>
                    <a:pt x="219837" y="4763"/>
                  </a:moveTo>
                  <a:cubicBezTo>
                    <a:pt x="101251" y="4763"/>
                    <a:pt x="4763" y="101251"/>
                    <a:pt x="4763" y="219837"/>
                  </a:cubicBezTo>
                  <a:cubicBezTo>
                    <a:pt x="4763" y="338423"/>
                    <a:pt x="101251" y="434911"/>
                    <a:pt x="219837" y="434911"/>
                  </a:cubicBezTo>
                  <a:cubicBezTo>
                    <a:pt x="338424" y="434911"/>
                    <a:pt x="434912" y="338423"/>
                    <a:pt x="434912" y="219837"/>
                  </a:cubicBezTo>
                  <a:cubicBezTo>
                    <a:pt x="434912" y="101251"/>
                    <a:pt x="338424" y="4763"/>
                    <a:pt x="219837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2" name="Google Shape;82;p6"/>
          <p:cNvGrpSpPr/>
          <p:nvPr/>
        </p:nvGrpSpPr>
        <p:grpSpPr>
          <a:xfrm>
            <a:off x="-1520433" y="-168051"/>
            <a:ext cx="10663619" cy="5312335"/>
            <a:chOff x="-1520433" y="-168051"/>
            <a:chExt cx="10663619" cy="5312335"/>
          </a:xfrm>
        </p:grpSpPr>
        <p:sp>
          <p:nvSpPr>
            <p:cNvPr id="83" name="Google Shape;83;p6"/>
            <p:cNvSpPr/>
            <p:nvPr/>
          </p:nvSpPr>
          <p:spPr>
            <a:xfrm>
              <a:off x="8069350" y="0"/>
              <a:ext cx="1073836" cy="2570922"/>
            </a:xfrm>
            <a:custGeom>
              <a:avLst/>
              <a:gdLst/>
              <a:ahLst/>
              <a:cxnLst/>
              <a:rect l="l" t="t" r="r" b="b"/>
              <a:pathLst>
                <a:path w="1164050" h="2727769" extrusionOk="0">
                  <a:moveTo>
                    <a:pt x="1164051" y="0"/>
                  </a:moveTo>
                  <a:lnTo>
                    <a:pt x="0" y="0"/>
                  </a:lnTo>
                  <a:lnTo>
                    <a:pt x="1164051" y="2727770"/>
                  </a:lnTo>
                  <a:lnTo>
                    <a:pt x="1164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-29700" y="3739403"/>
              <a:ext cx="1397173" cy="1404881"/>
            </a:xfrm>
            <a:custGeom>
              <a:avLst/>
              <a:gdLst/>
              <a:ahLst/>
              <a:cxnLst/>
              <a:rect l="l" t="t" r="r" b="b"/>
              <a:pathLst>
                <a:path w="1016126" h="2381154" extrusionOk="0">
                  <a:moveTo>
                    <a:pt x="0" y="2381155"/>
                  </a:moveTo>
                  <a:lnTo>
                    <a:pt x="1016127" y="2381155"/>
                  </a:lnTo>
                  <a:lnTo>
                    <a:pt x="0" y="0"/>
                  </a:lnTo>
                  <a:lnTo>
                    <a:pt x="0" y="238115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-1520433" y="-168051"/>
              <a:ext cx="3089581" cy="707559"/>
            </a:xfrm>
            <a:custGeom>
              <a:avLst/>
              <a:gdLst/>
              <a:ahLst/>
              <a:cxnLst/>
              <a:rect l="l" t="t" r="r" b="b"/>
              <a:pathLst>
                <a:path w="1958530" h="448532" extrusionOk="0">
                  <a:moveTo>
                    <a:pt x="0" y="0"/>
                  </a:moveTo>
                  <a:cubicBezTo>
                    <a:pt x="164211" y="259080"/>
                    <a:pt x="476345" y="448532"/>
                    <a:pt x="774287" y="448532"/>
                  </a:cubicBezTo>
                  <a:lnTo>
                    <a:pt x="1329118" y="448532"/>
                  </a:lnTo>
                  <a:cubicBezTo>
                    <a:pt x="1619345" y="448532"/>
                    <a:pt x="1867662" y="260318"/>
                    <a:pt x="1958531" y="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" name="Google Shape;86;p6"/>
          <p:cNvGrpSpPr/>
          <p:nvPr/>
        </p:nvGrpSpPr>
        <p:grpSpPr>
          <a:xfrm>
            <a:off x="-2295527" y="-694628"/>
            <a:ext cx="11660698" cy="7295308"/>
            <a:chOff x="-2295527" y="-694628"/>
            <a:chExt cx="11660698" cy="7295308"/>
          </a:xfrm>
        </p:grpSpPr>
        <p:sp>
          <p:nvSpPr>
            <p:cNvPr id="87" name="Google Shape;87;p6"/>
            <p:cNvSpPr/>
            <p:nvPr/>
          </p:nvSpPr>
          <p:spPr>
            <a:xfrm rot="-708899">
              <a:off x="8858187" y="-745134"/>
              <a:ext cx="9537" cy="4860013"/>
            </a:xfrm>
            <a:custGeom>
              <a:avLst/>
              <a:gdLst/>
              <a:ahLst/>
              <a:cxnLst/>
              <a:rect l="l" t="t" r="r" b="b"/>
              <a:pathLst>
                <a:path w="9525" h="4854131" extrusionOk="0">
                  <a:moveTo>
                    <a:pt x="0" y="0"/>
                  </a:moveTo>
                  <a:lnTo>
                    <a:pt x="9525" y="0"/>
                  </a:lnTo>
                  <a:lnTo>
                    <a:pt x="9525" y="4854131"/>
                  </a:lnTo>
                  <a:lnTo>
                    <a:pt x="0" y="485413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 rot="-2274005">
              <a:off x="875967" y="3183627"/>
              <a:ext cx="9535" cy="3816619"/>
            </a:xfrm>
            <a:custGeom>
              <a:avLst/>
              <a:gdLst/>
              <a:ahLst/>
              <a:cxnLst/>
              <a:rect l="l" t="t" r="r" b="b"/>
              <a:pathLst>
                <a:path w="9524" h="3812190" extrusionOk="0">
                  <a:moveTo>
                    <a:pt x="0" y="0"/>
                  </a:moveTo>
                  <a:lnTo>
                    <a:pt x="9525" y="0"/>
                  </a:lnTo>
                  <a:lnTo>
                    <a:pt x="9525" y="3812190"/>
                  </a:lnTo>
                  <a:lnTo>
                    <a:pt x="0" y="381219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-2295527" y="-467655"/>
              <a:ext cx="3501886" cy="806128"/>
            </a:xfrm>
            <a:custGeom>
              <a:avLst/>
              <a:gdLst/>
              <a:ahLst/>
              <a:cxnLst/>
              <a:rect l="l" t="t" r="r" b="b"/>
              <a:pathLst>
                <a:path w="2219896" h="511016" extrusionOk="0">
                  <a:moveTo>
                    <a:pt x="1505617" y="511016"/>
                  </a:moveTo>
                  <a:lnTo>
                    <a:pt x="877919" y="511016"/>
                  </a:lnTo>
                  <a:cubicBezTo>
                    <a:pt x="714089" y="511016"/>
                    <a:pt x="542544" y="461201"/>
                    <a:pt x="382048" y="366903"/>
                  </a:cubicBezTo>
                  <a:cubicBezTo>
                    <a:pt x="226886" y="275749"/>
                    <a:pt x="91154" y="146399"/>
                    <a:pt x="0" y="2572"/>
                  </a:cubicBezTo>
                  <a:lnTo>
                    <a:pt x="4000" y="0"/>
                  </a:lnTo>
                  <a:cubicBezTo>
                    <a:pt x="94774" y="143256"/>
                    <a:pt x="229838" y="272034"/>
                    <a:pt x="384429" y="362807"/>
                  </a:cubicBezTo>
                  <a:cubicBezTo>
                    <a:pt x="544259" y="456629"/>
                    <a:pt x="714851" y="506254"/>
                    <a:pt x="877919" y="506254"/>
                  </a:cubicBezTo>
                  <a:lnTo>
                    <a:pt x="1505617" y="506254"/>
                  </a:lnTo>
                  <a:cubicBezTo>
                    <a:pt x="1824609" y="506254"/>
                    <a:pt x="2109883" y="302990"/>
                    <a:pt x="2215420" y="476"/>
                  </a:cubicBezTo>
                  <a:lnTo>
                    <a:pt x="2219897" y="2000"/>
                  </a:lnTo>
                  <a:cubicBezTo>
                    <a:pt x="2113693" y="306419"/>
                    <a:pt x="1826705" y="511016"/>
                    <a:pt x="1505617" y="511016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" name="Google Shape;90;p6"/>
            <p:cNvGrpSpPr/>
            <p:nvPr/>
          </p:nvGrpSpPr>
          <p:grpSpPr>
            <a:xfrm>
              <a:off x="610635" y="-396431"/>
              <a:ext cx="7084897" cy="5776149"/>
              <a:chOff x="2944261" y="1632394"/>
              <a:chExt cx="7084897" cy="5776149"/>
            </a:xfrm>
          </p:grpSpPr>
          <p:sp>
            <p:nvSpPr>
              <p:cNvPr id="91" name="Google Shape;91;p6"/>
              <p:cNvSpPr/>
              <p:nvPr/>
            </p:nvSpPr>
            <p:spPr>
              <a:xfrm>
                <a:off x="2944261" y="2753625"/>
                <a:ext cx="205168" cy="205168"/>
              </a:xfrm>
              <a:custGeom>
                <a:avLst/>
                <a:gdLst/>
                <a:ahLst/>
                <a:cxnLst/>
                <a:rect l="l" t="t" r="r" b="b"/>
                <a:pathLst>
                  <a:path w="205168" h="205168" extrusionOk="0">
                    <a:moveTo>
                      <a:pt x="102584" y="205169"/>
                    </a:moveTo>
                    <a:cubicBezTo>
                      <a:pt x="46006" y="205169"/>
                      <a:pt x="0" y="159163"/>
                      <a:pt x="0" y="102584"/>
                    </a:cubicBezTo>
                    <a:cubicBezTo>
                      <a:pt x="0" y="46006"/>
                      <a:pt x="46006" y="0"/>
                      <a:pt x="102584" y="0"/>
                    </a:cubicBezTo>
                    <a:cubicBezTo>
                      <a:pt x="159163" y="0"/>
                      <a:pt x="205168" y="46006"/>
                      <a:pt x="205168" y="102584"/>
                    </a:cubicBezTo>
                    <a:cubicBezTo>
                      <a:pt x="205168" y="159163"/>
                      <a:pt x="159163" y="205169"/>
                      <a:pt x="102584" y="205169"/>
                    </a:cubicBezTo>
                    <a:close/>
                    <a:moveTo>
                      <a:pt x="102584" y="4667"/>
                    </a:moveTo>
                    <a:cubicBezTo>
                      <a:pt x="48578" y="4667"/>
                      <a:pt x="4763" y="48577"/>
                      <a:pt x="4763" y="102489"/>
                    </a:cubicBezTo>
                    <a:cubicBezTo>
                      <a:pt x="4763" y="156400"/>
                      <a:pt x="48673" y="200311"/>
                      <a:pt x="102584" y="200311"/>
                    </a:cubicBezTo>
                    <a:cubicBezTo>
                      <a:pt x="156496" y="200311"/>
                      <a:pt x="200406" y="156400"/>
                      <a:pt x="200406" y="102489"/>
                    </a:cubicBezTo>
                    <a:cubicBezTo>
                      <a:pt x="200406" y="48577"/>
                      <a:pt x="156496" y="4667"/>
                      <a:pt x="102584" y="4667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6"/>
              <p:cNvSpPr/>
              <p:nvPr/>
            </p:nvSpPr>
            <p:spPr>
              <a:xfrm>
                <a:off x="9350406" y="1632394"/>
                <a:ext cx="678751" cy="678751"/>
              </a:xfrm>
              <a:custGeom>
                <a:avLst/>
                <a:gdLst/>
                <a:ahLst/>
                <a:cxnLst/>
                <a:rect l="l" t="t" r="r" b="b"/>
                <a:pathLst>
                  <a:path w="678751" h="678751" extrusionOk="0">
                    <a:moveTo>
                      <a:pt x="339376" y="678752"/>
                    </a:moveTo>
                    <a:cubicBezTo>
                      <a:pt x="152305" y="678752"/>
                      <a:pt x="0" y="526542"/>
                      <a:pt x="0" y="339376"/>
                    </a:cubicBezTo>
                    <a:cubicBezTo>
                      <a:pt x="0" y="152210"/>
                      <a:pt x="152210" y="0"/>
                      <a:pt x="339376" y="0"/>
                    </a:cubicBezTo>
                    <a:cubicBezTo>
                      <a:pt x="526542" y="0"/>
                      <a:pt x="678752" y="152210"/>
                      <a:pt x="678752" y="339376"/>
                    </a:cubicBezTo>
                    <a:cubicBezTo>
                      <a:pt x="678752" y="526542"/>
                      <a:pt x="526542" y="678752"/>
                      <a:pt x="339376" y="678752"/>
                    </a:cubicBezTo>
                    <a:close/>
                    <a:moveTo>
                      <a:pt x="339376" y="4858"/>
                    </a:moveTo>
                    <a:cubicBezTo>
                      <a:pt x="154877" y="4858"/>
                      <a:pt x="4763" y="154972"/>
                      <a:pt x="4763" y="339471"/>
                    </a:cubicBezTo>
                    <a:cubicBezTo>
                      <a:pt x="4763" y="523970"/>
                      <a:pt x="154877" y="674084"/>
                      <a:pt x="339376" y="674084"/>
                    </a:cubicBezTo>
                    <a:cubicBezTo>
                      <a:pt x="523875" y="674084"/>
                      <a:pt x="673989" y="523970"/>
                      <a:pt x="673989" y="339471"/>
                    </a:cubicBezTo>
                    <a:cubicBezTo>
                      <a:pt x="673989" y="154972"/>
                      <a:pt x="523875" y="4858"/>
                      <a:pt x="33937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6"/>
              <p:cNvSpPr/>
              <p:nvPr/>
            </p:nvSpPr>
            <p:spPr>
              <a:xfrm>
                <a:off x="4615364" y="6815994"/>
                <a:ext cx="205168" cy="205263"/>
              </a:xfrm>
              <a:custGeom>
                <a:avLst/>
                <a:gdLst/>
                <a:ahLst/>
                <a:cxnLst/>
                <a:rect l="l" t="t" r="r" b="b"/>
                <a:pathLst>
                  <a:path w="205168" h="205263" extrusionOk="0">
                    <a:moveTo>
                      <a:pt x="102584" y="205264"/>
                    </a:moveTo>
                    <a:cubicBezTo>
                      <a:pt x="46006" y="205264"/>
                      <a:pt x="0" y="159258"/>
                      <a:pt x="0" y="102679"/>
                    </a:cubicBezTo>
                    <a:cubicBezTo>
                      <a:pt x="0" y="46101"/>
                      <a:pt x="46006" y="0"/>
                      <a:pt x="102584" y="0"/>
                    </a:cubicBezTo>
                    <a:cubicBezTo>
                      <a:pt x="159163" y="0"/>
                      <a:pt x="205168" y="46006"/>
                      <a:pt x="205168" y="102679"/>
                    </a:cubicBezTo>
                    <a:cubicBezTo>
                      <a:pt x="205168" y="159353"/>
                      <a:pt x="159163" y="205264"/>
                      <a:pt x="102584" y="205264"/>
                    </a:cubicBezTo>
                    <a:close/>
                    <a:moveTo>
                      <a:pt x="102584" y="4763"/>
                    </a:moveTo>
                    <a:cubicBezTo>
                      <a:pt x="48577" y="4763"/>
                      <a:pt x="4763" y="48673"/>
                      <a:pt x="4763" y="102679"/>
                    </a:cubicBezTo>
                    <a:cubicBezTo>
                      <a:pt x="4763" y="156686"/>
                      <a:pt x="48673" y="200501"/>
                      <a:pt x="102584" y="200501"/>
                    </a:cubicBezTo>
                    <a:cubicBezTo>
                      <a:pt x="156496" y="200501"/>
                      <a:pt x="200406" y="156591"/>
                      <a:pt x="200406" y="102679"/>
                    </a:cubicBezTo>
                    <a:cubicBezTo>
                      <a:pt x="200406" y="48768"/>
                      <a:pt x="156496" y="4763"/>
                      <a:pt x="102584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9469936" y="6968870"/>
                <a:ext cx="439674" cy="439673"/>
              </a:xfrm>
              <a:custGeom>
                <a:avLst/>
                <a:gdLst/>
                <a:ahLst/>
                <a:cxnLst/>
                <a:rect l="l" t="t" r="r" b="b"/>
                <a:pathLst>
                  <a:path w="439674" h="439673" extrusionOk="0">
                    <a:moveTo>
                      <a:pt x="219837" y="439674"/>
                    </a:moveTo>
                    <a:cubicBezTo>
                      <a:pt x="98584" y="439674"/>
                      <a:pt x="0" y="341090"/>
                      <a:pt x="0" y="219837"/>
                    </a:cubicBezTo>
                    <a:cubicBezTo>
                      <a:pt x="0" y="98584"/>
                      <a:pt x="98584" y="0"/>
                      <a:pt x="219837" y="0"/>
                    </a:cubicBezTo>
                    <a:cubicBezTo>
                      <a:pt x="341090" y="0"/>
                      <a:pt x="439674" y="98584"/>
                      <a:pt x="439674" y="219837"/>
                    </a:cubicBezTo>
                    <a:cubicBezTo>
                      <a:pt x="439674" y="341090"/>
                      <a:pt x="341090" y="439674"/>
                      <a:pt x="219837" y="439674"/>
                    </a:cubicBezTo>
                    <a:close/>
                    <a:moveTo>
                      <a:pt x="219837" y="4763"/>
                    </a:moveTo>
                    <a:cubicBezTo>
                      <a:pt x="101251" y="4763"/>
                      <a:pt x="4763" y="101251"/>
                      <a:pt x="4763" y="219837"/>
                    </a:cubicBezTo>
                    <a:cubicBezTo>
                      <a:pt x="4763" y="338423"/>
                      <a:pt x="101251" y="434911"/>
                      <a:pt x="219837" y="434911"/>
                    </a:cubicBezTo>
                    <a:cubicBezTo>
                      <a:pt x="338424" y="434911"/>
                      <a:pt x="434912" y="338423"/>
                      <a:pt x="434912" y="219837"/>
                    </a:cubicBezTo>
                    <a:cubicBezTo>
                      <a:pt x="434912" y="101251"/>
                      <a:pt x="338424" y="4763"/>
                      <a:pt x="219837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7"/>
          <p:cNvGrpSpPr/>
          <p:nvPr/>
        </p:nvGrpSpPr>
        <p:grpSpPr>
          <a:xfrm>
            <a:off x="-1520433" y="-231"/>
            <a:ext cx="10686708" cy="5312335"/>
            <a:chOff x="-1520433" y="-231"/>
            <a:chExt cx="10686708" cy="5312335"/>
          </a:xfrm>
        </p:grpSpPr>
        <p:sp>
          <p:nvSpPr>
            <p:cNvPr id="97" name="Google Shape;97;p7"/>
            <p:cNvSpPr/>
            <p:nvPr/>
          </p:nvSpPr>
          <p:spPr>
            <a:xfrm rot="10800000">
              <a:off x="7769102" y="156"/>
              <a:ext cx="1397173" cy="2000169"/>
            </a:xfrm>
            <a:custGeom>
              <a:avLst/>
              <a:gdLst/>
              <a:ahLst/>
              <a:cxnLst/>
              <a:rect l="l" t="t" r="r" b="b"/>
              <a:pathLst>
                <a:path w="1016126" h="2381154" extrusionOk="0">
                  <a:moveTo>
                    <a:pt x="0" y="2381155"/>
                  </a:moveTo>
                  <a:lnTo>
                    <a:pt x="1016127" y="2381155"/>
                  </a:lnTo>
                  <a:lnTo>
                    <a:pt x="0" y="0"/>
                  </a:lnTo>
                  <a:lnTo>
                    <a:pt x="0" y="23811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" name="Google Shape;98;p7"/>
            <p:cNvGrpSpPr/>
            <p:nvPr/>
          </p:nvGrpSpPr>
          <p:grpSpPr>
            <a:xfrm rot="10800000" flipH="1">
              <a:off x="-1520433" y="-231"/>
              <a:ext cx="3089581" cy="5312335"/>
              <a:chOff x="-1520433" y="-168051"/>
              <a:chExt cx="3089581" cy="5312335"/>
            </a:xfrm>
          </p:grpSpPr>
          <p:sp>
            <p:nvSpPr>
              <p:cNvPr id="99" name="Google Shape;99;p7"/>
              <p:cNvSpPr/>
              <p:nvPr/>
            </p:nvSpPr>
            <p:spPr>
              <a:xfrm>
                <a:off x="-29700" y="3739403"/>
                <a:ext cx="1397173" cy="1404881"/>
              </a:xfrm>
              <a:custGeom>
                <a:avLst/>
                <a:gdLst/>
                <a:ahLst/>
                <a:cxnLst/>
                <a:rect l="l" t="t" r="r" b="b"/>
                <a:pathLst>
                  <a:path w="1016126" h="2381154" extrusionOk="0">
                    <a:moveTo>
                      <a:pt x="0" y="2381155"/>
                    </a:moveTo>
                    <a:lnTo>
                      <a:pt x="1016127" y="2381155"/>
                    </a:lnTo>
                    <a:lnTo>
                      <a:pt x="0" y="0"/>
                    </a:lnTo>
                    <a:lnTo>
                      <a:pt x="0" y="238115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7"/>
              <p:cNvSpPr/>
              <p:nvPr/>
            </p:nvSpPr>
            <p:spPr>
              <a:xfrm>
                <a:off x="-1520433" y="-168051"/>
                <a:ext cx="3089581" cy="707559"/>
              </a:xfrm>
              <a:custGeom>
                <a:avLst/>
                <a:gdLst/>
                <a:ahLst/>
                <a:cxnLst/>
                <a:rect l="l" t="t" r="r" b="b"/>
                <a:pathLst>
                  <a:path w="1958530" h="448532" extrusionOk="0">
                    <a:moveTo>
                      <a:pt x="0" y="0"/>
                    </a:moveTo>
                    <a:cubicBezTo>
                      <a:pt x="164211" y="259080"/>
                      <a:pt x="476345" y="448532"/>
                      <a:pt x="774287" y="448532"/>
                    </a:cubicBezTo>
                    <a:lnTo>
                      <a:pt x="1329118" y="448532"/>
                    </a:lnTo>
                    <a:cubicBezTo>
                      <a:pt x="1619345" y="448532"/>
                      <a:pt x="1867662" y="260318"/>
                      <a:pt x="1958531" y="0"/>
                    </a:cubicBezTo>
                    <a:lnTo>
                      <a:pt x="9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1" name="Google Shape;101;p7"/>
          <p:cNvGrpSpPr/>
          <p:nvPr/>
        </p:nvGrpSpPr>
        <p:grpSpPr>
          <a:xfrm>
            <a:off x="-2295527" y="-1456628"/>
            <a:ext cx="11603548" cy="7068336"/>
            <a:chOff x="-2295527" y="-1456628"/>
            <a:chExt cx="11603548" cy="7068336"/>
          </a:xfrm>
        </p:grpSpPr>
        <p:grpSp>
          <p:nvGrpSpPr>
            <p:cNvPr id="102" name="Google Shape;102;p7"/>
            <p:cNvGrpSpPr/>
            <p:nvPr/>
          </p:nvGrpSpPr>
          <p:grpSpPr>
            <a:xfrm rot="10800000" flipH="1">
              <a:off x="-2295527" y="-1456628"/>
              <a:ext cx="9991059" cy="7068336"/>
              <a:chOff x="-2295527" y="-467655"/>
              <a:chExt cx="9991059" cy="7068336"/>
            </a:xfrm>
          </p:grpSpPr>
          <p:sp>
            <p:nvSpPr>
              <p:cNvPr id="103" name="Google Shape;103;p7"/>
              <p:cNvSpPr/>
              <p:nvPr/>
            </p:nvSpPr>
            <p:spPr>
              <a:xfrm rot="-2274005">
                <a:off x="875967" y="3183627"/>
                <a:ext cx="9535" cy="381661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3812190" extrusionOk="0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3812190"/>
                    </a:lnTo>
                    <a:lnTo>
                      <a:pt x="0" y="381219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7"/>
              <p:cNvSpPr/>
              <p:nvPr/>
            </p:nvSpPr>
            <p:spPr>
              <a:xfrm>
                <a:off x="-2295527" y="-467655"/>
                <a:ext cx="3501886" cy="806128"/>
              </a:xfrm>
              <a:custGeom>
                <a:avLst/>
                <a:gdLst/>
                <a:ahLst/>
                <a:cxnLst/>
                <a:rect l="l" t="t" r="r" b="b"/>
                <a:pathLst>
                  <a:path w="2219896" h="511016" extrusionOk="0">
                    <a:moveTo>
                      <a:pt x="1505617" y="511016"/>
                    </a:moveTo>
                    <a:lnTo>
                      <a:pt x="877919" y="511016"/>
                    </a:lnTo>
                    <a:cubicBezTo>
                      <a:pt x="714089" y="511016"/>
                      <a:pt x="542544" y="461201"/>
                      <a:pt x="382048" y="366903"/>
                    </a:cubicBezTo>
                    <a:cubicBezTo>
                      <a:pt x="226886" y="275749"/>
                      <a:pt x="91154" y="146399"/>
                      <a:pt x="0" y="2572"/>
                    </a:cubicBezTo>
                    <a:lnTo>
                      <a:pt x="4000" y="0"/>
                    </a:lnTo>
                    <a:cubicBezTo>
                      <a:pt x="94774" y="143256"/>
                      <a:pt x="229838" y="272034"/>
                      <a:pt x="384429" y="362807"/>
                    </a:cubicBezTo>
                    <a:cubicBezTo>
                      <a:pt x="544259" y="456629"/>
                      <a:pt x="714851" y="506254"/>
                      <a:pt x="877919" y="506254"/>
                    </a:cubicBezTo>
                    <a:lnTo>
                      <a:pt x="1505617" y="506254"/>
                    </a:lnTo>
                    <a:cubicBezTo>
                      <a:pt x="1824609" y="506254"/>
                      <a:pt x="2109883" y="302990"/>
                      <a:pt x="2215420" y="476"/>
                    </a:cubicBezTo>
                    <a:lnTo>
                      <a:pt x="2219897" y="2000"/>
                    </a:lnTo>
                    <a:cubicBezTo>
                      <a:pt x="2113693" y="306419"/>
                      <a:pt x="1826705" y="511016"/>
                      <a:pt x="1505617" y="511016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5" name="Google Shape;105;p7"/>
              <p:cNvGrpSpPr/>
              <p:nvPr/>
            </p:nvGrpSpPr>
            <p:grpSpPr>
              <a:xfrm>
                <a:off x="229635" y="-396431"/>
                <a:ext cx="7465897" cy="5776149"/>
                <a:chOff x="2563261" y="1632394"/>
                <a:chExt cx="7465897" cy="5776149"/>
              </a:xfrm>
            </p:grpSpPr>
            <p:sp>
              <p:nvSpPr>
                <p:cNvPr id="106" name="Google Shape;106;p7"/>
                <p:cNvSpPr/>
                <p:nvPr/>
              </p:nvSpPr>
              <p:spPr>
                <a:xfrm>
                  <a:off x="2563261" y="3744224"/>
                  <a:ext cx="205168" cy="205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168" h="205168" extrusionOk="0">
                      <a:moveTo>
                        <a:pt x="102584" y="205169"/>
                      </a:moveTo>
                      <a:cubicBezTo>
                        <a:pt x="46006" y="205169"/>
                        <a:pt x="0" y="159163"/>
                        <a:pt x="0" y="102584"/>
                      </a:cubicBezTo>
                      <a:cubicBezTo>
                        <a:pt x="0" y="46006"/>
                        <a:pt x="46006" y="0"/>
                        <a:pt x="102584" y="0"/>
                      </a:cubicBezTo>
                      <a:cubicBezTo>
                        <a:pt x="159163" y="0"/>
                        <a:pt x="205168" y="46006"/>
                        <a:pt x="205168" y="102584"/>
                      </a:cubicBezTo>
                      <a:cubicBezTo>
                        <a:pt x="205168" y="159163"/>
                        <a:pt x="159163" y="205169"/>
                        <a:pt x="102584" y="205169"/>
                      </a:cubicBezTo>
                      <a:close/>
                      <a:moveTo>
                        <a:pt x="102584" y="4667"/>
                      </a:moveTo>
                      <a:cubicBezTo>
                        <a:pt x="48578" y="4667"/>
                        <a:pt x="4763" y="48577"/>
                        <a:pt x="4763" y="102489"/>
                      </a:cubicBezTo>
                      <a:cubicBezTo>
                        <a:pt x="4763" y="156400"/>
                        <a:pt x="48673" y="200311"/>
                        <a:pt x="102584" y="200311"/>
                      </a:cubicBezTo>
                      <a:cubicBezTo>
                        <a:pt x="156496" y="200311"/>
                        <a:pt x="200406" y="156400"/>
                        <a:pt x="200406" y="102489"/>
                      </a:cubicBezTo>
                      <a:cubicBezTo>
                        <a:pt x="200406" y="48577"/>
                        <a:pt x="156496" y="4667"/>
                        <a:pt x="102584" y="466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" name="Google Shape;107;p7"/>
                <p:cNvSpPr/>
                <p:nvPr/>
              </p:nvSpPr>
              <p:spPr>
                <a:xfrm>
                  <a:off x="9350406" y="1632394"/>
                  <a:ext cx="678751" cy="678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751" h="678751" extrusionOk="0">
                      <a:moveTo>
                        <a:pt x="339376" y="678752"/>
                      </a:moveTo>
                      <a:cubicBezTo>
                        <a:pt x="152305" y="678752"/>
                        <a:pt x="0" y="526542"/>
                        <a:pt x="0" y="339376"/>
                      </a:cubicBezTo>
                      <a:cubicBezTo>
                        <a:pt x="0" y="152210"/>
                        <a:pt x="152210" y="0"/>
                        <a:pt x="339376" y="0"/>
                      </a:cubicBezTo>
                      <a:cubicBezTo>
                        <a:pt x="526542" y="0"/>
                        <a:pt x="678752" y="152210"/>
                        <a:pt x="678752" y="339376"/>
                      </a:cubicBezTo>
                      <a:cubicBezTo>
                        <a:pt x="678752" y="526542"/>
                        <a:pt x="526542" y="678752"/>
                        <a:pt x="339376" y="678752"/>
                      </a:cubicBezTo>
                      <a:close/>
                      <a:moveTo>
                        <a:pt x="339376" y="4858"/>
                      </a:moveTo>
                      <a:cubicBezTo>
                        <a:pt x="154877" y="4858"/>
                        <a:pt x="4763" y="154972"/>
                        <a:pt x="4763" y="339471"/>
                      </a:cubicBezTo>
                      <a:cubicBezTo>
                        <a:pt x="4763" y="523970"/>
                        <a:pt x="154877" y="674084"/>
                        <a:pt x="339376" y="674084"/>
                      </a:cubicBezTo>
                      <a:cubicBezTo>
                        <a:pt x="523875" y="674084"/>
                        <a:pt x="673989" y="523970"/>
                        <a:pt x="673989" y="339471"/>
                      </a:cubicBezTo>
                      <a:cubicBezTo>
                        <a:pt x="673989" y="154972"/>
                        <a:pt x="523875" y="4858"/>
                        <a:pt x="339376" y="485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" name="Google Shape;108;p7"/>
                <p:cNvSpPr/>
                <p:nvPr/>
              </p:nvSpPr>
              <p:spPr>
                <a:xfrm>
                  <a:off x="4615364" y="6815994"/>
                  <a:ext cx="205168" cy="205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168" h="205263" extrusionOk="0">
                      <a:moveTo>
                        <a:pt x="102584" y="205264"/>
                      </a:moveTo>
                      <a:cubicBezTo>
                        <a:pt x="46006" y="205264"/>
                        <a:pt x="0" y="159258"/>
                        <a:pt x="0" y="102679"/>
                      </a:cubicBezTo>
                      <a:cubicBezTo>
                        <a:pt x="0" y="46101"/>
                        <a:pt x="46006" y="0"/>
                        <a:pt x="102584" y="0"/>
                      </a:cubicBezTo>
                      <a:cubicBezTo>
                        <a:pt x="159163" y="0"/>
                        <a:pt x="205168" y="46006"/>
                        <a:pt x="205168" y="102679"/>
                      </a:cubicBezTo>
                      <a:cubicBezTo>
                        <a:pt x="205168" y="159353"/>
                        <a:pt x="159163" y="205264"/>
                        <a:pt x="102584" y="205264"/>
                      </a:cubicBezTo>
                      <a:close/>
                      <a:moveTo>
                        <a:pt x="102584" y="4763"/>
                      </a:moveTo>
                      <a:cubicBezTo>
                        <a:pt x="48577" y="4763"/>
                        <a:pt x="4763" y="48673"/>
                        <a:pt x="4763" y="102679"/>
                      </a:cubicBezTo>
                      <a:cubicBezTo>
                        <a:pt x="4763" y="156686"/>
                        <a:pt x="48673" y="200501"/>
                        <a:pt x="102584" y="200501"/>
                      </a:cubicBezTo>
                      <a:cubicBezTo>
                        <a:pt x="156496" y="200501"/>
                        <a:pt x="200406" y="156591"/>
                        <a:pt x="200406" y="102679"/>
                      </a:cubicBezTo>
                      <a:cubicBezTo>
                        <a:pt x="200406" y="48768"/>
                        <a:pt x="156496" y="4763"/>
                        <a:pt x="102584" y="476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" name="Google Shape;109;p7"/>
                <p:cNvSpPr/>
                <p:nvPr/>
              </p:nvSpPr>
              <p:spPr>
                <a:xfrm>
                  <a:off x="9469936" y="6968870"/>
                  <a:ext cx="439674" cy="439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674" h="439673" extrusionOk="0">
                      <a:moveTo>
                        <a:pt x="219837" y="439674"/>
                      </a:moveTo>
                      <a:cubicBezTo>
                        <a:pt x="98584" y="439674"/>
                        <a:pt x="0" y="341090"/>
                        <a:pt x="0" y="219837"/>
                      </a:cubicBezTo>
                      <a:cubicBezTo>
                        <a:pt x="0" y="98584"/>
                        <a:pt x="98584" y="0"/>
                        <a:pt x="219837" y="0"/>
                      </a:cubicBezTo>
                      <a:cubicBezTo>
                        <a:pt x="341090" y="0"/>
                        <a:pt x="439674" y="98584"/>
                        <a:pt x="439674" y="219837"/>
                      </a:cubicBezTo>
                      <a:cubicBezTo>
                        <a:pt x="439674" y="341090"/>
                        <a:pt x="341090" y="439674"/>
                        <a:pt x="219837" y="439674"/>
                      </a:cubicBezTo>
                      <a:close/>
                      <a:moveTo>
                        <a:pt x="219837" y="4763"/>
                      </a:moveTo>
                      <a:cubicBezTo>
                        <a:pt x="101251" y="4763"/>
                        <a:pt x="4763" y="101251"/>
                        <a:pt x="4763" y="219837"/>
                      </a:cubicBezTo>
                      <a:cubicBezTo>
                        <a:pt x="4763" y="338423"/>
                        <a:pt x="101251" y="434911"/>
                        <a:pt x="219837" y="434911"/>
                      </a:cubicBezTo>
                      <a:cubicBezTo>
                        <a:pt x="338424" y="434911"/>
                        <a:pt x="434912" y="338423"/>
                        <a:pt x="434912" y="219837"/>
                      </a:cubicBezTo>
                      <a:cubicBezTo>
                        <a:pt x="434912" y="101251"/>
                        <a:pt x="338424" y="4763"/>
                        <a:pt x="219837" y="476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10" name="Google Shape;110;p7"/>
            <p:cNvSpPr/>
            <p:nvPr/>
          </p:nvSpPr>
          <p:spPr>
            <a:xfrm rot="-708899">
              <a:off x="8801037" y="-622300"/>
              <a:ext cx="9537" cy="4860013"/>
            </a:xfrm>
            <a:custGeom>
              <a:avLst/>
              <a:gdLst/>
              <a:ahLst/>
              <a:cxnLst/>
              <a:rect l="l" t="t" r="r" b="b"/>
              <a:pathLst>
                <a:path w="9525" h="4854131" extrusionOk="0">
                  <a:moveTo>
                    <a:pt x="0" y="0"/>
                  </a:moveTo>
                  <a:lnTo>
                    <a:pt x="9525" y="0"/>
                  </a:lnTo>
                  <a:lnTo>
                    <a:pt x="9525" y="4854131"/>
                  </a:lnTo>
                  <a:lnTo>
                    <a:pt x="0" y="485413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7"/>
          <p:cNvSpPr txBox="1">
            <a:spLocks noGrp="1"/>
          </p:cNvSpPr>
          <p:nvPr>
            <p:ph type="title"/>
          </p:nvPr>
        </p:nvSpPr>
        <p:spPr>
          <a:xfrm>
            <a:off x="720000" y="637700"/>
            <a:ext cx="626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7"/>
          <p:cNvSpPr txBox="1">
            <a:spLocks noGrp="1"/>
          </p:cNvSpPr>
          <p:nvPr>
            <p:ph type="subTitle" idx="1"/>
          </p:nvPr>
        </p:nvSpPr>
        <p:spPr>
          <a:xfrm>
            <a:off x="720000" y="1347250"/>
            <a:ext cx="7324500" cy="31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>
            <a:spLocks noGrp="1"/>
          </p:cNvSpPr>
          <p:nvPr>
            <p:ph type="title"/>
          </p:nvPr>
        </p:nvSpPr>
        <p:spPr>
          <a:xfrm>
            <a:off x="1644450" y="1621025"/>
            <a:ext cx="5855100" cy="191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15" name="Google Shape;115;p8"/>
          <p:cNvGrpSpPr/>
          <p:nvPr/>
        </p:nvGrpSpPr>
        <p:grpSpPr>
          <a:xfrm>
            <a:off x="-29700" y="-168051"/>
            <a:ext cx="10948301" cy="7514369"/>
            <a:chOff x="-29700" y="-168051"/>
            <a:chExt cx="10948301" cy="7514369"/>
          </a:xfrm>
        </p:grpSpPr>
        <p:sp>
          <p:nvSpPr>
            <p:cNvPr id="116" name="Google Shape;116;p8"/>
            <p:cNvSpPr/>
            <p:nvPr/>
          </p:nvSpPr>
          <p:spPr>
            <a:xfrm>
              <a:off x="-29700" y="1316274"/>
              <a:ext cx="1397173" cy="3827705"/>
            </a:xfrm>
            <a:custGeom>
              <a:avLst/>
              <a:gdLst/>
              <a:ahLst/>
              <a:cxnLst/>
              <a:rect l="l" t="t" r="r" b="b"/>
              <a:pathLst>
                <a:path w="1016126" h="2381154" extrusionOk="0">
                  <a:moveTo>
                    <a:pt x="0" y="2381155"/>
                  </a:moveTo>
                  <a:lnTo>
                    <a:pt x="1016127" y="2381155"/>
                  </a:lnTo>
                  <a:lnTo>
                    <a:pt x="0" y="0"/>
                  </a:lnTo>
                  <a:lnTo>
                    <a:pt x="0" y="23811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775092" y="-168051"/>
              <a:ext cx="3089581" cy="707559"/>
            </a:xfrm>
            <a:custGeom>
              <a:avLst/>
              <a:gdLst/>
              <a:ahLst/>
              <a:cxnLst/>
              <a:rect l="l" t="t" r="r" b="b"/>
              <a:pathLst>
                <a:path w="1958530" h="448532" extrusionOk="0">
                  <a:moveTo>
                    <a:pt x="0" y="0"/>
                  </a:moveTo>
                  <a:cubicBezTo>
                    <a:pt x="164211" y="259080"/>
                    <a:pt x="476345" y="448532"/>
                    <a:pt x="774287" y="448532"/>
                  </a:cubicBezTo>
                  <a:lnTo>
                    <a:pt x="1329118" y="448532"/>
                  </a:lnTo>
                  <a:cubicBezTo>
                    <a:pt x="1619345" y="448532"/>
                    <a:pt x="1867662" y="260318"/>
                    <a:pt x="1958531" y="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8"/>
            <p:cNvSpPr/>
            <p:nvPr/>
          </p:nvSpPr>
          <p:spPr>
            <a:xfrm rot="-8660304">
              <a:off x="7322724" y="2019586"/>
              <a:ext cx="2305949" cy="5141915"/>
            </a:xfrm>
            <a:custGeom>
              <a:avLst/>
              <a:gdLst/>
              <a:ahLst/>
              <a:cxnLst/>
              <a:rect l="l" t="t" r="r" b="b"/>
              <a:pathLst>
                <a:path w="5720686" h="4762500" extrusionOk="0">
                  <a:moveTo>
                    <a:pt x="0" y="0"/>
                  </a:moveTo>
                  <a:lnTo>
                    <a:pt x="0" y="4762500"/>
                  </a:lnTo>
                  <a:lnTo>
                    <a:pt x="4747260" y="4762500"/>
                  </a:lnTo>
                  <a:cubicBezTo>
                    <a:pt x="5484305" y="3897821"/>
                    <a:pt x="5856446" y="2742248"/>
                    <a:pt x="5675376" y="1545241"/>
                  </a:cubicBezTo>
                  <a:cubicBezTo>
                    <a:pt x="5589556" y="978027"/>
                    <a:pt x="5387721" y="456533"/>
                    <a:pt x="509711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8"/>
            <p:cNvSpPr/>
            <p:nvPr/>
          </p:nvSpPr>
          <p:spPr>
            <a:xfrm rot="10800000">
              <a:off x="7769102" y="1499"/>
              <a:ext cx="1397173" cy="1244153"/>
            </a:xfrm>
            <a:custGeom>
              <a:avLst/>
              <a:gdLst/>
              <a:ahLst/>
              <a:cxnLst/>
              <a:rect l="l" t="t" r="r" b="b"/>
              <a:pathLst>
                <a:path w="1016126" h="2381154" extrusionOk="0">
                  <a:moveTo>
                    <a:pt x="0" y="2381155"/>
                  </a:moveTo>
                  <a:lnTo>
                    <a:pt x="1016127" y="2381155"/>
                  </a:lnTo>
                  <a:lnTo>
                    <a:pt x="0" y="0"/>
                  </a:lnTo>
                  <a:lnTo>
                    <a:pt x="0" y="23811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8"/>
          <p:cNvGrpSpPr/>
          <p:nvPr/>
        </p:nvGrpSpPr>
        <p:grpSpPr>
          <a:xfrm>
            <a:off x="-462776" y="-571794"/>
            <a:ext cx="9770797" cy="6076252"/>
            <a:chOff x="-462776" y="-571794"/>
            <a:chExt cx="9770797" cy="6076252"/>
          </a:xfrm>
        </p:grpSpPr>
        <p:sp>
          <p:nvSpPr>
            <p:cNvPr id="121" name="Google Shape;121;p8"/>
            <p:cNvSpPr/>
            <p:nvPr/>
          </p:nvSpPr>
          <p:spPr>
            <a:xfrm>
              <a:off x="-2" y="-467655"/>
              <a:ext cx="3501886" cy="806128"/>
            </a:xfrm>
            <a:custGeom>
              <a:avLst/>
              <a:gdLst/>
              <a:ahLst/>
              <a:cxnLst/>
              <a:rect l="l" t="t" r="r" b="b"/>
              <a:pathLst>
                <a:path w="2219896" h="511016" extrusionOk="0">
                  <a:moveTo>
                    <a:pt x="1505617" y="511016"/>
                  </a:moveTo>
                  <a:lnTo>
                    <a:pt x="877919" y="511016"/>
                  </a:lnTo>
                  <a:cubicBezTo>
                    <a:pt x="714089" y="511016"/>
                    <a:pt x="542544" y="461201"/>
                    <a:pt x="382048" y="366903"/>
                  </a:cubicBezTo>
                  <a:cubicBezTo>
                    <a:pt x="226886" y="275749"/>
                    <a:pt x="91154" y="146399"/>
                    <a:pt x="0" y="2572"/>
                  </a:cubicBezTo>
                  <a:lnTo>
                    <a:pt x="4000" y="0"/>
                  </a:lnTo>
                  <a:cubicBezTo>
                    <a:pt x="94774" y="143256"/>
                    <a:pt x="229838" y="272034"/>
                    <a:pt x="384429" y="362807"/>
                  </a:cubicBezTo>
                  <a:cubicBezTo>
                    <a:pt x="544259" y="456629"/>
                    <a:pt x="714851" y="506254"/>
                    <a:pt x="877919" y="506254"/>
                  </a:cubicBezTo>
                  <a:lnTo>
                    <a:pt x="1505617" y="506254"/>
                  </a:lnTo>
                  <a:cubicBezTo>
                    <a:pt x="1824609" y="506254"/>
                    <a:pt x="2109883" y="302990"/>
                    <a:pt x="2215420" y="476"/>
                  </a:cubicBezTo>
                  <a:lnTo>
                    <a:pt x="2219897" y="2000"/>
                  </a:lnTo>
                  <a:cubicBezTo>
                    <a:pt x="2113693" y="306419"/>
                    <a:pt x="1826705" y="511016"/>
                    <a:pt x="1505617" y="511016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2" name="Google Shape;122;p8"/>
            <p:cNvGrpSpPr/>
            <p:nvPr/>
          </p:nvGrpSpPr>
          <p:grpSpPr>
            <a:xfrm>
              <a:off x="-462776" y="-571794"/>
              <a:ext cx="9770797" cy="6076252"/>
              <a:chOff x="923249" y="-109303"/>
              <a:chExt cx="9770797" cy="6076252"/>
            </a:xfrm>
          </p:grpSpPr>
          <p:sp>
            <p:nvSpPr>
              <p:cNvPr id="123" name="Google Shape;123;p8"/>
              <p:cNvSpPr/>
              <p:nvPr/>
            </p:nvSpPr>
            <p:spPr>
              <a:xfrm rot="-2274005">
                <a:off x="2094492" y="2300865"/>
                <a:ext cx="9535" cy="381661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3812190" extrusionOk="0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3812190"/>
                    </a:lnTo>
                    <a:lnTo>
                      <a:pt x="0" y="381219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-708899">
                <a:off x="10187062" y="-159809"/>
                <a:ext cx="9537" cy="486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854131" extrusionOk="0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4854131"/>
                    </a:lnTo>
                    <a:lnTo>
                      <a:pt x="0" y="485413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 rot="-1046363">
                <a:off x="1847055" y="1037163"/>
                <a:ext cx="12585" cy="5043821"/>
              </a:xfrm>
              <a:custGeom>
                <a:avLst/>
                <a:gdLst/>
                <a:ahLst/>
                <a:cxnLst/>
                <a:rect l="l" t="t" r="r" b="b"/>
                <a:pathLst>
                  <a:path w="12572" h="5038722" extrusionOk="0">
                    <a:moveTo>
                      <a:pt x="0" y="0"/>
                    </a:moveTo>
                    <a:lnTo>
                      <a:pt x="12573" y="0"/>
                    </a:lnTo>
                    <a:lnTo>
                      <a:pt x="12573" y="5038723"/>
                    </a:lnTo>
                    <a:lnTo>
                      <a:pt x="0" y="5038723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6" name="Google Shape;126;p8"/>
          <p:cNvGrpSpPr/>
          <p:nvPr/>
        </p:nvGrpSpPr>
        <p:grpSpPr>
          <a:xfrm flipH="1">
            <a:off x="2390261" y="334343"/>
            <a:ext cx="5751895" cy="4717808"/>
            <a:chOff x="2878637" y="2279450"/>
            <a:chExt cx="5751895" cy="4717808"/>
          </a:xfrm>
        </p:grpSpPr>
        <p:sp>
          <p:nvSpPr>
            <p:cNvPr id="127" name="Google Shape;127;p8"/>
            <p:cNvSpPr/>
            <p:nvPr/>
          </p:nvSpPr>
          <p:spPr>
            <a:xfrm>
              <a:off x="3316085" y="2279450"/>
              <a:ext cx="205168" cy="205168"/>
            </a:xfrm>
            <a:custGeom>
              <a:avLst/>
              <a:gdLst/>
              <a:ahLst/>
              <a:cxnLst/>
              <a:rect l="l" t="t" r="r" b="b"/>
              <a:pathLst>
                <a:path w="205168" h="205168" extrusionOk="0">
                  <a:moveTo>
                    <a:pt x="102584" y="205169"/>
                  </a:moveTo>
                  <a:cubicBezTo>
                    <a:pt x="46006" y="205169"/>
                    <a:pt x="0" y="159163"/>
                    <a:pt x="0" y="102584"/>
                  </a:cubicBezTo>
                  <a:cubicBezTo>
                    <a:pt x="0" y="46006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584"/>
                  </a:cubicBezTo>
                  <a:cubicBezTo>
                    <a:pt x="205168" y="159163"/>
                    <a:pt x="159163" y="205169"/>
                    <a:pt x="102584" y="205169"/>
                  </a:cubicBezTo>
                  <a:close/>
                  <a:moveTo>
                    <a:pt x="102584" y="4667"/>
                  </a:moveTo>
                  <a:cubicBezTo>
                    <a:pt x="48578" y="4667"/>
                    <a:pt x="4763" y="48577"/>
                    <a:pt x="4763" y="102489"/>
                  </a:cubicBezTo>
                  <a:cubicBezTo>
                    <a:pt x="4763" y="156400"/>
                    <a:pt x="48673" y="200311"/>
                    <a:pt x="102584" y="200311"/>
                  </a:cubicBezTo>
                  <a:cubicBezTo>
                    <a:pt x="156496" y="200311"/>
                    <a:pt x="200406" y="156400"/>
                    <a:pt x="200406" y="102489"/>
                  </a:cubicBezTo>
                  <a:cubicBezTo>
                    <a:pt x="200406" y="48577"/>
                    <a:pt x="156496" y="4667"/>
                    <a:pt x="102584" y="466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8425364" y="6791994"/>
              <a:ext cx="205168" cy="205263"/>
            </a:xfrm>
            <a:custGeom>
              <a:avLst/>
              <a:gdLst/>
              <a:ahLst/>
              <a:cxnLst/>
              <a:rect l="l" t="t" r="r" b="b"/>
              <a:pathLst>
                <a:path w="205168" h="205263" extrusionOk="0">
                  <a:moveTo>
                    <a:pt x="102584" y="205264"/>
                  </a:moveTo>
                  <a:cubicBezTo>
                    <a:pt x="46006" y="205264"/>
                    <a:pt x="0" y="159258"/>
                    <a:pt x="0" y="102679"/>
                  </a:cubicBezTo>
                  <a:cubicBezTo>
                    <a:pt x="0" y="46101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679"/>
                  </a:cubicBezTo>
                  <a:cubicBezTo>
                    <a:pt x="205168" y="159353"/>
                    <a:pt x="159163" y="205264"/>
                    <a:pt x="102584" y="205264"/>
                  </a:cubicBezTo>
                  <a:close/>
                  <a:moveTo>
                    <a:pt x="102584" y="4763"/>
                  </a:moveTo>
                  <a:cubicBezTo>
                    <a:pt x="48577" y="4763"/>
                    <a:pt x="4763" y="48673"/>
                    <a:pt x="4763" y="102679"/>
                  </a:cubicBezTo>
                  <a:cubicBezTo>
                    <a:pt x="4763" y="156686"/>
                    <a:pt x="48673" y="200501"/>
                    <a:pt x="102584" y="200501"/>
                  </a:cubicBezTo>
                  <a:cubicBezTo>
                    <a:pt x="156496" y="200501"/>
                    <a:pt x="200406" y="156591"/>
                    <a:pt x="200406" y="102679"/>
                  </a:cubicBezTo>
                  <a:cubicBezTo>
                    <a:pt x="200406" y="48768"/>
                    <a:pt x="156496" y="4763"/>
                    <a:pt x="102584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2878637" y="6557583"/>
              <a:ext cx="439674" cy="439673"/>
            </a:xfrm>
            <a:custGeom>
              <a:avLst/>
              <a:gdLst/>
              <a:ahLst/>
              <a:cxnLst/>
              <a:rect l="l" t="t" r="r" b="b"/>
              <a:pathLst>
                <a:path w="439674" h="439673" extrusionOk="0">
                  <a:moveTo>
                    <a:pt x="219837" y="439674"/>
                  </a:moveTo>
                  <a:cubicBezTo>
                    <a:pt x="98584" y="439674"/>
                    <a:pt x="0" y="341090"/>
                    <a:pt x="0" y="219837"/>
                  </a:cubicBezTo>
                  <a:cubicBezTo>
                    <a:pt x="0" y="98584"/>
                    <a:pt x="98584" y="0"/>
                    <a:pt x="219837" y="0"/>
                  </a:cubicBezTo>
                  <a:cubicBezTo>
                    <a:pt x="341090" y="0"/>
                    <a:pt x="439674" y="98584"/>
                    <a:pt x="439674" y="219837"/>
                  </a:cubicBezTo>
                  <a:cubicBezTo>
                    <a:pt x="439674" y="341090"/>
                    <a:pt x="341090" y="439674"/>
                    <a:pt x="219837" y="439674"/>
                  </a:cubicBezTo>
                  <a:close/>
                  <a:moveTo>
                    <a:pt x="219837" y="4763"/>
                  </a:moveTo>
                  <a:cubicBezTo>
                    <a:pt x="101251" y="4763"/>
                    <a:pt x="4763" y="101251"/>
                    <a:pt x="4763" y="219837"/>
                  </a:cubicBezTo>
                  <a:cubicBezTo>
                    <a:pt x="4763" y="338423"/>
                    <a:pt x="101251" y="434911"/>
                    <a:pt x="219837" y="434911"/>
                  </a:cubicBezTo>
                  <a:cubicBezTo>
                    <a:pt x="338424" y="434911"/>
                    <a:pt x="434912" y="338423"/>
                    <a:pt x="434912" y="219837"/>
                  </a:cubicBezTo>
                  <a:cubicBezTo>
                    <a:pt x="434912" y="101251"/>
                    <a:pt x="338424" y="4763"/>
                    <a:pt x="219837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9"/>
          <p:cNvGrpSpPr/>
          <p:nvPr/>
        </p:nvGrpSpPr>
        <p:grpSpPr>
          <a:xfrm flipH="1">
            <a:off x="-1805801" y="-168051"/>
            <a:ext cx="10948301" cy="7514369"/>
            <a:chOff x="-29700" y="-168051"/>
            <a:chExt cx="10948301" cy="7514369"/>
          </a:xfrm>
        </p:grpSpPr>
        <p:sp>
          <p:nvSpPr>
            <p:cNvPr id="132" name="Google Shape;132;p9"/>
            <p:cNvSpPr/>
            <p:nvPr/>
          </p:nvSpPr>
          <p:spPr>
            <a:xfrm>
              <a:off x="-29700" y="1316274"/>
              <a:ext cx="1397173" cy="3827705"/>
            </a:xfrm>
            <a:custGeom>
              <a:avLst/>
              <a:gdLst/>
              <a:ahLst/>
              <a:cxnLst/>
              <a:rect l="l" t="t" r="r" b="b"/>
              <a:pathLst>
                <a:path w="1016126" h="2381154" extrusionOk="0">
                  <a:moveTo>
                    <a:pt x="0" y="2381155"/>
                  </a:moveTo>
                  <a:lnTo>
                    <a:pt x="1016127" y="2381155"/>
                  </a:lnTo>
                  <a:lnTo>
                    <a:pt x="0" y="0"/>
                  </a:lnTo>
                  <a:lnTo>
                    <a:pt x="0" y="23811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775092" y="-168051"/>
              <a:ext cx="3089581" cy="707559"/>
            </a:xfrm>
            <a:custGeom>
              <a:avLst/>
              <a:gdLst/>
              <a:ahLst/>
              <a:cxnLst/>
              <a:rect l="l" t="t" r="r" b="b"/>
              <a:pathLst>
                <a:path w="1958530" h="448532" extrusionOk="0">
                  <a:moveTo>
                    <a:pt x="0" y="0"/>
                  </a:moveTo>
                  <a:cubicBezTo>
                    <a:pt x="164211" y="259080"/>
                    <a:pt x="476345" y="448532"/>
                    <a:pt x="774287" y="448532"/>
                  </a:cubicBezTo>
                  <a:lnTo>
                    <a:pt x="1329118" y="448532"/>
                  </a:lnTo>
                  <a:cubicBezTo>
                    <a:pt x="1619345" y="448532"/>
                    <a:pt x="1867662" y="260318"/>
                    <a:pt x="1958531" y="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9"/>
            <p:cNvSpPr/>
            <p:nvPr/>
          </p:nvSpPr>
          <p:spPr>
            <a:xfrm rot="-8660304">
              <a:off x="7322724" y="2019586"/>
              <a:ext cx="2305949" cy="5141915"/>
            </a:xfrm>
            <a:custGeom>
              <a:avLst/>
              <a:gdLst/>
              <a:ahLst/>
              <a:cxnLst/>
              <a:rect l="l" t="t" r="r" b="b"/>
              <a:pathLst>
                <a:path w="5720686" h="4762500" extrusionOk="0">
                  <a:moveTo>
                    <a:pt x="0" y="0"/>
                  </a:moveTo>
                  <a:lnTo>
                    <a:pt x="0" y="4762500"/>
                  </a:lnTo>
                  <a:lnTo>
                    <a:pt x="4747260" y="4762500"/>
                  </a:lnTo>
                  <a:cubicBezTo>
                    <a:pt x="5484305" y="3897821"/>
                    <a:pt x="5856446" y="2742248"/>
                    <a:pt x="5675376" y="1545241"/>
                  </a:cubicBezTo>
                  <a:cubicBezTo>
                    <a:pt x="5589556" y="978027"/>
                    <a:pt x="5387721" y="456533"/>
                    <a:pt x="509711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9"/>
            <p:cNvSpPr/>
            <p:nvPr/>
          </p:nvSpPr>
          <p:spPr>
            <a:xfrm rot="10800000">
              <a:off x="7769102" y="1499"/>
              <a:ext cx="1397173" cy="1244153"/>
            </a:xfrm>
            <a:custGeom>
              <a:avLst/>
              <a:gdLst/>
              <a:ahLst/>
              <a:cxnLst/>
              <a:rect l="l" t="t" r="r" b="b"/>
              <a:pathLst>
                <a:path w="1016126" h="2381154" extrusionOk="0">
                  <a:moveTo>
                    <a:pt x="0" y="2381155"/>
                  </a:moveTo>
                  <a:lnTo>
                    <a:pt x="1016127" y="2381155"/>
                  </a:lnTo>
                  <a:lnTo>
                    <a:pt x="0" y="0"/>
                  </a:lnTo>
                  <a:lnTo>
                    <a:pt x="0" y="23811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9"/>
          <p:cNvGrpSpPr/>
          <p:nvPr/>
        </p:nvGrpSpPr>
        <p:grpSpPr>
          <a:xfrm flipH="1">
            <a:off x="-195221" y="-571794"/>
            <a:ext cx="9770797" cy="6076252"/>
            <a:chOff x="-462776" y="-571794"/>
            <a:chExt cx="9770797" cy="6076252"/>
          </a:xfrm>
        </p:grpSpPr>
        <p:sp>
          <p:nvSpPr>
            <p:cNvPr id="137" name="Google Shape;137;p9"/>
            <p:cNvSpPr/>
            <p:nvPr/>
          </p:nvSpPr>
          <p:spPr>
            <a:xfrm>
              <a:off x="-2" y="-467655"/>
              <a:ext cx="3501886" cy="806128"/>
            </a:xfrm>
            <a:custGeom>
              <a:avLst/>
              <a:gdLst/>
              <a:ahLst/>
              <a:cxnLst/>
              <a:rect l="l" t="t" r="r" b="b"/>
              <a:pathLst>
                <a:path w="2219896" h="511016" extrusionOk="0">
                  <a:moveTo>
                    <a:pt x="1505617" y="511016"/>
                  </a:moveTo>
                  <a:lnTo>
                    <a:pt x="877919" y="511016"/>
                  </a:lnTo>
                  <a:cubicBezTo>
                    <a:pt x="714089" y="511016"/>
                    <a:pt x="542544" y="461201"/>
                    <a:pt x="382048" y="366903"/>
                  </a:cubicBezTo>
                  <a:cubicBezTo>
                    <a:pt x="226886" y="275749"/>
                    <a:pt x="91154" y="146399"/>
                    <a:pt x="0" y="2572"/>
                  </a:cubicBezTo>
                  <a:lnTo>
                    <a:pt x="4000" y="0"/>
                  </a:lnTo>
                  <a:cubicBezTo>
                    <a:pt x="94774" y="143256"/>
                    <a:pt x="229838" y="272034"/>
                    <a:pt x="384429" y="362807"/>
                  </a:cubicBezTo>
                  <a:cubicBezTo>
                    <a:pt x="544259" y="456629"/>
                    <a:pt x="714851" y="506254"/>
                    <a:pt x="877919" y="506254"/>
                  </a:cubicBezTo>
                  <a:lnTo>
                    <a:pt x="1505617" y="506254"/>
                  </a:lnTo>
                  <a:cubicBezTo>
                    <a:pt x="1824609" y="506254"/>
                    <a:pt x="2109883" y="302990"/>
                    <a:pt x="2215420" y="476"/>
                  </a:cubicBezTo>
                  <a:lnTo>
                    <a:pt x="2219897" y="2000"/>
                  </a:lnTo>
                  <a:cubicBezTo>
                    <a:pt x="2113693" y="306419"/>
                    <a:pt x="1826705" y="511016"/>
                    <a:pt x="1505617" y="511016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8" name="Google Shape;138;p9"/>
            <p:cNvGrpSpPr/>
            <p:nvPr/>
          </p:nvGrpSpPr>
          <p:grpSpPr>
            <a:xfrm>
              <a:off x="-462776" y="-571794"/>
              <a:ext cx="9770797" cy="6076252"/>
              <a:chOff x="923249" y="-109303"/>
              <a:chExt cx="9770797" cy="6076252"/>
            </a:xfrm>
          </p:grpSpPr>
          <p:sp>
            <p:nvSpPr>
              <p:cNvPr id="139" name="Google Shape;139;p9"/>
              <p:cNvSpPr/>
              <p:nvPr/>
            </p:nvSpPr>
            <p:spPr>
              <a:xfrm rot="-2274005">
                <a:off x="2094492" y="2300865"/>
                <a:ext cx="9535" cy="381661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3812190" extrusionOk="0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3812190"/>
                    </a:lnTo>
                    <a:lnTo>
                      <a:pt x="0" y="381219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9"/>
              <p:cNvSpPr/>
              <p:nvPr/>
            </p:nvSpPr>
            <p:spPr>
              <a:xfrm rot="-708899">
                <a:off x="10187062" y="-159809"/>
                <a:ext cx="9537" cy="486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854131" extrusionOk="0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4854131"/>
                    </a:lnTo>
                    <a:lnTo>
                      <a:pt x="0" y="485413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 rot="-1046363">
                <a:off x="1847055" y="1037163"/>
                <a:ext cx="12585" cy="5043821"/>
              </a:xfrm>
              <a:custGeom>
                <a:avLst/>
                <a:gdLst/>
                <a:ahLst/>
                <a:cxnLst/>
                <a:rect l="l" t="t" r="r" b="b"/>
                <a:pathLst>
                  <a:path w="12572" h="5038722" extrusionOk="0">
                    <a:moveTo>
                      <a:pt x="0" y="0"/>
                    </a:moveTo>
                    <a:lnTo>
                      <a:pt x="12573" y="0"/>
                    </a:lnTo>
                    <a:lnTo>
                      <a:pt x="12573" y="5038723"/>
                    </a:lnTo>
                    <a:lnTo>
                      <a:pt x="0" y="5038723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2" name="Google Shape;142;p9"/>
          <p:cNvGrpSpPr/>
          <p:nvPr/>
        </p:nvGrpSpPr>
        <p:grpSpPr>
          <a:xfrm>
            <a:off x="970644" y="334343"/>
            <a:ext cx="5751895" cy="4717808"/>
            <a:chOff x="2878637" y="2279450"/>
            <a:chExt cx="5751895" cy="4717808"/>
          </a:xfrm>
        </p:grpSpPr>
        <p:sp>
          <p:nvSpPr>
            <p:cNvPr id="143" name="Google Shape;143;p9"/>
            <p:cNvSpPr/>
            <p:nvPr/>
          </p:nvSpPr>
          <p:spPr>
            <a:xfrm>
              <a:off x="3316085" y="2279450"/>
              <a:ext cx="205168" cy="205168"/>
            </a:xfrm>
            <a:custGeom>
              <a:avLst/>
              <a:gdLst/>
              <a:ahLst/>
              <a:cxnLst/>
              <a:rect l="l" t="t" r="r" b="b"/>
              <a:pathLst>
                <a:path w="205168" h="205168" extrusionOk="0">
                  <a:moveTo>
                    <a:pt x="102584" y="205169"/>
                  </a:moveTo>
                  <a:cubicBezTo>
                    <a:pt x="46006" y="205169"/>
                    <a:pt x="0" y="159163"/>
                    <a:pt x="0" y="102584"/>
                  </a:cubicBezTo>
                  <a:cubicBezTo>
                    <a:pt x="0" y="46006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584"/>
                  </a:cubicBezTo>
                  <a:cubicBezTo>
                    <a:pt x="205168" y="159163"/>
                    <a:pt x="159163" y="205169"/>
                    <a:pt x="102584" y="205169"/>
                  </a:cubicBezTo>
                  <a:close/>
                  <a:moveTo>
                    <a:pt x="102584" y="4667"/>
                  </a:moveTo>
                  <a:cubicBezTo>
                    <a:pt x="48578" y="4667"/>
                    <a:pt x="4763" y="48577"/>
                    <a:pt x="4763" y="102489"/>
                  </a:cubicBezTo>
                  <a:cubicBezTo>
                    <a:pt x="4763" y="156400"/>
                    <a:pt x="48673" y="200311"/>
                    <a:pt x="102584" y="200311"/>
                  </a:cubicBezTo>
                  <a:cubicBezTo>
                    <a:pt x="156496" y="200311"/>
                    <a:pt x="200406" y="156400"/>
                    <a:pt x="200406" y="102489"/>
                  </a:cubicBezTo>
                  <a:cubicBezTo>
                    <a:pt x="200406" y="48577"/>
                    <a:pt x="156496" y="4667"/>
                    <a:pt x="102584" y="466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9"/>
            <p:cNvSpPr/>
            <p:nvPr/>
          </p:nvSpPr>
          <p:spPr>
            <a:xfrm>
              <a:off x="8425364" y="6791994"/>
              <a:ext cx="205168" cy="205263"/>
            </a:xfrm>
            <a:custGeom>
              <a:avLst/>
              <a:gdLst/>
              <a:ahLst/>
              <a:cxnLst/>
              <a:rect l="l" t="t" r="r" b="b"/>
              <a:pathLst>
                <a:path w="205168" h="205263" extrusionOk="0">
                  <a:moveTo>
                    <a:pt x="102584" y="205264"/>
                  </a:moveTo>
                  <a:cubicBezTo>
                    <a:pt x="46006" y="205264"/>
                    <a:pt x="0" y="159258"/>
                    <a:pt x="0" y="102679"/>
                  </a:cubicBezTo>
                  <a:cubicBezTo>
                    <a:pt x="0" y="46101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679"/>
                  </a:cubicBezTo>
                  <a:cubicBezTo>
                    <a:pt x="205168" y="159353"/>
                    <a:pt x="159163" y="205264"/>
                    <a:pt x="102584" y="205264"/>
                  </a:cubicBezTo>
                  <a:close/>
                  <a:moveTo>
                    <a:pt x="102584" y="4763"/>
                  </a:moveTo>
                  <a:cubicBezTo>
                    <a:pt x="48577" y="4763"/>
                    <a:pt x="4763" y="48673"/>
                    <a:pt x="4763" y="102679"/>
                  </a:cubicBezTo>
                  <a:cubicBezTo>
                    <a:pt x="4763" y="156686"/>
                    <a:pt x="48673" y="200501"/>
                    <a:pt x="102584" y="200501"/>
                  </a:cubicBezTo>
                  <a:cubicBezTo>
                    <a:pt x="156496" y="200501"/>
                    <a:pt x="200406" y="156591"/>
                    <a:pt x="200406" y="102679"/>
                  </a:cubicBezTo>
                  <a:cubicBezTo>
                    <a:pt x="200406" y="48768"/>
                    <a:pt x="156496" y="4763"/>
                    <a:pt x="102584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9"/>
            <p:cNvSpPr/>
            <p:nvPr/>
          </p:nvSpPr>
          <p:spPr>
            <a:xfrm>
              <a:off x="2878637" y="6557583"/>
              <a:ext cx="439674" cy="439673"/>
            </a:xfrm>
            <a:custGeom>
              <a:avLst/>
              <a:gdLst/>
              <a:ahLst/>
              <a:cxnLst/>
              <a:rect l="l" t="t" r="r" b="b"/>
              <a:pathLst>
                <a:path w="439674" h="439673" extrusionOk="0">
                  <a:moveTo>
                    <a:pt x="219837" y="439674"/>
                  </a:moveTo>
                  <a:cubicBezTo>
                    <a:pt x="98584" y="439674"/>
                    <a:pt x="0" y="341090"/>
                    <a:pt x="0" y="219837"/>
                  </a:cubicBezTo>
                  <a:cubicBezTo>
                    <a:pt x="0" y="98584"/>
                    <a:pt x="98584" y="0"/>
                    <a:pt x="219837" y="0"/>
                  </a:cubicBezTo>
                  <a:cubicBezTo>
                    <a:pt x="341090" y="0"/>
                    <a:pt x="439674" y="98584"/>
                    <a:pt x="439674" y="219837"/>
                  </a:cubicBezTo>
                  <a:cubicBezTo>
                    <a:pt x="439674" y="341090"/>
                    <a:pt x="341090" y="439674"/>
                    <a:pt x="219837" y="439674"/>
                  </a:cubicBezTo>
                  <a:close/>
                  <a:moveTo>
                    <a:pt x="219837" y="4763"/>
                  </a:moveTo>
                  <a:cubicBezTo>
                    <a:pt x="101251" y="4763"/>
                    <a:pt x="4763" y="101251"/>
                    <a:pt x="4763" y="219837"/>
                  </a:cubicBezTo>
                  <a:cubicBezTo>
                    <a:pt x="4763" y="338423"/>
                    <a:pt x="101251" y="434911"/>
                    <a:pt x="219837" y="434911"/>
                  </a:cubicBezTo>
                  <a:cubicBezTo>
                    <a:pt x="338424" y="434911"/>
                    <a:pt x="434912" y="338423"/>
                    <a:pt x="434912" y="219837"/>
                  </a:cubicBezTo>
                  <a:cubicBezTo>
                    <a:pt x="434912" y="101251"/>
                    <a:pt x="338424" y="4763"/>
                    <a:pt x="219837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1664850" y="916338"/>
            <a:ext cx="58143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9"/>
          <p:cNvSpPr txBox="1">
            <a:spLocks noGrp="1"/>
          </p:cNvSpPr>
          <p:nvPr>
            <p:ph type="subTitle" idx="1"/>
          </p:nvPr>
        </p:nvSpPr>
        <p:spPr>
          <a:xfrm>
            <a:off x="1664850" y="3011613"/>
            <a:ext cx="58143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1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3635400" cy="11439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895525"/>
            <a:ext cx="6576000" cy="103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53" name="Google Shape;153;p11"/>
          <p:cNvSpPr txBox="1">
            <a:spLocks noGrp="1"/>
          </p:cNvSpPr>
          <p:nvPr>
            <p:ph type="subTitle" idx="1"/>
          </p:nvPr>
        </p:nvSpPr>
        <p:spPr>
          <a:xfrm>
            <a:off x="2486925" y="3031400"/>
            <a:ext cx="41814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54" name="Google Shape;154;p11"/>
          <p:cNvGrpSpPr/>
          <p:nvPr/>
        </p:nvGrpSpPr>
        <p:grpSpPr>
          <a:xfrm>
            <a:off x="-30525" y="217"/>
            <a:ext cx="9173711" cy="5312030"/>
            <a:chOff x="-30525" y="217"/>
            <a:chExt cx="9173711" cy="5312030"/>
          </a:xfrm>
        </p:grpSpPr>
        <p:sp>
          <p:nvSpPr>
            <p:cNvPr id="155" name="Google Shape;155;p11"/>
            <p:cNvSpPr/>
            <p:nvPr/>
          </p:nvSpPr>
          <p:spPr>
            <a:xfrm flipH="1">
              <a:off x="8288908" y="696"/>
              <a:ext cx="854267" cy="5143500"/>
            </a:xfrm>
            <a:custGeom>
              <a:avLst/>
              <a:gdLst/>
              <a:ahLst/>
              <a:cxnLst/>
              <a:rect l="l" t="t" r="r" b="b"/>
              <a:pathLst>
                <a:path w="2293334" h="4762500" extrusionOk="0">
                  <a:moveTo>
                    <a:pt x="832295" y="2601563"/>
                  </a:moveTo>
                  <a:cubicBezTo>
                    <a:pt x="832295" y="1499902"/>
                    <a:pt x="1417130" y="534924"/>
                    <a:pt x="2293334" y="0"/>
                  </a:cubicBezTo>
                  <a:lnTo>
                    <a:pt x="0" y="0"/>
                  </a:lnTo>
                  <a:lnTo>
                    <a:pt x="0" y="4762500"/>
                  </a:lnTo>
                  <a:lnTo>
                    <a:pt x="1731740" y="4762500"/>
                  </a:lnTo>
                  <a:cubicBezTo>
                    <a:pt x="1176242" y="4210717"/>
                    <a:pt x="832199" y="3446336"/>
                    <a:pt x="832199" y="2601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1"/>
            <p:cNvSpPr/>
            <p:nvPr/>
          </p:nvSpPr>
          <p:spPr>
            <a:xfrm rot="10800000" flipH="1">
              <a:off x="8069350" y="3391604"/>
              <a:ext cx="1073836" cy="1752592"/>
            </a:xfrm>
            <a:custGeom>
              <a:avLst/>
              <a:gdLst/>
              <a:ahLst/>
              <a:cxnLst/>
              <a:rect l="l" t="t" r="r" b="b"/>
              <a:pathLst>
                <a:path w="1164050" h="2727769" extrusionOk="0">
                  <a:moveTo>
                    <a:pt x="1164051" y="0"/>
                  </a:moveTo>
                  <a:lnTo>
                    <a:pt x="0" y="0"/>
                  </a:lnTo>
                  <a:lnTo>
                    <a:pt x="1164051" y="2727770"/>
                  </a:lnTo>
                  <a:lnTo>
                    <a:pt x="11640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1"/>
            <p:cNvSpPr/>
            <p:nvPr/>
          </p:nvSpPr>
          <p:spPr>
            <a:xfrm rot="10800000" flipH="1">
              <a:off x="-30525" y="217"/>
              <a:ext cx="1397173" cy="3827705"/>
            </a:xfrm>
            <a:custGeom>
              <a:avLst/>
              <a:gdLst/>
              <a:ahLst/>
              <a:cxnLst/>
              <a:rect l="l" t="t" r="r" b="b"/>
              <a:pathLst>
                <a:path w="1016126" h="2381154" extrusionOk="0">
                  <a:moveTo>
                    <a:pt x="0" y="2381155"/>
                  </a:moveTo>
                  <a:lnTo>
                    <a:pt x="1016127" y="2381155"/>
                  </a:lnTo>
                  <a:lnTo>
                    <a:pt x="0" y="0"/>
                  </a:lnTo>
                  <a:lnTo>
                    <a:pt x="0" y="23811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1"/>
            <p:cNvSpPr/>
            <p:nvPr/>
          </p:nvSpPr>
          <p:spPr>
            <a:xfrm rot="10800000" flipH="1">
              <a:off x="775092" y="4604688"/>
              <a:ext cx="3089581" cy="707559"/>
            </a:xfrm>
            <a:custGeom>
              <a:avLst/>
              <a:gdLst/>
              <a:ahLst/>
              <a:cxnLst/>
              <a:rect l="l" t="t" r="r" b="b"/>
              <a:pathLst>
                <a:path w="1958530" h="448532" extrusionOk="0">
                  <a:moveTo>
                    <a:pt x="0" y="0"/>
                  </a:moveTo>
                  <a:cubicBezTo>
                    <a:pt x="164211" y="259080"/>
                    <a:pt x="476345" y="448532"/>
                    <a:pt x="774287" y="448532"/>
                  </a:cubicBezTo>
                  <a:lnTo>
                    <a:pt x="1329118" y="448532"/>
                  </a:lnTo>
                  <a:cubicBezTo>
                    <a:pt x="1619345" y="448532"/>
                    <a:pt x="1867662" y="260318"/>
                    <a:pt x="1958531" y="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11"/>
          <p:cNvGrpSpPr/>
          <p:nvPr/>
        </p:nvGrpSpPr>
        <p:grpSpPr>
          <a:xfrm>
            <a:off x="-372336" y="-799403"/>
            <a:ext cx="10042307" cy="6411254"/>
            <a:chOff x="-372336" y="-799403"/>
            <a:chExt cx="10042307" cy="6411254"/>
          </a:xfrm>
        </p:grpSpPr>
        <p:grpSp>
          <p:nvGrpSpPr>
            <p:cNvPr id="160" name="Google Shape;160;p11"/>
            <p:cNvGrpSpPr/>
            <p:nvPr/>
          </p:nvGrpSpPr>
          <p:grpSpPr>
            <a:xfrm rot="10800000">
              <a:off x="7317950" y="-799403"/>
              <a:ext cx="2352021" cy="4815751"/>
              <a:chOff x="871674" y="1713173"/>
              <a:chExt cx="2352021" cy="4815751"/>
            </a:xfrm>
          </p:grpSpPr>
          <p:sp>
            <p:nvSpPr>
              <p:cNvPr id="161" name="Google Shape;161;p11"/>
              <p:cNvSpPr/>
              <p:nvPr/>
            </p:nvSpPr>
            <p:spPr>
              <a:xfrm rot="-2274005">
                <a:off x="2042917" y="2862840"/>
                <a:ext cx="9535" cy="381661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3812190" extrusionOk="0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3812190"/>
                    </a:lnTo>
                    <a:lnTo>
                      <a:pt x="0" y="381219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rot="-1046363">
                <a:off x="1795480" y="1599138"/>
                <a:ext cx="12585" cy="5043821"/>
              </a:xfrm>
              <a:custGeom>
                <a:avLst/>
                <a:gdLst/>
                <a:ahLst/>
                <a:cxnLst/>
                <a:rect l="l" t="t" r="r" b="b"/>
                <a:pathLst>
                  <a:path w="12572" h="5038722" extrusionOk="0">
                    <a:moveTo>
                      <a:pt x="0" y="0"/>
                    </a:moveTo>
                    <a:lnTo>
                      <a:pt x="12573" y="0"/>
                    </a:lnTo>
                    <a:lnTo>
                      <a:pt x="12573" y="5038723"/>
                    </a:lnTo>
                    <a:lnTo>
                      <a:pt x="0" y="5038723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" name="Google Shape;163;p11"/>
            <p:cNvSpPr/>
            <p:nvPr/>
          </p:nvSpPr>
          <p:spPr>
            <a:xfrm rot="10800000" flipH="1">
              <a:off x="-2" y="4805724"/>
              <a:ext cx="3501886" cy="806128"/>
            </a:xfrm>
            <a:custGeom>
              <a:avLst/>
              <a:gdLst/>
              <a:ahLst/>
              <a:cxnLst/>
              <a:rect l="l" t="t" r="r" b="b"/>
              <a:pathLst>
                <a:path w="2219896" h="511016" extrusionOk="0">
                  <a:moveTo>
                    <a:pt x="1505617" y="511016"/>
                  </a:moveTo>
                  <a:lnTo>
                    <a:pt x="877919" y="511016"/>
                  </a:lnTo>
                  <a:cubicBezTo>
                    <a:pt x="714089" y="511016"/>
                    <a:pt x="542544" y="461201"/>
                    <a:pt x="382048" y="366903"/>
                  </a:cubicBezTo>
                  <a:cubicBezTo>
                    <a:pt x="226886" y="275749"/>
                    <a:pt x="91154" y="146399"/>
                    <a:pt x="0" y="2572"/>
                  </a:cubicBezTo>
                  <a:lnTo>
                    <a:pt x="4000" y="0"/>
                  </a:lnTo>
                  <a:cubicBezTo>
                    <a:pt x="94774" y="143256"/>
                    <a:pt x="229838" y="272034"/>
                    <a:pt x="384429" y="362807"/>
                  </a:cubicBezTo>
                  <a:cubicBezTo>
                    <a:pt x="544259" y="456629"/>
                    <a:pt x="714851" y="506254"/>
                    <a:pt x="877919" y="506254"/>
                  </a:cubicBezTo>
                  <a:lnTo>
                    <a:pt x="1505617" y="506254"/>
                  </a:lnTo>
                  <a:cubicBezTo>
                    <a:pt x="1824609" y="506254"/>
                    <a:pt x="2109883" y="302990"/>
                    <a:pt x="2215420" y="476"/>
                  </a:cubicBezTo>
                  <a:lnTo>
                    <a:pt x="2219897" y="2000"/>
                  </a:lnTo>
                  <a:cubicBezTo>
                    <a:pt x="2113693" y="306419"/>
                    <a:pt x="1826705" y="511016"/>
                    <a:pt x="1505617" y="511016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1"/>
            <p:cNvSpPr/>
            <p:nvPr/>
          </p:nvSpPr>
          <p:spPr>
            <a:xfrm rot="-6108899">
              <a:off x="2002396" y="-2018683"/>
              <a:ext cx="9537" cy="4860013"/>
            </a:xfrm>
            <a:custGeom>
              <a:avLst/>
              <a:gdLst/>
              <a:ahLst/>
              <a:cxnLst/>
              <a:rect l="l" t="t" r="r" b="b"/>
              <a:pathLst>
                <a:path w="9525" h="4854131" extrusionOk="0">
                  <a:moveTo>
                    <a:pt x="0" y="0"/>
                  </a:moveTo>
                  <a:lnTo>
                    <a:pt x="9525" y="0"/>
                  </a:lnTo>
                  <a:lnTo>
                    <a:pt x="9525" y="4854131"/>
                  </a:lnTo>
                  <a:lnTo>
                    <a:pt x="0" y="485413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11"/>
          <p:cNvGrpSpPr/>
          <p:nvPr/>
        </p:nvGrpSpPr>
        <p:grpSpPr>
          <a:xfrm rot="10800000" flipH="1">
            <a:off x="405464" y="-235522"/>
            <a:ext cx="7290068" cy="5776149"/>
            <a:chOff x="2739089" y="1632394"/>
            <a:chExt cx="7290068" cy="5776149"/>
          </a:xfrm>
        </p:grpSpPr>
        <p:sp>
          <p:nvSpPr>
            <p:cNvPr id="166" name="Google Shape;166;p11"/>
            <p:cNvSpPr/>
            <p:nvPr/>
          </p:nvSpPr>
          <p:spPr>
            <a:xfrm>
              <a:off x="2944261" y="2753625"/>
              <a:ext cx="205168" cy="205168"/>
            </a:xfrm>
            <a:custGeom>
              <a:avLst/>
              <a:gdLst/>
              <a:ahLst/>
              <a:cxnLst/>
              <a:rect l="l" t="t" r="r" b="b"/>
              <a:pathLst>
                <a:path w="205168" h="205168" extrusionOk="0">
                  <a:moveTo>
                    <a:pt x="102584" y="205169"/>
                  </a:moveTo>
                  <a:cubicBezTo>
                    <a:pt x="46006" y="205169"/>
                    <a:pt x="0" y="159163"/>
                    <a:pt x="0" y="102584"/>
                  </a:cubicBezTo>
                  <a:cubicBezTo>
                    <a:pt x="0" y="46006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584"/>
                  </a:cubicBezTo>
                  <a:cubicBezTo>
                    <a:pt x="205168" y="159163"/>
                    <a:pt x="159163" y="205169"/>
                    <a:pt x="102584" y="205169"/>
                  </a:cubicBezTo>
                  <a:close/>
                  <a:moveTo>
                    <a:pt x="102584" y="4667"/>
                  </a:moveTo>
                  <a:cubicBezTo>
                    <a:pt x="48578" y="4667"/>
                    <a:pt x="4763" y="48577"/>
                    <a:pt x="4763" y="102489"/>
                  </a:cubicBezTo>
                  <a:cubicBezTo>
                    <a:pt x="4763" y="156400"/>
                    <a:pt x="48673" y="200311"/>
                    <a:pt x="102584" y="200311"/>
                  </a:cubicBezTo>
                  <a:cubicBezTo>
                    <a:pt x="156496" y="200311"/>
                    <a:pt x="200406" y="156400"/>
                    <a:pt x="200406" y="102489"/>
                  </a:cubicBezTo>
                  <a:cubicBezTo>
                    <a:pt x="200406" y="48577"/>
                    <a:pt x="156496" y="4667"/>
                    <a:pt x="102584" y="466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1"/>
            <p:cNvSpPr/>
            <p:nvPr/>
          </p:nvSpPr>
          <p:spPr>
            <a:xfrm>
              <a:off x="9350406" y="1632394"/>
              <a:ext cx="678751" cy="678751"/>
            </a:xfrm>
            <a:custGeom>
              <a:avLst/>
              <a:gdLst/>
              <a:ahLst/>
              <a:cxnLst/>
              <a:rect l="l" t="t" r="r" b="b"/>
              <a:pathLst>
                <a:path w="678751" h="678751" extrusionOk="0">
                  <a:moveTo>
                    <a:pt x="339376" y="678752"/>
                  </a:moveTo>
                  <a:cubicBezTo>
                    <a:pt x="152305" y="678752"/>
                    <a:pt x="0" y="526542"/>
                    <a:pt x="0" y="339376"/>
                  </a:cubicBezTo>
                  <a:cubicBezTo>
                    <a:pt x="0" y="152210"/>
                    <a:pt x="152210" y="0"/>
                    <a:pt x="339376" y="0"/>
                  </a:cubicBezTo>
                  <a:cubicBezTo>
                    <a:pt x="526542" y="0"/>
                    <a:pt x="678752" y="152210"/>
                    <a:pt x="678752" y="339376"/>
                  </a:cubicBezTo>
                  <a:cubicBezTo>
                    <a:pt x="678752" y="526542"/>
                    <a:pt x="526542" y="678752"/>
                    <a:pt x="339376" y="678752"/>
                  </a:cubicBezTo>
                  <a:close/>
                  <a:moveTo>
                    <a:pt x="339376" y="4858"/>
                  </a:moveTo>
                  <a:cubicBezTo>
                    <a:pt x="154877" y="4858"/>
                    <a:pt x="4763" y="154972"/>
                    <a:pt x="4763" y="339471"/>
                  </a:cubicBezTo>
                  <a:cubicBezTo>
                    <a:pt x="4763" y="523970"/>
                    <a:pt x="154877" y="674084"/>
                    <a:pt x="339376" y="674084"/>
                  </a:cubicBezTo>
                  <a:cubicBezTo>
                    <a:pt x="523875" y="674084"/>
                    <a:pt x="673989" y="523970"/>
                    <a:pt x="673989" y="339471"/>
                  </a:cubicBezTo>
                  <a:cubicBezTo>
                    <a:pt x="673989" y="154972"/>
                    <a:pt x="523875" y="4858"/>
                    <a:pt x="339376" y="485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1"/>
            <p:cNvSpPr/>
            <p:nvPr/>
          </p:nvSpPr>
          <p:spPr>
            <a:xfrm>
              <a:off x="2739089" y="5692044"/>
              <a:ext cx="205168" cy="205263"/>
            </a:xfrm>
            <a:custGeom>
              <a:avLst/>
              <a:gdLst/>
              <a:ahLst/>
              <a:cxnLst/>
              <a:rect l="l" t="t" r="r" b="b"/>
              <a:pathLst>
                <a:path w="205168" h="205263" extrusionOk="0">
                  <a:moveTo>
                    <a:pt x="102584" y="205264"/>
                  </a:moveTo>
                  <a:cubicBezTo>
                    <a:pt x="46006" y="205264"/>
                    <a:pt x="0" y="159258"/>
                    <a:pt x="0" y="102679"/>
                  </a:cubicBezTo>
                  <a:cubicBezTo>
                    <a:pt x="0" y="46101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679"/>
                  </a:cubicBezTo>
                  <a:cubicBezTo>
                    <a:pt x="205168" y="159353"/>
                    <a:pt x="159163" y="205264"/>
                    <a:pt x="102584" y="205264"/>
                  </a:cubicBezTo>
                  <a:close/>
                  <a:moveTo>
                    <a:pt x="102584" y="4763"/>
                  </a:moveTo>
                  <a:cubicBezTo>
                    <a:pt x="48577" y="4763"/>
                    <a:pt x="4763" y="48673"/>
                    <a:pt x="4763" y="102679"/>
                  </a:cubicBezTo>
                  <a:cubicBezTo>
                    <a:pt x="4763" y="156686"/>
                    <a:pt x="48673" y="200501"/>
                    <a:pt x="102584" y="200501"/>
                  </a:cubicBezTo>
                  <a:cubicBezTo>
                    <a:pt x="156496" y="200501"/>
                    <a:pt x="200406" y="156591"/>
                    <a:pt x="200406" y="102679"/>
                  </a:cubicBezTo>
                  <a:cubicBezTo>
                    <a:pt x="200406" y="48768"/>
                    <a:pt x="156496" y="4763"/>
                    <a:pt x="102584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1"/>
            <p:cNvSpPr/>
            <p:nvPr/>
          </p:nvSpPr>
          <p:spPr>
            <a:xfrm>
              <a:off x="7650661" y="6968870"/>
              <a:ext cx="439674" cy="439673"/>
            </a:xfrm>
            <a:custGeom>
              <a:avLst/>
              <a:gdLst/>
              <a:ahLst/>
              <a:cxnLst/>
              <a:rect l="l" t="t" r="r" b="b"/>
              <a:pathLst>
                <a:path w="439674" h="439673" extrusionOk="0">
                  <a:moveTo>
                    <a:pt x="219837" y="439674"/>
                  </a:moveTo>
                  <a:cubicBezTo>
                    <a:pt x="98584" y="439674"/>
                    <a:pt x="0" y="341090"/>
                    <a:pt x="0" y="219837"/>
                  </a:cubicBezTo>
                  <a:cubicBezTo>
                    <a:pt x="0" y="98584"/>
                    <a:pt x="98584" y="0"/>
                    <a:pt x="219837" y="0"/>
                  </a:cubicBezTo>
                  <a:cubicBezTo>
                    <a:pt x="341090" y="0"/>
                    <a:pt x="439674" y="98584"/>
                    <a:pt x="439674" y="219837"/>
                  </a:cubicBezTo>
                  <a:cubicBezTo>
                    <a:pt x="439674" y="341090"/>
                    <a:pt x="341090" y="439674"/>
                    <a:pt x="219837" y="439674"/>
                  </a:cubicBezTo>
                  <a:close/>
                  <a:moveTo>
                    <a:pt x="219837" y="4763"/>
                  </a:moveTo>
                  <a:cubicBezTo>
                    <a:pt x="101251" y="4763"/>
                    <a:pt x="4763" y="101251"/>
                    <a:pt x="4763" y="219837"/>
                  </a:cubicBezTo>
                  <a:cubicBezTo>
                    <a:pt x="4763" y="338423"/>
                    <a:pt x="101251" y="434911"/>
                    <a:pt x="219837" y="434911"/>
                  </a:cubicBezTo>
                  <a:cubicBezTo>
                    <a:pt x="338424" y="434911"/>
                    <a:pt x="434912" y="338423"/>
                    <a:pt x="434912" y="219837"/>
                  </a:cubicBezTo>
                  <a:cubicBezTo>
                    <a:pt x="434912" y="101251"/>
                    <a:pt x="338424" y="4763"/>
                    <a:pt x="219837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subTitle" idx="1"/>
          </p:nvPr>
        </p:nvSpPr>
        <p:spPr>
          <a:xfrm>
            <a:off x="713225" y="21931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2"/>
          </p:nvPr>
        </p:nvSpPr>
        <p:spPr>
          <a:xfrm>
            <a:off x="713225" y="373940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subTitle" idx="3"/>
          </p:nvPr>
        </p:nvSpPr>
        <p:spPr>
          <a:xfrm>
            <a:off x="3419250" y="373940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subTitle" idx="4"/>
          </p:nvPr>
        </p:nvSpPr>
        <p:spPr>
          <a:xfrm>
            <a:off x="3419250" y="21931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5" hasCustomPrompt="1"/>
          </p:nvPr>
        </p:nvSpPr>
        <p:spPr>
          <a:xfrm>
            <a:off x="1415375" y="1404025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 txBox="1">
            <a:spLocks noGrp="1"/>
          </p:cNvSpPr>
          <p:nvPr>
            <p:ph type="title" idx="6" hasCustomPrompt="1"/>
          </p:nvPr>
        </p:nvSpPr>
        <p:spPr>
          <a:xfrm>
            <a:off x="4121400" y="295040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9" name="Google Shape;179;p13"/>
          <p:cNvSpPr txBox="1">
            <a:spLocks noGrp="1"/>
          </p:cNvSpPr>
          <p:nvPr>
            <p:ph type="title" idx="7" hasCustomPrompt="1"/>
          </p:nvPr>
        </p:nvSpPr>
        <p:spPr>
          <a:xfrm>
            <a:off x="1415375" y="295040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0" name="Google Shape;180;p13"/>
          <p:cNvSpPr txBox="1">
            <a:spLocks noGrp="1"/>
          </p:cNvSpPr>
          <p:nvPr>
            <p:ph type="title" idx="8" hasCustomPrompt="1"/>
          </p:nvPr>
        </p:nvSpPr>
        <p:spPr>
          <a:xfrm>
            <a:off x="4121400" y="1404025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1" name="Google Shape;181;p13"/>
          <p:cNvSpPr txBox="1">
            <a:spLocks noGrp="1"/>
          </p:cNvSpPr>
          <p:nvPr>
            <p:ph type="subTitle" idx="9"/>
          </p:nvPr>
        </p:nvSpPr>
        <p:spPr>
          <a:xfrm>
            <a:off x="6125275" y="373940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subTitle" idx="13"/>
          </p:nvPr>
        </p:nvSpPr>
        <p:spPr>
          <a:xfrm>
            <a:off x="6125275" y="21931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14" hasCustomPrompt="1"/>
          </p:nvPr>
        </p:nvSpPr>
        <p:spPr>
          <a:xfrm>
            <a:off x="6827425" y="295040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4" name="Google Shape;184;p13"/>
          <p:cNvSpPr txBox="1">
            <a:spLocks noGrp="1"/>
          </p:cNvSpPr>
          <p:nvPr>
            <p:ph type="title" idx="15" hasCustomPrompt="1"/>
          </p:nvPr>
        </p:nvSpPr>
        <p:spPr>
          <a:xfrm>
            <a:off x="6827425" y="1404025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5" name="Google Shape;185;p13"/>
          <p:cNvSpPr txBox="1">
            <a:spLocks noGrp="1"/>
          </p:cNvSpPr>
          <p:nvPr>
            <p:ph type="subTitle" idx="16"/>
          </p:nvPr>
        </p:nvSpPr>
        <p:spPr>
          <a:xfrm>
            <a:off x="713225" y="1859200"/>
            <a:ext cx="2305500" cy="43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accent3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7"/>
          </p:nvPr>
        </p:nvSpPr>
        <p:spPr>
          <a:xfrm>
            <a:off x="713225" y="3405500"/>
            <a:ext cx="2305500" cy="43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accent3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18"/>
          </p:nvPr>
        </p:nvSpPr>
        <p:spPr>
          <a:xfrm>
            <a:off x="3419250" y="3405500"/>
            <a:ext cx="2305500" cy="43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accent3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19"/>
          </p:nvPr>
        </p:nvSpPr>
        <p:spPr>
          <a:xfrm>
            <a:off x="3419250" y="1859200"/>
            <a:ext cx="2305500" cy="43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accent3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20"/>
          </p:nvPr>
        </p:nvSpPr>
        <p:spPr>
          <a:xfrm>
            <a:off x="6125275" y="3405500"/>
            <a:ext cx="2305500" cy="43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accent3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21"/>
          </p:nvPr>
        </p:nvSpPr>
        <p:spPr>
          <a:xfrm>
            <a:off x="6125275" y="1859200"/>
            <a:ext cx="2305500" cy="43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accent3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91" name="Google Shape;191;p13"/>
          <p:cNvGrpSpPr/>
          <p:nvPr/>
        </p:nvGrpSpPr>
        <p:grpSpPr>
          <a:xfrm>
            <a:off x="-1520433" y="-168051"/>
            <a:ext cx="10663619" cy="5312335"/>
            <a:chOff x="-1520433" y="-168051"/>
            <a:chExt cx="10663619" cy="5312335"/>
          </a:xfrm>
        </p:grpSpPr>
        <p:sp>
          <p:nvSpPr>
            <p:cNvPr id="192" name="Google Shape;192;p13"/>
            <p:cNvSpPr/>
            <p:nvPr/>
          </p:nvSpPr>
          <p:spPr>
            <a:xfrm>
              <a:off x="8069350" y="0"/>
              <a:ext cx="1073836" cy="2570922"/>
            </a:xfrm>
            <a:custGeom>
              <a:avLst/>
              <a:gdLst/>
              <a:ahLst/>
              <a:cxnLst/>
              <a:rect l="l" t="t" r="r" b="b"/>
              <a:pathLst>
                <a:path w="1164050" h="2727769" extrusionOk="0">
                  <a:moveTo>
                    <a:pt x="1164051" y="0"/>
                  </a:moveTo>
                  <a:lnTo>
                    <a:pt x="0" y="0"/>
                  </a:lnTo>
                  <a:lnTo>
                    <a:pt x="1164051" y="2727770"/>
                  </a:lnTo>
                  <a:lnTo>
                    <a:pt x="1164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-29700" y="3739403"/>
              <a:ext cx="1397173" cy="1404881"/>
            </a:xfrm>
            <a:custGeom>
              <a:avLst/>
              <a:gdLst/>
              <a:ahLst/>
              <a:cxnLst/>
              <a:rect l="l" t="t" r="r" b="b"/>
              <a:pathLst>
                <a:path w="1016126" h="2381154" extrusionOk="0">
                  <a:moveTo>
                    <a:pt x="0" y="2381155"/>
                  </a:moveTo>
                  <a:lnTo>
                    <a:pt x="1016127" y="2381155"/>
                  </a:lnTo>
                  <a:lnTo>
                    <a:pt x="0" y="0"/>
                  </a:lnTo>
                  <a:lnTo>
                    <a:pt x="0" y="238115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-1520433" y="-168051"/>
              <a:ext cx="3089581" cy="707559"/>
            </a:xfrm>
            <a:custGeom>
              <a:avLst/>
              <a:gdLst/>
              <a:ahLst/>
              <a:cxnLst/>
              <a:rect l="l" t="t" r="r" b="b"/>
              <a:pathLst>
                <a:path w="1958530" h="448532" extrusionOk="0">
                  <a:moveTo>
                    <a:pt x="0" y="0"/>
                  </a:moveTo>
                  <a:cubicBezTo>
                    <a:pt x="164211" y="259080"/>
                    <a:pt x="476345" y="448532"/>
                    <a:pt x="774287" y="448532"/>
                  </a:cubicBezTo>
                  <a:lnTo>
                    <a:pt x="1329118" y="448532"/>
                  </a:lnTo>
                  <a:cubicBezTo>
                    <a:pt x="1619345" y="448532"/>
                    <a:pt x="1867662" y="260318"/>
                    <a:pt x="1958531" y="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13"/>
          <p:cNvGrpSpPr/>
          <p:nvPr/>
        </p:nvGrpSpPr>
        <p:grpSpPr>
          <a:xfrm>
            <a:off x="-2295527" y="-694628"/>
            <a:ext cx="11660698" cy="7295308"/>
            <a:chOff x="-2295527" y="-694628"/>
            <a:chExt cx="11660698" cy="7295308"/>
          </a:xfrm>
        </p:grpSpPr>
        <p:sp>
          <p:nvSpPr>
            <p:cNvPr id="196" name="Google Shape;196;p13"/>
            <p:cNvSpPr/>
            <p:nvPr/>
          </p:nvSpPr>
          <p:spPr>
            <a:xfrm rot="-708899">
              <a:off x="8858187" y="-745134"/>
              <a:ext cx="9537" cy="4860013"/>
            </a:xfrm>
            <a:custGeom>
              <a:avLst/>
              <a:gdLst/>
              <a:ahLst/>
              <a:cxnLst/>
              <a:rect l="l" t="t" r="r" b="b"/>
              <a:pathLst>
                <a:path w="9525" h="4854131" extrusionOk="0">
                  <a:moveTo>
                    <a:pt x="0" y="0"/>
                  </a:moveTo>
                  <a:lnTo>
                    <a:pt x="9525" y="0"/>
                  </a:lnTo>
                  <a:lnTo>
                    <a:pt x="9525" y="4854131"/>
                  </a:lnTo>
                  <a:lnTo>
                    <a:pt x="0" y="485413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3"/>
            <p:cNvSpPr/>
            <p:nvPr/>
          </p:nvSpPr>
          <p:spPr>
            <a:xfrm rot="-2274005">
              <a:off x="875967" y="3183627"/>
              <a:ext cx="9535" cy="3816619"/>
            </a:xfrm>
            <a:custGeom>
              <a:avLst/>
              <a:gdLst/>
              <a:ahLst/>
              <a:cxnLst/>
              <a:rect l="l" t="t" r="r" b="b"/>
              <a:pathLst>
                <a:path w="9524" h="3812190" extrusionOk="0">
                  <a:moveTo>
                    <a:pt x="0" y="0"/>
                  </a:moveTo>
                  <a:lnTo>
                    <a:pt x="9525" y="0"/>
                  </a:lnTo>
                  <a:lnTo>
                    <a:pt x="9525" y="3812190"/>
                  </a:lnTo>
                  <a:lnTo>
                    <a:pt x="0" y="381219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-2295527" y="-467655"/>
              <a:ext cx="3501886" cy="806128"/>
            </a:xfrm>
            <a:custGeom>
              <a:avLst/>
              <a:gdLst/>
              <a:ahLst/>
              <a:cxnLst/>
              <a:rect l="l" t="t" r="r" b="b"/>
              <a:pathLst>
                <a:path w="2219896" h="511016" extrusionOk="0">
                  <a:moveTo>
                    <a:pt x="1505617" y="511016"/>
                  </a:moveTo>
                  <a:lnTo>
                    <a:pt x="877919" y="511016"/>
                  </a:lnTo>
                  <a:cubicBezTo>
                    <a:pt x="714089" y="511016"/>
                    <a:pt x="542544" y="461201"/>
                    <a:pt x="382048" y="366903"/>
                  </a:cubicBezTo>
                  <a:cubicBezTo>
                    <a:pt x="226886" y="275749"/>
                    <a:pt x="91154" y="146399"/>
                    <a:pt x="0" y="2572"/>
                  </a:cubicBezTo>
                  <a:lnTo>
                    <a:pt x="4000" y="0"/>
                  </a:lnTo>
                  <a:cubicBezTo>
                    <a:pt x="94774" y="143256"/>
                    <a:pt x="229838" y="272034"/>
                    <a:pt x="384429" y="362807"/>
                  </a:cubicBezTo>
                  <a:cubicBezTo>
                    <a:pt x="544259" y="456629"/>
                    <a:pt x="714851" y="506254"/>
                    <a:pt x="877919" y="506254"/>
                  </a:cubicBezTo>
                  <a:lnTo>
                    <a:pt x="1505617" y="506254"/>
                  </a:lnTo>
                  <a:cubicBezTo>
                    <a:pt x="1824609" y="506254"/>
                    <a:pt x="2109883" y="302990"/>
                    <a:pt x="2215420" y="476"/>
                  </a:cubicBezTo>
                  <a:lnTo>
                    <a:pt x="2219897" y="2000"/>
                  </a:lnTo>
                  <a:cubicBezTo>
                    <a:pt x="2113693" y="306419"/>
                    <a:pt x="1826705" y="511016"/>
                    <a:pt x="1505617" y="511016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9" name="Google Shape;199;p13"/>
            <p:cNvGrpSpPr/>
            <p:nvPr/>
          </p:nvGrpSpPr>
          <p:grpSpPr>
            <a:xfrm>
              <a:off x="610635" y="-396431"/>
              <a:ext cx="7084897" cy="5776149"/>
              <a:chOff x="2944261" y="1632394"/>
              <a:chExt cx="7084897" cy="5776149"/>
            </a:xfrm>
          </p:grpSpPr>
          <p:sp>
            <p:nvSpPr>
              <p:cNvPr id="200" name="Google Shape;200;p13"/>
              <p:cNvSpPr/>
              <p:nvPr/>
            </p:nvSpPr>
            <p:spPr>
              <a:xfrm>
                <a:off x="2944261" y="2753625"/>
                <a:ext cx="205168" cy="205168"/>
              </a:xfrm>
              <a:custGeom>
                <a:avLst/>
                <a:gdLst/>
                <a:ahLst/>
                <a:cxnLst/>
                <a:rect l="l" t="t" r="r" b="b"/>
                <a:pathLst>
                  <a:path w="205168" h="205168" extrusionOk="0">
                    <a:moveTo>
                      <a:pt x="102584" y="205169"/>
                    </a:moveTo>
                    <a:cubicBezTo>
                      <a:pt x="46006" y="205169"/>
                      <a:pt x="0" y="159163"/>
                      <a:pt x="0" y="102584"/>
                    </a:cubicBezTo>
                    <a:cubicBezTo>
                      <a:pt x="0" y="46006"/>
                      <a:pt x="46006" y="0"/>
                      <a:pt x="102584" y="0"/>
                    </a:cubicBezTo>
                    <a:cubicBezTo>
                      <a:pt x="159163" y="0"/>
                      <a:pt x="205168" y="46006"/>
                      <a:pt x="205168" y="102584"/>
                    </a:cubicBezTo>
                    <a:cubicBezTo>
                      <a:pt x="205168" y="159163"/>
                      <a:pt x="159163" y="205169"/>
                      <a:pt x="102584" y="205169"/>
                    </a:cubicBezTo>
                    <a:close/>
                    <a:moveTo>
                      <a:pt x="102584" y="4667"/>
                    </a:moveTo>
                    <a:cubicBezTo>
                      <a:pt x="48578" y="4667"/>
                      <a:pt x="4763" y="48577"/>
                      <a:pt x="4763" y="102489"/>
                    </a:cubicBezTo>
                    <a:cubicBezTo>
                      <a:pt x="4763" y="156400"/>
                      <a:pt x="48673" y="200311"/>
                      <a:pt x="102584" y="200311"/>
                    </a:cubicBezTo>
                    <a:cubicBezTo>
                      <a:pt x="156496" y="200311"/>
                      <a:pt x="200406" y="156400"/>
                      <a:pt x="200406" y="102489"/>
                    </a:cubicBezTo>
                    <a:cubicBezTo>
                      <a:pt x="200406" y="48577"/>
                      <a:pt x="156496" y="4667"/>
                      <a:pt x="102584" y="4667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3"/>
              <p:cNvSpPr/>
              <p:nvPr/>
            </p:nvSpPr>
            <p:spPr>
              <a:xfrm>
                <a:off x="9350406" y="1632394"/>
                <a:ext cx="678751" cy="678751"/>
              </a:xfrm>
              <a:custGeom>
                <a:avLst/>
                <a:gdLst/>
                <a:ahLst/>
                <a:cxnLst/>
                <a:rect l="l" t="t" r="r" b="b"/>
                <a:pathLst>
                  <a:path w="678751" h="678751" extrusionOk="0">
                    <a:moveTo>
                      <a:pt x="339376" y="678752"/>
                    </a:moveTo>
                    <a:cubicBezTo>
                      <a:pt x="152305" y="678752"/>
                      <a:pt x="0" y="526542"/>
                      <a:pt x="0" y="339376"/>
                    </a:cubicBezTo>
                    <a:cubicBezTo>
                      <a:pt x="0" y="152210"/>
                      <a:pt x="152210" y="0"/>
                      <a:pt x="339376" y="0"/>
                    </a:cubicBezTo>
                    <a:cubicBezTo>
                      <a:pt x="526542" y="0"/>
                      <a:pt x="678752" y="152210"/>
                      <a:pt x="678752" y="339376"/>
                    </a:cubicBezTo>
                    <a:cubicBezTo>
                      <a:pt x="678752" y="526542"/>
                      <a:pt x="526542" y="678752"/>
                      <a:pt x="339376" y="678752"/>
                    </a:cubicBezTo>
                    <a:close/>
                    <a:moveTo>
                      <a:pt x="339376" y="4858"/>
                    </a:moveTo>
                    <a:cubicBezTo>
                      <a:pt x="154877" y="4858"/>
                      <a:pt x="4763" y="154972"/>
                      <a:pt x="4763" y="339471"/>
                    </a:cubicBezTo>
                    <a:cubicBezTo>
                      <a:pt x="4763" y="523970"/>
                      <a:pt x="154877" y="674084"/>
                      <a:pt x="339376" y="674084"/>
                    </a:cubicBezTo>
                    <a:cubicBezTo>
                      <a:pt x="523875" y="674084"/>
                      <a:pt x="673989" y="523970"/>
                      <a:pt x="673989" y="339471"/>
                    </a:cubicBezTo>
                    <a:cubicBezTo>
                      <a:pt x="673989" y="154972"/>
                      <a:pt x="523875" y="4858"/>
                      <a:pt x="33937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3"/>
              <p:cNvSpPr/>
              <p:nvPr/>
            </p:nvSpPr>
            <p:spPr>
              <a:xfrm>
                <a:off x="4615364" y="6815994"/>
                <a:ext cx="205168" cy="205263"/>
              </a:xfrm>
              <a:custGeom>
                <a:avLst/>
                <a:gdLst/>
                <a:ahLst/>
                <a:cxnLst/>
                <a:rect l="l" t="t" r="r" b="b"/>
                <a:pathLst>
                  <a:path w="205168" h="205263" extrusionOk="0">
                    <a:moveTo>
                      <a:pt x="102584" y="205264"/>
                    </a:moveTo>
                    <a:cubicBezTo>
                      <a:pt x="46006" y="205264"/>
                      <a:pt x="0" y="159258"/>
                      <a:pt x="0" y="102679"/>
                    </a:cubicBezTo>
                    <a:cubicBezTo>
                      <a:pt x="0" y="46101"/>
                      <a:pt x="46006" y="0"/>
                      <a:pt x="102584" y="0"/>
                    </a:cubicBezTo>
                    <a:cubicBezTo>
                      <a:pt x="159163" y="0"/>
                      <a:pt x="205168" y="46006"/>
                      <a:pt x="205168" y="102679"/>
                    </a:cubicBezTo>
                    <a:cubicBezTo>
                      <a:pt x="205168" y="159353"/>
                      <a:pt x="159163" y="205264"/>
                      <a:pt x="102584" y="205264"/>
                    </a:cubicBezTo>
                    <a:close/>
                    <a:moveTo>
                      <a:pt x="102584" y="4763"/>
                    </a:moveTo>
                    <a:cubicBezTo>
                      <a:pt x="48577" y="4763"/>
                      <a:pt x="4763" y="48673"/>
                      <a:pt x="4763" y="102679"/>
                    </a:cubicBezTo>
                    <a:cubicBezTo>
                      <a:pt x="4763" y="156686"/>
                      <a:pt x="48673" y="200501"/>
                      <a:pt x="102584" y="200501"/>
                    </a:cubicBezTo>
                    <a:cubicBezTo>
                      <a:pt x="156496" y="200501"/>
                      <a:pt x="200406" y="156591"/>
                      <a:pt x="200406" y="102679"/>
                    </a:cubicBezTo>
                    <a:cubicBezTo>
                      <a:pt x="200406" y="48768"/>
                      <a:pt x="156496" y="4763"/>
                      <a:pt x="102584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9469936" y="6968870"/>
                <a:ext cx="439674" cy="439673"/>
              </a:xfrm>
              <a:custGeom>
                <a:avLst/>
                <a:gdLst/>
                <a:ahLst/>
                <a:cxnLst/>
                <a:rect l="l" t="t" r="r" b="b"/>
                <a:pathLst>
                  <a:path w="439674" h="439673" extrusionOk="0">
                    <a:moveTo>
                      <a:pt x="219837" y="439674"/>
                    </a:moveTo>
                    <a:cubicBezTo>
                      <a:pt x="98584" y="439674"/>
                      <a:pt x="0" y="341090"/>
                      <a:pt x="0" y="219837"/>
                    </a:cubicBezTo>
                    <a:cubicBezTo>
                      <a:pt x="0" y="98584"/>
                      <a:pt x="98584" y="0"/>
                      <a:pt x="219837" y="0"/>
                    </a:cubicBezTo>
                    <a:cubicBezTo>
                      <a:pt x="341090" y="0"/>
                      <a:pt x="439674" y="98584"/>
                      <a:pt x="439674" y="219837"/>
                    </a:cubicBezTo>
                    <a:cubicBezTo>
                      <a:pt x="439674" y="341090"/>
                      <a:pt x="341090" y="439674"/>
                      <a:pt x="219837" y="439674"/>
                    </a:cubicBezTo>
                    <a:close/>
                    <a:moveTo>
                      <a:pt x="219837" y="4763"/>
                    </a:moveTo>
                    <a:cubicBezTo>
                      <a:pt x="101251" y="4763"/>
                      <a:pt x="4763" y="101251"/>
                      <a:pt x="4763" y="219837"/>
                    </a:cubicBezTo>
                    <a:cubicBezTo>
                      <a:pt x="4763" y="338423"/>
                      <a:pt x="101251" y="434911"/>
                      <a:pt x="219837" y="434911"/>
                    </a:cubicBezTo>
                    <a:cubicBezTo>
                      <a:pt x="338424" y="434911"/>
                      <a:pt x="434912" y="338423"/>
                      <a:pt x="434912" y="219837"/>
                    </a:cubicBezTo>
                    <a:cubicBezTo>
                      <a:pt x="434912" y="101251"/>
                      <a:pt x="338424" y="4763"/>
                      <a:pt x="219837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14"/>
          <p:cNvGrpSpPr/>
          <p:nvPr/>
        </p:nvGrpSpPr>
        <p:grpSpPr>
          <a:xfrm>
            <a:off x="-29700" y="-10535"/>
            <a:ext cx="1397173" cy="5154819"/>
            <a:chOff x="-29700" y="-10535"/>
            <a:chExt cx="1397173" cy="5154819"/>
          </a:xfrm>
        </p:grpSpPr>
        <p:sp>
          <p:nvSpPr>
            <p:cNvPr id="206" name="Google Shape;206;p14"/>
            <p:cNvSpPr/>
            <p:nvPr/>
          </p:nvSpPr>
          <p:spPr>
            <a:xfrm flipH="1">
              <a:off x="-21882" y="-10535"/>
              <a:ext cx="1064878" cy="1431298"/>
            </a:xfrm>
            <a:custGeom>
              <a:avLst/>
              <a:gdLst/>
              <a:ahLst/>
              <a:cxnLst/>
              <a:rect l="l" t="t" r="r" b="b"/>
              <a:pathLst>
                <a:path w="439578" h="590835" extrusionOk="0">
                  <a:moveTo>
                    <a:pt x="439579" y="590836"/>
                  </a:moveTo>
                  <a:lnTo>
                    <a:pt x="439579" y="0"/>
                  </a:lnTo>
                  <a:lnTo>
                    <a:pt x="0" y="0"/>
                  </a:lnTo>
                  <a:cubicBezTo>
                    <a:pt x="84773" y="225266"/>
                    <a:pt x="242792" y="430721"/>
                    <a:pt x="439579" y="590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-29700" y="3739403"/>
              <a:ext cx="1397173" cy="1404881"/>
            </a:xfrm>
            <a:custGeom>
              <a:avLst/>
              <a:gdLst/>
              <a:ahLst/>
              <a:cxnLst/>
              <a:rect l="l" t="t" r="r" b="b"/>
              <a:pathLst>
                <a:path w="1016126" h="2381154" extrusionOk="0">
                  <a:moveTo>
                    <a:pt x="0" y="2381155"/>
                  </a:moveTo>
                  <a:lnTo>
                    <a:pt x="1016127" y="2381155"/>
                  </a:lnTo>
                  <a:lnTo>
                    <a:pt x="0" y="0"/>
                  </a:lnTo>
                  <a:lnTo>
                    <a:pt x="0" y="23811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14"/>
          <p:cNvSpPr txBox="1">
            <a:spLocks noGrp="1"/>
          </p:cNvSpPr>
          <p:nvPr>
            <p:ph type="title"/>
          </p:nvPr>
        </p:nvSpPr>
        <p:spPr>
          <a:xfrm>
            <a:off x="713225" y="1420775"/>
            <a:ext cx="35196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4"/>
          <p:cNvSpPr txBox="1">
            <a:spLocks noGrp="1"/>
          </p:cNvSpPr>
          <p:nvPr>
            <p:ph type="subTitle" idx="1"/>
          </p:nvPr>
        </p:nvSpPr>
        <p:spPr>
          <a:xfrm>
            <a:off x="713225" y="2894100"/>
            <a:ext cx="35196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4"/>
          <p:cNvSpPr>
            <a:spLocks noGrp="1"/>
          </p:cNvSpPr>
          <p:nvPr>
            <p:ph type="pic" idx="2"/>
          </p:nvPr>
        </p:nvSpPr>
        <p:spPr>
          <a:xfrm>
            <a:off x="4787324" y="875500"/>
            <a:ext cx="3519600" cy="3520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1" name="Google Shape;211;p14"/>
          <p:cNvSpPr/>
          <p:nvPr/>
        </p:nvSpPr>
        <p:spPr>
          <a:xfrm rot="-2274005">
            <a:off x="875967" y="3183627"/>
            <a:ext cx="9535" cy="3816619"/>
          </a:xfrm>
          <a:custGeom>
            <a:avLst/>
            <a:gdLst/>
            <a:ahLst/>
            <a:cxnLst/>
            <a:rect l="l" t="t" r="r" b="b"/>
            <a:pathLst>
              <a:path w="9524" h="3812190" extrusionOk="0">
                <a:moveTo>
                  <a:pt x="0" y="0"/>
                </a:moveTo>
                <a:lnTo>
                  <a:pt x="9525" y="0"/>
                </a:lnTo>
                <a:lnTo>
                  <a:pt x="9525" y="3812190"/>
                </a:lnTo>
                <a:lnTo>
                  <a:pt x="0" y="3812190"/>
                </a:ln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2" name="Google Shape;212;p14"/>
          <p:cNvGrpSpPr/>
          <p:nvPr/>
        </p:nvGrpSpPr>
        <p:grpSpPr>
          <a:xfrm>
            <a:off x="348164" y="-396431"/>
            <a:ext cx="7347368" cy="5776149"/>
            <a:chOff x="2681789" y="1632394"/>
            <a:chExt cx="7347368" cy="5776149"/>
          </a:xfrm>
        </p:grpSpPr>
        <p:sp>
          <p:nvSpPr>
            <p:cNvPr id="213" name="Google Shape;213;p14"/>
            <p:cNvSpPr/>
            <p:nvPr/>
          </p:nvSpPr>
          <p:spPr>
            <a:xfrm>
              <a:off x="9350406" y="1632394"/>
              <a:ext cx="678751" cy="678751"/>
            </a:xfrm>
            <a:custGeom>
              <a:avLst/>
              <a:gdLst/>
              <a:ahLst/>
              <a:cxnLst/>
              <a:rect l="l" t="t" r="r" b="b"/>
              <a:pathLst>
                <a:path w="678751" h="678751" extrusionOk="0">
                  <a:moveTo>
                    <a:pt x="339376" y="678752"/>
                  </a:moveTo>
                  <a:cubicBezTo>
                    <a:pt x="152305" y="678752"/>
                    <a:pt x="0" y="526542"/>
                    <a:pt x="0" y="339376"/>
                  </a:cubicBezTo>
                  <a:cubicBezTo>
                    <a:pt x="0" y="152210"/>
                    <a:pt x="152210" y="0"/>
                    <a:pt x="339376" y="0"/>
                  </a:cubicBezTo>
                  <a:cubicBezTo>
                    <a:pt x="526542" y="0"/>
                    <a:pt x="678752" y="152210"/>
                    <a:pt x="678752" y="339376"/>
                  </a:cubicBezTo>
                  <a:cubicBezTo>
                    <a:pt x="678752" y="526542"/>
                    <a:pt x="526542" y="678752"/>
                    <a:pt x="339376" y="678752"/>
                  </a:cubicBezTo>
                  <a:close/>
                  <a:moveTo>
                    <a:pt x="339376" y="4858"/>
                  </a:moveTo>
                  <a:cubicBezTo>
                    <a:pt x="154877" y="4858"/>
                    <a:pt x="4763" y="154972"/>
                    <a:pt x="4763" y="339471"/>
                  </a:cubicBezTo>
                  <a:cubicBezTo>
                    <a:pt x="4763" y="523970"/>
                    <a:pt x="154877" y="674084"/>
                    <a:pt x="339376" y="674084"/>
                  </a:cubicBezTo>
                  <a:cubicBezTo>
                    <a:pt x="523875" y="674084"/>
                    <a:pt x="673989" y="523970"/>
                    <a:pt x="673989" y="339471"/>
                  </a:cubicBezTo>
                  <a:cubicBezTo>
                    <a:pt x="673989" y="154972"/>
                    <a:pt x="523875" y="4858"/>
                    <a:pt x="339376" y="485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4"/>
            <p:cNvSpPr/>
            <p:nvPr/>
          </p:nvSpPr>
          <p:spPr>
            <a:xfrm>
              <a:off x="2681789" y="2904319"/>
              <a:ext cx="205168" cy="205263"/>
            </a:xfrm>
            <a:custGeom>
              <a:avLst/>
              <a:gdLst/>
              <a:ahLst/>
              <a:cxnLst/>
              <a:rect l="l" t="t" r="r" b="b"/>
              <a:pathLst>
                <a:path w="205168" h="205263" extrusionOk="0">
                  <a:moveTo>
                    <a:pt x="102584" y="205264"/>
                  </a:moveTo>
                  <a:cubicBezTo>
                    <a:pt x="46006" y="205264"/>
                    <a:pt x="0" y="159258"/>
                    <a:pt x="0" y="102679"/>
                  </a:cubicBezTo>
                  <a:cubicBezTo>
                    <a:pt x="0" y="46101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679"/>
                  </a:cubicBezTo>
                  <a:cubicBezTo>
                    <a:pt x="205168" y="159353"/>
                    <a:pt x="159163" y="205264"/>
                    <a:pt x="102584" y="205264"/>
                  </a:cubicBezTo>
                  <a:close/>
                  <a:moveTo>
                    <a:pt x="102584" y="4763"/>
                  </a:moveTo>
                  <a:cubicBezTo>
                    <a:pt x="48577" y="4763"/>
                    <a:pt x="4763" y="48673"/>
                    <a:pt x="4763" y="102679"/>
                  </a:cubicBezTo>
                  <a:cubicBezTo>
                    <a:pt x="4763" y="156686"/>
                    <a:pt x="48673" y="200501"/>
                    <a:pt x="102584" y="200501"/>
                  </a:cubicBezTo>
                  <a:cubicBezTo>
                    <a:pt x="156496" y="200501"/>
                    <a:pt x="200406" y="156591"/>
                    <a:pt x="200406" y="102679"/>
                  </a:cubicBezTo>
                  <a:cubicBezTo>
                    <a:pt x="200406" y="48768"/>
                    <a:pt x="156496" y="4763"/>
                    <a:pt x="102584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4"/>
            <p:cNvSpPr/>
            <p:nvPr/>
          </p:nvSpPr>
          <p:spPr>
            <a:xfrm>
              <a:off x="9469936" y="6968870"/>
              <a:ext cx="439674" cy="439673"/>
            </a:xfrm>
            <a:custGeom>
              <a:avLst/>
              <a:gdLst/>
              <a:ahLst/>
              <a:cxnLst/>
              <a:rect l="l" t="t" r="r" b="b"/>
              <a:pathLst>
                <a:path w="439674" h="439673" extrusionOk="0">
                  <a:moveTo>
                    <a:pt x="219837" y="439674"/>
                  </a:moveTo>
                  <a:cubicBezTo>
                    <a:pt x="98584" y="439674"/>
                    <a:pt x="0" y="341090"/>
                    <a:pt x="0" y="219837"/>
                  </a:cubicBezTo>
                  <a:cubicBezTo>
                    <a:pt x="0" y="98584"/>
                    <a:pt x="98584" y="0"/>
                    <a:pt x="219837" y="0"/>
                  </a:cubicBezTo>
                  <a:cubicBezTo>
                    <a:pt x="341090" y="0"/>
                    <a:pt x="439674" y="98584"/>
                    <a:pt x="439674" y="219837"/>
                  </a:cubicBezTo>
                  <a:cubicBezTo>
                    <a:pt x="439674" y="341090"/>
                    <a:pt x="341090" y="439674"/>
                    <a:pt x="219837" y="439674"/>
                  </a:cubicBezTo>
                  <a:close/>
                  <a:moveTo>
                    <a:pt x="219837" y="4763"/>
                  </a:moveTo>
                  <a:cubicBezTo>
                    <a:pt x="101251" y="4763"/>
                    <a:pt x="4763" y="101251"/>
                    <a:pt x="4763" y="219837"/>
                  </a:cubicBezTo>
                  <a:cubicBezTo>
                    <a:pt x="4763" y="338423"/>
                    <a:pt x="101251" y="434911"/>
                    <a:pt x="219837" y="434911"/>
                  </a:cubicBezTo>
                  <a:cubicBezTo>
                    <a:pt x="338424" y="434911"/>
                    <a:pt x="434912" y="338423"/>
                    <a:pt x="434912" y="219837"/>
                  </a:cubicBezTo>
                  <a:cubicBezTo>
                    <a:pt x="434912" y="101251"/>
                    <a:pt x="338424" y="4763"/>
                    <a:pt x="219837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15"/>
          <p:cNvGrpSpPr/>
          <p:nvPr/>
        </p:nvGrpSpPr>
        <p:grpSpPr>
          <a:xfrm>
            <a:off x="-1520433" y="-168051"/>
            <a:ext cx="10663619" cy="5312335"/>
            <a:chOff x="-1520433" y="-168051"/>
            <a:chExt cx="10663619" cy="5312335"/>
          </a:xfrm>
        </p:grpSpPr>
        <p:sp>
          <p:nvSpPr>
            <p:cNvPr id="218" name="Google Shape;218;p15"/>
            <p:cNvSpPr/>
            <p:nvPr/>
          </p:nvSpPr>
          <p:spPr>
            <a:xfrm>
              <a:off x="8069350" y="0"/>
              <a:ext cx="1073836" cy="2570922"/>
            </a:xfrm>
            <a:custGeom>
              <a:avLst/>
              <a:gdLst/>
              <a:ahLst/>
              <a:cxnLst/>
              <a:rect l="l" t="t" r="r" b="b"/>
              <a:pathLst>
                <a:path w="1164050" h="2727769" extrusionOk="0">
                  <a:moveTo>
                    <a:pt x="1164051" y="0"/>
                  </a:moveTo>
                  <a:lnTo>
                    <a:pt x="0" y="0"/>
                  </a:lnTo>
                  <a:lnTo>
                    <a:pt x="1164051" y="2727770"/>
                  </a:lnTo>
                  <a:lnTo>
                    <a:pt x="1164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-29700" y="3739403"/>
              <a:ext cx="1397173" cy="1404881"/>
            </a:xfrm>
            <a:custGeom>
              <a:avLst/>
              <a:gdLst/>
              <a:ahLst/>
              <a:cxnLst/>
              <a:rect l="l" t="t" r="r" b="b"/>
              <a:pathLst>
                <a:path w="1016126" h="2381154" extrusionOk="0">
                  <a:moveTo>
                    <a:pt x="0" y="2381155"/>
                  </a:moveTo>
                  <a:lnTo>
                    <a:pt x="1016127" y="2381155"/>
                  </a:lnTo>
                  <a:lnTo>
                    <a:pt x="0" y="0"/>
                  </a:lnTo>
                  <a:lnTo>
                    <a:pt x="0" y="238115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-1520433" y="-168051"/>
              <a:ext cx="3089581" cy="707559"/>
            </a:xfrm>
            <a:custGeom>
              <a:avLst/>
              <a:gdLst/>
              <a:ahLst/>
              <a:cxnLst/>
              <a:rect l="l" t="t" r="r" b="b"/>
              <a:pathLst>
                <a:path w="1958530" h="448532" extrusionOk="0">
                  <a:moveTo>
                    <a:pt x="0" y="0"/>
                  </a:moveTo>
                  <a:cubicBezTo>
                    <a:pt x="164211" y="259080"/>
                    <a:pt x="476345" y="448532"/>
                    <a:pt x="774287" y="448532"/>
                  </a:cubicBezTo>
                  <a:lnTo>
                    <a:pt x="1329118" y="448532"/>
                  </a:lnTo>
                  <a:cubicBezTo>
                    <a:pt x="1619345" y="448532"/>
                    <a:pt x="1867662" y="260318"/>
                    <a:pt x="1958531" y="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5"/>
          <p:cNvGrpSpPr/>
          <p:nvPr/>
        </p:nvGrpSpPr>
        <p:grpSpPr>
          <a:xfrm>
            <a:off x="-2295527" y="-694628"/>
            <a:ext cx="11660698" cy="7295308"/>
            <a:chOff x="-2295527" y="-694628"/>
            <a:chExt cx="11660698" cy="7295308"/>
          </a:xfrm>
        </p:grpSpPr>
        <p:sp>
          <p:nvSpPr>
            <p:cNvPr id="222" name="Google Shape;222;p15"/>
            <p:cNvSpPr/>
            <p:nvPr/>
          </p:nvSpPr>
          <p:spPr>
            <a:xfrm rot="-708899">
              <a:off x="8858187" y="-745134"/>
              <a:ext cx="9537" cy="4860013"/>
            </a:xfrm>
            <a:custGeom>
              <a:avLst/>
              <a:gdLst/>
              <a:ahLst/>
              <a:cxnLst/>
              <a:rect l="l" t="t" r="r" b="b"/>
              <a:pathLst>
                <a:path w="9525" h="4854131" extrusionOk="0">
                  <a:moveTo>
                    <a:pt x="0" y="0"/>
                  </a:moveTo>
                  <a:lnTo>
                    <a:pt x="9525" y="0"/>
                  </a:lnTo>
                  <a:lnTo>
                    <a:pt x="9525" y="4854131"/>
                  </a:lnTo>
                  <a:lnTo>
                    <a:pt x="0" y="485413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5"/>
            <p:cNvSpPr/>
            <p:nvPr/>
          </p:nvSpPr>
          <p:spPr>
            <a:xfrm rot="-2274005">
              <a:off x="875967" y="3183627"/>
              <a:ext cx="9535" cy="3816619"/>
            </a:xfrm>
            <a:custGeom>
              <a:avLst/>
              <a:gdLst/>
              <a:ahLst/>
              <a:cxnLst/>
              <a:rect l="l" t="t" r="r" b="b"/>
              <a:pathLst>
                <a:path w="9524" h="3812190" extrusionOk="0">
                  <a:moveTo>
                    <a:pt x="0" y="0"/>
                  </a:moveTo>
                  <a:lnTo>
                    <a:pt x="9525" y="0"/>
                  </a:lnTo>
                  <a:lnTo>
                    <a:pt x="9525" y="3812190"/>
                  </a:lnTo>
                  <a:lnTo>
                    <a:pt x="0" y="381219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5"/>
            <p:cNvSpPr/>
            <p:nvPr/>
          </p:nvSpPr>
          <p:spPr>
            <a:xfrm>
              <a:off x="-2295527" y="-467655"/>
              <a:ext cx="3501886" cy="806128"/>
            </a:xfrm>
            <a:custGeom>
              <a:avLst/>
              <a:gdLst/>
              <a:ahLst/>
              <a:cxnLst/>
              <a:rect l="l" t="t" r="r" b="b"/>
              <a:pathLst>
                <a:path w="2219896" h="511016" extrusionOk="0">
                  <a:moveTo>
                    <a:pt x="1505617" y="511016"/>
                  </a:moveTo>
                  <a:lnTo>
                    <a:pt x="877919" y="511016"/>
                  </a:lnTo>
                  <a:cubicBezTo>
                    <a:pt x="714089" y="511016"/>
                    <a:pt x="542544" y="461201"/>
                    <a:pt x="382048" y="366903"/>
                  </a:cubicBezTo>
                  <a:cubicBezTo>
                    <a:pt x="226886" y="275749"/>
                    <a:pt x="91154" y="146399"/>
                    <a:pt x="0" y="2572"/>
                  </a:cubicBezTo>
                  <a:lnTo>
                    <a:pt x="4000" y="0"/>
                  </a:lnTo>
                  <a:cubicBezTo>
                    <a:pt x="94774" y="143256"/>
                    <a:pt x="229838" y="272034"/>
                    <a:pt x="384429" y="362807"/>
                  </a:cubicBezTo>
                  <a:cubicBezTo>
                    <a:pt x="544259" y="456629"/>
                    <a:pt x="714851" y="506254"/>
                    <a:pt x="877919" y="506254"/>
                  </a:cubicBezTo>
                  <a:lnTo>
                    <a:pt x="1505617" y="506254"/>
                  </a:lnTo>
                  <a:cubicBezTo>
                    <a:pt x="1824609" y="506254"/>
                    <a:pt x="2109883" y="302990"/>
                    <a:pt x="2215420" y="476"/>
                  </a:cubicBezTo>
                  <a:lnTo>
                    <a:pt x="2219897" y="2000"/>
                  </a:lnTo>
                  <a:cubicBezTo>
                    <a:pt x="2113693" y="306419"/>
                    <a:pt x="1826705" y="511016"/>
                    <a:pt x="1505617" y="511016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5" name="Google Shape;225;p15"/>
            <p:cNvGrpSpPr/>
            <p:nvPr/>
          </p:nvGrpSpPr>
          <p:grpSpPr>
            <a:xfrm>
              <a:off x="610635" y="-396431"/>
              <a:ext cx="7084897" cy="5776149"/>
              <a:chOff x="2944261" y="1632394"/>
              <a:chExt cx="7084897" cy="5776149"/>
            </a:xfrm>
          </p:grpSpPr>
          <p:sp>
            <p:nvSpPr>
              <p:cNvPr id="226" name="Google Shape;226;p15"/>
              <p:cNvSpPr/>
              <p:nvPr/>
            </p:nvSpPr>
            <p:spPr>
              <a:xfrm>
                <a:off x="2944261" y="2753625"/>
                <a:ext cx="205168" cy="205168"/>
              </a:xfrm>
              <a:custGeom>
                <a:avLst/>
                <a:gdLst/>
                <a:ahLst/>
                <a:cxnLst/>
                <a:rect l="l" t="t" r="r" b="b"/>
                <a:pathLst>
                  <a:path w="205168" h="205168" extrusionOk="0">
                    <a:moveTo>
                      <a:pt x="102584" y="205169"/>
                    </a:moveTo>
                    <a:cubicBezTo>
                      <a:pt x="46006" y="205169"/>
                      <a:pt x="0" y="159163"/>
                      <a:pt x="0" y="102584"/>
                    </a:cubicBezTo>
                    <a:cubicBezTo>
                      <a:pt x="0" y="46006"/>
                      <a:pt x="46006" y="0"/>
                      <a:pt x="102584" y="0"/>
                    </a:cubicBezTo>
                    <a:cubicBezTo>
                      <a:pt x="159163" y="0"/>
                      <a:pt x="205168" y="46006"/>
                      <a:pt x="205168" y="102584"/>
                    </a:cubicBezTo>
                    <a:cubicBezTo>
                      <a:pt x="205168" y="159163"/>
                      <a:pt x="159163" y="205169"/>
                      <a:pt x="102584" y="205169"/>
                    </a:cubicBezTo>
                    <a:close/>
                    <a:moveTo>
                      <a:pt x="102584" y="4667"/>
                    </a:moveTo>
                    <a:cubicBezTo>
                      <a:pt x="48578" y="4667"/>
                      <a:pt x="4763" y="48577"/>
                      <a:pt x="4763" y="102489"/>
                    </a:cubicBezTo>
                    <a:cubicBezTo>
                      <a:pt x="4763" y="156400"/>
                      <a:pt x="48673" y="200311"/>
                      <a:pt x="102584" y="200311"/>
                    </a:cubicBezTo>
                    <a:cubicBezTo>
                      <a:pt x="156496" y="200311"/>
                      <a:pt x="200406" y="156400"/>
                      <a:pt x="200406" y="102489"/>
                    </a:cubicBezTo>
                    <a:cubicBezTo>
                      <a:pt x="200406" y="48577"/>
                      <a:pt x="156496" y="4667"/>
                      <a:pt x="102584" y="4667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15"/>
              <p:cNvSpPr/>
              <p:nvPr/>
            </p:nvSpPr>
            <p:spPr>
              <a:xfrm>
                <a:off x="9350406" y="1632394"/>
                <a:ext cx="678751" cy="678751"/>
              </a:xfrm>
              <a:custGeom>
                <a:avLst/>
                <a:gdLst/>
                <a:ahLst/>
                <a:cxnLst/>
                <a:rect l="l" t="t" r="r" b="b"/>
                <a:pathLst>
                  <a:path w="678751" h="678751" extrusionOk="0">
                    <a:moveTo>
                      <a:pt x="339376" y="678752"/>
                    </a:moveTo>
                    <a:cubicBezTo>
                      <a:pt x="152305" y="678752"/>
                      <a:pt x="0" y="526542"/>
                      <a:pt x="0" y="339376"/>
                    </a:cubicBezTo>
                    <a:cubicBezTo>
                      <a:pt x="0" y="152210"/>
                      <a:pt x="152210" y="0"/>
                      <a:pt x="339376" y="0"/>
                    </a:cubicBezTo>
                    <a:cubicBezTo>
                      <a:pt x="526542" y="0"/>
                      <a:pt x="678752" y="152210"/>
                      <a:pt x="678752" y="339376"/>
                    </a:cubicBezTo>
                    <a:cubicBezTo>
                      <a:pt x="678752" y="526542"/>
                      <a:pt x="526542" y="678752"/>
                      <a:pt x="339376" y="678752"/>
                    </a:cubicBezTo>
                    <a:close/>
                    <a:moveTo>
                      <a:pt x="339376" y="4858"/>
                    </a:moveTo>
                    <a:cubicBezTo>
                      <a:pt x="154877" y="4858"/>
                      <a:pt x="4763" y="154972"/>
                      <a:pt x="4763" y="339471"/>
                    </a:cubicBezTo>
                    <a:cubicBezTo>
                      <a:pt x="4763" y="523970"/>
                      <a:pt x="154877" y="674084"/>
                      <a:pt x="339376" y="674084"/>
                    </a:cubicBezTo>
                    <a:cubicBezTo>
                      <a:pt x="523875" y="674084"/>
                      <a:pt x="673989" y="523970"/>
                      <a:pt x="673989" y="339471"/>
                    </a:cubicBezTo>
                    <a:cubicBezTo>
                      <a:pt x="673989" y="154972"/>
                      <a:pt x="523875" y="4858"/>
                      <a:pt x="33937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15"/>
              <p:cNvSpPr/>
              <p:nvPr/>
            </p:nvSpPr>
            <p:spPr>
              <a:xfrm>
                <a:off x="4615364" y="6815994"/>
                <a:ext cx="205168" cy="205263"/>
              </a:xfrm>
              <a:custGeom>
                <a:avLst/>
                <a:gdLst/>
                <a:ahLst/>
                <a:cxnLst/>
                <a:rect l="l" t="t" r="r" b="b"/>
                <a:pathLst>
                  <a:path w="205168" h="205263" extrusionOk="0">
                    <a:moveTo>
                      <a:pt x="102584" y="205264"/>
                    </a:moveTo>
                    <a:cubicBezTo>
                      <a:pt x="46006" y="205264"/>
                      <a:pt x="0" y="159258"/>
                      <a:pt x="0" y="102679"/>
                    </a:cubicBezTo>
                    <a:cubicBezTo>
                      <a:pt x="0" y="46101"/>
                      <a:pt x="46006" y="0"/>
                      <a:pt x="102584" y="0"/>
                    </a:cubicBezTo>
                    <a:cubicBezTo>
                      <a:pt x="159163" y="0"/>
                      <a:pt x="205168" y="46006"/>
                      <a:pt x="205168" y="102679"/>
                    </a:cubicBezTo>
                    <a:cubicBezTo>
                      <a:pt x="205168" y="159353"/>
                      <a:pt x="159163" y="205264"/>
                      <a:pt x="102584" y="205264"/>
                    </a:cubicBezTo>
                    <a:close/>
                    <a:moveTo>
                      <a:pt x="102584" y="4763"/>
                    </a:moveTo>
                    <a:cubicBezTo>
                      <a:pt x="48577" y="4763"/>
                      <a:pt x="4763" y="48673"/>
                      <a:pt x="4763" y="102679"/>
                    </a:cubicBezTo>
                    <a:cubicBezTo>
                      <a:pt x="4763" y="156686"/>
                      <a:pt x="48673" y="200501"/>
                      <a:pt x="102584" y="200501"/>
                    </a:cubicBezTo>
                    <a:cubicBezTo>
                      <a:pt x="156496" y="200501"/>
                      <a:pt x="200406" y="156591"/>
                      <a:pt x="200406" y="102679"/>
                    </a:cubicBezTo>
                    <a:cubicBezTo>
                      <a:pt x="200406" y="48768"/>
                      <a:pt x="156496" y="4763"/>
                      <a:pt x="102584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5"/>
              <p:cNvSpPr/>
              <p:nvPr/>
            </p:nvSpPr>
            <p:spPr>
              <a:xfrm>
                <a:off x="9469936" y="6968870"/>
                <a:ext cx="439674" cy="439673"/>
              </a:xfrm>
              <a:custGeom>
                <a:avLst/>
                <a:gdLst/>
                <a:ahLst/>
                <a:cxnLst/>
                <a:rect l="l" t="t" r="r" b="b"/>
                <a:pathLst>
                  <a:path w="439674" h="439673" extrusionOk="0">
                    <a:moveTo>
                      <a:pt x="219837" y="439674"/>
                    </a:moveTo>
                    <a:cubicBezTo>
                      <a:pt x="98584" y="439674"/>
                      <a:pt x="0" y="341090"/>
                      <a:pt x="0" y="219837"/>
                    </a:cubicBezTo>
                    <a:cubicBezTo>
                      <a:pt x="0" y="98584"/>
                      <a:pt x="98584" y="0"/>
                      <a:pt x="219837" y="0"/>
                    </a:cubicBezTo>
                    <a:cubicBezTo>
                      <a:pt x="341090" y="0"/>
                      <a:pt x="439674" y="98584"/>
                      <a:pt x="439674" y="219837"/>
                    </a:cubicBezTo>
                    <a:cubicBezTo>
                      <a:pt x="439674" y="341090"/>
                      <a:pt x="341090" y="439674"/>
                      <a:pt x="219837" y="439674"/>
                    </a:cubicBezTo>
                    <a:close/>
                    <a:moveTo>
                      <a:pt x="219837" y="4763"/>
                    </a:moveTo>
                    <a:cubicBezTo>
                      <a:pt x="101251" y="4763"/>
                      <a:pt x="4763" y="101251"/>
                      <a:pt x="4763" y="219837"/>
                    </a:cubicBezTo>
                    <a:cubicBezTo>
                      <a:pt x="4763" y="338423"/>
                      <a:pt x="101251" y="434911"/>
                      <a:pt x="219837" y="434911"/>
                    </a:cubicBezTo>
                    <a:cubicBezTo>
                      <a:pt x="338424" y="434911"/>
                      <a:pt x="434912" y="338423"/>
                      <a:pt x="434912" y="219837"/>
                    </a:cubicBezTo>
                    <a:cubicBezTo>
                      <a:pt x="434912" y="101251"/>
                      <a:pt x="338424" y="4763"/>
                      <a:pt x="219837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20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_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16"/>
          <p:cNvGrpSpPr/>
          <p:nvPr/>
        </p:nvGrpSpPr>
        <p:grpSpPr>
          <a:xfrm>
            <a:off x="-52476" y="-985"/>
            <a:ext cx="9351589" cy="5550649"/>
            <a:chOff x="-52476" y="-985"/>
            <a:chExt cx="9351589" cy="5550649"/>
          </a:xfrm>
        </p:grpSpPr>
        <p:sp>
          <p:nvSpPr>
            <p:cNvPr id="234" name="Google Shape;234;p16"/>
            <p:cNvSpPr/>
            <p:nvPr/>
          </p:nvSpPr>
          <p:spPr>
            <a:xfrm rot="5400000">
              <a:off x="7400543" y="3651094"/>
              <a:ext cx="3089581" cy="707559"/>
            </a:xfrm>
            <a:custGeom>
              <a:avLst/>
              <a:gdLst/>
              <a:ahLst/>
              <a:cxnLst/>
              <a:rect l="l" t="t" r="r" b="b"/>
              <a:pathLst>
                <a:path w="1958530" h="448532" extrusionOk="0">
                  <a:moveTo>
                    <a:pt x="0" y="0"/>
                  </a:moveTo>
                  <a:cubicBezTo>
                    <a:pt x="164211" y="259080"/>
                    <a:pt x="476345" y="448532"/>
                    <a:pt x="774287" y="448532"/>
                  </a:cubicBezTo>
                  <a:lnTo>
                    <a:pt x="1329118" y="448532"/>
                  </a:lnTo>
                  <a:cubicBezTo>
                    <a:pt x="1619345" y="448532"/>
                    <a:pt x="1867662" y="260318"/>
                    <a:pt x="1958531" y="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6"/>
            <p:cNvSpPr/>
            <p:nvPr/>
          </p:nvSpPr>
          <p:spPr>
            <a:xfrm rot="10800000" flipH="1">
              <a:off x="-52476" y="-985"/>
              <a:ext cx="1011333" cy="1352000"/>
            </a:xfrm>
            <a:custGeom>
              <a:avLst/>
              <a:gdLst/>
              <a:ahLst/>
              <a:cxnLst/>
              <a:rect l="l" t="t" r="r" b="b"/>
              <a:pathLst>
                <a:path w="782463" h="1046035" extrusionOk="0">
                  <a:moveTo>
                    <a:pt x="655034" y="532734"/>
                  </a:moveTo>
                  <a:cubicBezTo>
                    <a:pt x="571214" y="260223"/>
                    <a:pt x="286226" y="33433"/>
                    <a:pt x="0" y="0"/>
                  </a:cubicBezTo>
                  <a:lnTo>
                    <a:pt x="0" y="1046036"/>
                  </a:lnTo>
                  <a:lnTo>
                    <a:pt x="781717" y="1046036"/>
                  </a:lnTo>
                  <a:cubicBezTo>
                    <a:pt x="784955" y="990886"/>
                    <a:pt x="777716" y="931641"/>
                    <a:pt x="758857" y="870109"/>
                  </a:cubicBezTo>
                  <a:lnTo>
                    <a:pt x="655130" y="53263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p16"/>
          <p:cNvGrpSpPr/>
          <p:nvPr/>
        </p:nvGrpSpPr>
        <p:grpSpPr>
          <a:xfrm>
            <a:off x="-551471" y="-248595"/>
            <a:ext cx="10150188" cy="5435469"/>
            <a:chOff x="-551471" y="-248595"/>
            <a:chExt cx="10150188" cy="5435469"/>
          </a:xfrm>
        </p:grpSpPr>
        <p:sp>
          <p:nvSpPr>
            <p:cNvPr id="237" name="Google Shape;237;p16"/>
            <p:cNvSpPr/>
            <p:nvPr/>
          </p:nvSpPr>
          <p:spPr>
            <a:xfrm rot="5400000">
              <a:off x="7444710" y="3032868"/>
              <a:ext cx="3501886" cy="806128"/>
            </a:xfrm>
            <a:custGeom>
              <a:avLst/>
              <a:gdLst/>
              <a:ahLst/>
              <a:cxnLst/>
              <a:rect l="l" t="t" r="r" b="b"/>
              <a:pathLst>
                <a:path w="2219896" h="511016" extrusionOk="0">
                  <a:moveTo>
                    <a:pt x="1505617" y="511016"/>
                  </a:moveTo>
                  <a:lnTo>
                    <a:pt x="877919" y="511016"/>
                  </a:lnTo>
                  <a:cubicBezTo>
                    <a:pt x="714089" y="511016"/>
                    <a:pt x="542544" y="461201"/>
                    <a:pt x="382048" y="366903"/>
                  </a:cubicBezTo>
                  <a:cubicBezTo>
                    <a:pt x="226886" y="275749"/>
                    <a:pt x="91154" y="146399"/>
                    <a:pt x="0" y="2572"/>
                  </a:cubicBezTo>
                  <a:lnTo>
                    <a:pt x="4000" y="0"/>
                  </a:lnTo>
                  <a:cubicBezTo>
                    <a:pt x="94774" y="143256"/>
                    <a:pt x="229838" y="272034"/>
                    <a:pt x="384429" y="362807"/>
                  </a:cubicBezTo>
                  <a:cubicBezTo>
                    <a:pt x="544259" y="456629"/>
                    <a:pt x="714851" y="506254"/>
                    <a:pt x="877919" y="506254"/>
                  </a:cubicBezTo>
                  <a:lnTo>
                    <a:pt x="1505617" y="506254"/>
                  </a:lnTo>
                  <a:cubicBezTo>
                    <a:pt x="1824609" y="506254"/>
                    <a:pt x="2109883" y="302990"/>
                    <a:pt x="2215420" y="476"/>
                  </a:cubicBezTo>
                  <a:lnTo>
                    <a:pt x="2219897" y="2000"/>
                  </a:lnTo>
                  <a:cubicBezTo>
                    <a:pt x="2113693" y="306419"/>
                    <a:pt x="1826705" y="511016"/>
                    <a:pt x="1505617" y="511016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6"/>
            <p:cNvSpPr/>
            <p:nvPr/>
          </p:nvSpPr>
          <p:spPr>
            <a:xfrm rot="10800000" flipH="1">
              <a:off x="-551471" y="-248595"/>
              <a:ext cx="1261935" cy="1959953"/>
            </a:xfrm>
            <a:custGeom>
              <a:avLst/>
              <a:gdLst/>
              <a:ahLst/>
              <a:cxnLst/>
              <a:rect l="l" t="t" r="r" b="b"/>
              <a:pathLst>
                <a:path w="870300" h="1351692" extrusionOk="0">
                  <a:moveTo>
                    <a:pt x="865632" y="1351598"/>
                  </a:moveTo>
                  <a:lnTo>
                    <a:pt x="860870" y="1351026"/>
                  </a:lnTo>
                  <a:cubicBezTo>
                    <a:pt x="869918" y="1282351"/>
                    <a:pt x="865727" y="1209580"/>
                    <a:pt x="848582" y="1134713"/>
                  </a:cubicBezTo>
                  <a:lnTo>
                    <a:pt x="751808" y="712756"/>
                  </a:lnTo>
                  <a:cubicBezTo>
                    <a:pt x="674560" y="376238"/>
                    <a:pt x="351377" y="71819"/>
                    <a:pt x="0" y="4667"/>
                  </a:cubicBezTo>
                  <a:lnTo>
                    <a:pt x="857" y="0"/>
                  </a:lnTo>
                  <a:cubicBezTo>
                    <a:pt x="354044" y="67437"/>
                    <a:pt x="678847" y="373475"/>
                    <a:pt x="756476" y="711708"/>
                  </a:cubicBezTo>
                  <a:lnTo>
                    <a:pt x="853250" y="1133666"/>
                  </a:lnTo>
                  <a:cubicBezTo>
                    <a:pt x="870585" y="1209104"/>
                    <a:pt x="874681" y="1282446"/>
                    <a:pt x="865632" y="135169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" name="Google Shape;239;p16"/>
          <p:cNvGrpSpPr/>
          <p:nvPr/>
        </p:nvGrpSpPr>
        <p:grpSpPr>
          <a:xfrm>
            <a:off x="115335" y="-392531"/>
            <a:ext cx="8599372" cy="5852349"/>
            <a:chOff x="2944261" y="1556194"/>
            <a:chExt cx="8599372" cy="5852349"/>
          </a:xfrm>
        </p:grpSpPr>
        <p:sp>
          <p:nvSpPr>
            <p:cNvPr id="240" name="Google Shape;240;p16"/>
            <p:cNvSpPr/>
            <p:nvPr/>
          </p:nvSpPr>
          <p:spPr>
            <a:xfrm>
              <a:off x="2944261" y="2753625"/>
              <a:ext cx="205168" cy="205168"/>
            </a:xfrm>
            <a:custGeom>
              <a:avLst/>
              <a:gdLst/>
              <a:ahLst/>
              <a:cxnLst/>
              <a:rect l="l" t="t" r="r" b="b"/>
              <a:pathLst>
                <a:path w="205168" h="205168" extrusionOk="0">
                  <a:moveTo>
                    <a:pt x="102584" y="205169"/>
                  </a:moveTo>
                  <a:cubicBezTo>
                    <a:pt x="46006" y="205169"/>
                    <a:pt x="0" y="159163"/>
                    <a:pt x="0" y="102584"/>
                  </a:cubicBezTo>
                  <a:cubicBezTo>
                    <a:pt x="0" y="46006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584"/>
                  </a:cubicBezTo>
                  <a:cubicBezTo>
                    <a:pt x="205168" y="159163"/>
                    <a:pt x="159163" y="205169"/>
                    <a:pt x="102584" y="205169"/>
                  </a:cubicBezTo>
                  <a:close/>
                  <a:moveTo>
                    <a:pt x="102584" y="4667"/>
                  </a:moveTo>
                  <a:cubicBezTo>
                    <a:pt x="48578" y="4667"/>
                    <a:pt x="4763" y="48577"/>
                    <a:pt x="4763" y="102489"/>
                  </a:cubicBezTo>
                  <a:cubicBezTo>
                    <a:pt x="4763" y="156400"/>
                    <a:pt x="48673" y="200311"/>
                    <a:pt x="102584" y="200311"/>
                  </a:cubicBezTo>
                  <a:cubicBezTo>
                    <a:pt x="156496" y="200311"/>
                    <a:pt x="200406" y="156400"/>
                    <a:pt x="200406" y="102489"/>
                  </a:cubicBezTo>
                  <a:cubicBezTo>
                    <a:pt x="200406" y="48577"/>
                    <a:pt x="156496" y="4667"/>
                    <a:pt x="102584" y="466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10864881" y="1556194"/>
              <a:ext cx="678751" cy="678751"/>
            </a:xfrm>
            <a:custGeom>
              <a:avLst/>
              <a:gdLst/>
              <a:ahLst/>
              <a:cxnLst/>
              <a:rect l="l" t="t" r="r" b="b"/>
              <a:pathLst>
                <a:path w="678751" h="678751" extrusionOk="0">
                  <a:moveTo>
                    <a:pt x="339376" y="678752"/>
                  </a:moveTo>
                  <a:cubicBezTo>
                    <a:pt x="152305" y="678752"/>
                    <a:pt x="0" y="526542"/>
                    <a:pt x="0" y="339376"/>
                  </a:cubicBezTo>
                  <a:cubicBezTo>
                    <a:pt x="0" y="152210"/>
                    <a:pt x="152210" y="0"/>
                    <a:pt x="339376" y="0"/>
                  </a:cubicBezTo>
                  <a:cubicBezTo>
                    <a:pt x="526542" y="0"/>
                    <a:pt x="678752" y="152210"/>
                    <a:pt x="678752" y="339376"/>
                  </a:cubicBezTo>
                  <a:cubicBezTo>
                    <a:pt x="678752" y="526542"/>
                    <a:pt x="526542" y="678752"/>
                    <a:pt x="339376" y="678752"/>
                  </a:cubicBezTo>
                  <a:close/>
                  <a:moveTo>
                    <a:pt x="339376" y="4858"/>
                  </a:moveTo>
                  <a:cubicBezTo>
                    <a:pt x="154877" y="4858"/>
                    <a:pt x="4763" y="154972"/>
                    <a:pt x="4763" y="339471"/>
                  </a:cubicBezTo>
                  <a:cubicBezTo>
                    <a:pt x="4763" y="523970"/>
                    <a:pt x="154877" y="674084"/>
                    <a:pt x="339376" y="674084"/>
                  </a:cubicBezTo>
                  <a:cubicBezTo>
                    <a:pt x="523875" y="674084"/>
                    <a:pt x="673989" y="523970"/>
                    <a:pt x="673989" y="339471"/>
                  </a:cubicBezTo>
                  <a:cubicBezTo>
                    <a:pt x="673989" y="154972"/>
                    <a:pt x="523875" y="4858"/>
                    <a:pt x="339376" y="485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3179526" y="6654069"/>
              <a:ext cx="205168" cy="205263"/>
            </a:xfrm>
            <a:custGeom>
              <a:avLst/>
              <a:gdLst/>
              <a:ahLst/>
              <a:cxnLst/>
              <a:rect l="l" t="t" r="r" b="b"/>
              <a:pathLst>
                <a:path w="205168" h="205263" extrusionOk="0">
                  <a:moveTo>
                    <a:pt x="102584" y="205264"/>
                  </a:moveTo>
                  <a:cubicBezTo>
                    <a:pt x="46006" y="205264"/>
                    <a:pt x="0" y="159258"/>
                    <a:pt x="0" y="102679"/>
                  </a:cubicBezTo>
                  <a:cubicBezTo>
                    <a:pt x="0" y="46101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679"/>
                  </a:cubicBezTo>
                  <a:cubicBezTo>
                    <a:pt x="205168" y="159353"/>
                    <a:pt x="159163" y="205264"/>
                    <a:pt x="102584" y="205264"/>
                  </a:cubicBezTo>
                  <a:close/>
                  <a:moveTo>
                    <a:pt x="102584" y="4763"/>
                  </a:moveTo>
                  <a:cubicBezTo>
                    <a:pt x="48577" y="4763"/>
                    <a:pt x="4763" y="48673"/>
                    <a:pt x="4763" y="102679"/>
                  </a:cubicBezTo>
                  <a:cubicBezTo>
                    <a:pt x="4763" y="156686"/>
                    <a:pt x="48673" y="200501"/>
                    <a:pt x="102584" y="200501"/>
                  </a:cubicBezTo>
                  <a:cubicBezTo>
                    <a:pt x="156496" y="200501"/>
                    <a:pt x="200406" y="156591"/>
                    <a:pt x="200406" y="102679"/>
                  </a:cubicBezTo>
                  <a:cubicBezTo>
                    <a:pt x="200406" y="48768"/>
                    <a:pt x="156496" y="4763"/>
                    <a:pt x="102584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9469936" y="6968870"/>
              <a:ext cx="439674" cy="439673"/>
            </a:xfrm>
            <a:custGeom>
              <a:avLst/>
              <a:gdLst/>
              <a:ahLst/>
              <a:cxnLst/>
              <a:rect l="l" t="t" r="r" b="b"/>
              <a:pathLst>
                <a:path w="439674" h="439673" extrusionOk="0">
                  <a:moveTo>
                    <a:pt x="219837" y="439674"/>
                  </a:moveTo>
                  <a:cubicBezTo>
                    <a:pt x="98584" y="439674"/>
                    <a:pt x="0" y="341090"/>
                    <a:pt x="0" y="219837"/>
                  </a:cubicBezTo>
                  <a:cubicBezTo>
                    <a:pt x="0" y="98584"/>
                    <a:pt x="98584" y="0"/>
                    <a:pt x="219837" y="0"/>
                  </a:cubicBezTo>
                  <a:cubicBezTo>
                    <a:pt x="341090" y="0"/>
                    <a:pt x="439674" y="98584"/>
                    <a:pt x="439674" y="219837"/>
                  </a:cubicBezTo>
                  <a:cubicBezTo>
                    <a:pt x="439674" y="341090"/>
                    <a:pt x="341090" y="439674"/>
                    <a:pt x="219837" y="439674"/>
                  </a:cubicBezTo>
                  <a:close/>
                  <a:moveTo>
                    <a:pt x="219837" y="4763"/>
                  </a:moveTo>
                  <a:cubicBezTo>
                    <a:pt x="101251" y="4763"/>
                    <a:pt x="4763" y="101251"/>
                    <a:pt x="4763" y="219837"/>
                  </a:cubicBezTo>
                  <a:cubicBezTo>
                    <a:pt x="4763" y="338423"/>
                    <a:pt x="101251" y="434911"/>
                    <a:pt x="219837" y="434911"/>
                  </a:cubicBezTo>
                  <a:cubicBezTo>
                    <a:pt x="338424" y="434911"/>
                    <a:pt x="434912" y="338423"/>
                    <a:pt x="434912" y="219837"/>
                  </a:cubicBezTo>
                  <a:cubicBezTo>
                    <a:pt x="434912" y="101251"/>
                    <a:pt x="338424" y="4763"/>
                    <a:pt x="219837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16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11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17"/>
          <p:cNvSpPr txBox="1">
            <a:spLocks noGrp="1"/>
          </p:cNvSpPr>
          <p:nvPr>
            <p:ph type="subTitle" idx="1"/>
          </p:nvPr>
        </p:nvSpPr>
        <p:spPr>
          <a:xfrm>
            <a:off x="1081975" y="1656032"/>
            <a:ext cx="699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7"/>
          <p:cNvSpPr txBox="1">
            <a:spLocks noGrp="1"/>
          </p:cNvSpPr>
          <p:nvPr>
            <p:ph type="subTitle" idx="2"/>
          </p:nvPr>
        </p:nvSpPr>
        <p:spPr>
          <a:xfrm>
            <a:off x="1081975" y="2776206"/>
            <a:ext cx="699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17"/>
          <p:cNvSpPr txBox="1">
            <a:spLocks noGrp="1"/>
          </p:cNvSpPr>
          <p:nvPr>
            <p:ph type="subTitle" idx="3"/>
          </p:nvPr>
        </p:nvSpPr>
        <p:spPr>
          <a:xfrm>
            <a:off x="1081975" y="3896706"/>
            <a:ext cx="699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17"/>
          <p:cNvSpPr txBox="1">
            <a:spLocks noGrp="1"/>
          </p:cNvSpPr>
          <p:nvPr>
            <p:ph type="subTitle" idx="4"/>
          </p:nvPr>
        </p:nvSpPr>
        <p:spPr>
          <a:xfrm>
            <a:off x="1081975" y="1232825"/>
            <a:ext cx="69963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accent3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2" name="Google Shape;252;p17"/>
          <p:cNvSpPr txBox="1">
            <a:spLocks noGrp="1"/>
          </p:cNvSpPr>
          <p:nvPr>
            <p:ph type="subTitle" idx="5"/>
          </p:nvPr>
        </p:nvSpPr>
        <p:spPr>
          <a:xfrm>
            <a:off x="1081975" y="2350125"/>
            <a:ext cx="6996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accent3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3" name="Google Shape;253;p17"/>
          <p:cNvSpPr txBox="1">
            <a:spLocks noGrp="1"/>
          </p:cNvSpPr>
          <p:nvPr>
            <p:ph type="subTitle" idx="6"/>
          </p:nvPr>
        </p:nvSpPr>
        <p:spPr>
          <a:xfrm>
            <a:off x="1081975" y="3470625"/>
            <a:ext cx="6996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accent3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54" name="Google Shape;254;p17"/>
          <p:cNvGrpSpPr/>
          <p:nvPr/>
        </p:nvGrpSpPr>
        <p:grpSpPr>
          <a:xfrm>
            <a:off x="-52476" y="-985"/>
            <a:ext cx="9351589" cy="5550649"/>
            <a:chOff x="-52476" y="-985"/>
            <a:chExt cx="9351589" cy="5550649"/>
          </a:xfrm>
        </p:grpSpPr>
        <p:sp>
          <p:nvSpPr>
            <p:cNvPr id="255" name="Google Shape;255;p17"/>
            <p:cNvSpPr/>
            <p:nvPr/>
          </p:nvSpPr>
          <p:spPr>
            <a:xfrm rot="5400000">
              <a:off x="7400543" y="3651094"/>
              <a:ext cx="3089581" cy="707559"/>
            </a:xfrm>
            <a:custGeom>
              <a:avLst/>
              <a:gdLst/>
              <a:ahLst/>
              <a:cxnLst/>
              <a:rect l="l" t="t" r="r" b="b"/>
              <a:pathLst>
                <a:path w="1958530" h="448532" extrusionOk="0">
                  <a:moveTo>
                    <a:pt x="0" y="0"/>
                  </a:moveTo>
                  <a:cubicBezTo>
                    <a:pt x="164211" y="259080"/>
                    <a:pt x="476345" y="448532"/>
                    <a:pt x="774287" y="448532"/>
                  </a:cubicBezTo>
                  <a:lnTo>
                    <a:pt x="1329118" y="448532"/>
                  </a:lnTo>
                  <a:cubicBezTo>
                    <a:pt x="1619345" y="448532"/>
                    <a:pt x="1867662" y="260318"/>
                    <a:pt x="1958531" y="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7"/>
            <p:cNvSpPr/>
            <p:nvPr/>
          </p:nvSpPr>
          <p:spPr>
            <a:xfrm rot="10800000" flipH="1">
              <a:off x="-52476" y="-985"/>
              <a:ext cx="1011333" cy="1352000"/>
            </a:xfrm>
            <a:custGeom>
              <a:avLst/>
              <a:gdLst/>
              <a:ahLst/>
              <a:cxnLst/>
              <a:rect l="l" t="t" r="r" b="b"/>
              <a:pathLst>
                <a:path w="782463" h="1046035" extrusionOk="0">
                  <a:moveTo>
                    <a:pt x="655034" y="532734"/>
                  </a:moveTo>
                  <a:cubicBezTo>
                    <a:pt x="571214" y="260223"/>
                    <a:pt x="286226" y="33433"/>
                    <a:pt x="0" y="0"/>
                  </a:cubicBezTo>
                  <a:lnTo>
                    <a:pt x="0" y="1046036"/>
                  </a:lnTo>
                  <a:lnTo>
                    <a:pt x="781717" y="1046036"/>
                  </a:lnTo>
                  <a:cubicBezTo>
                    <a:pt x="784955" y="990886"/>
                    <a:pt x="777716" y="931641"/>
                    <a:pt x="758857" y="870109"/>
                  </a:cubicBezTo>
                  <a:lnTo>
                    <a:pt x="655130" y="5326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17"/>
          <p:cNvGrpSpPr/>
          <p:nvPr/>
        </p:nvGrpSpPr>
        <p:grpSpPr>
          <a:xfrm>
            <a:off x="-551471" y="-248595"/>
            <a:ext cx="10150188" cy="5435469"/>
            <a:chOff x="-551471" y="-248595"/>
            <a:chExt cx="10150188" cy="5435469"/>
          </a:xfrm>
        </p:grpSpPr>
        <p:sp>
          <p:nvSpPr>
            <p:cNvPr id="258" name="Google Shape;258;p17"/>
            <p:cNvSpPr/>
            <p:nvPr/>
          </p:nvSpPr>
          <p:spPr>
            <a:xfrm rot="5400000">
              <a:off x="7444710" y="3032868"/>
              <a:ext cx="3501886" cy="806128"/>
            </a:xfrm>
            <a:custGeom>
              <a:avLst/>
              <a:gdLst/>
              <a:ahLst/>
              <a:cxnLst/>
              <a:rect l="l" t="t" r="r" b="b"/>
              <a:pathLst>
                <a:path w="2219896" h="511016" extrusionOk="0">
                  <a:moveTo>
                    <a:pt x="1505617" y="511016"/>
                  </a:moveTo>
                  <a:lnTo>
                    <a:pt x="877919" y="511016"/>
                  </a:lnTo>
                  <a:cubicBezTo>
                    <a:pt x="714089" y="511016"/>
                    <a:pt x="542544" y="461201"/>
                    <a:pt x="382048" y="366903"/>
                  </a:cubicBezTo>
                  <a:cubicBezTo>
                    <a:pt x="226886" y="275749"/>
                    <a:pt x="91154" y="146399"/>
                    <a:pt x="0" y="2572"/>
                  </a:cubicBezTo>
                  <a:lnTo>
                    <a:pt x="4000" y="0"/>
                  </a:lnTo>
                  <a:cubicBezTo>
                    <a:pt x="94774" y="143256"/>
                    <a:pt x="229838" y="272034"/>
                    <a:pt x="384429" y="362807"/>
                  </a:cubicBezTo>
                  <a:cubicBezTo>
                    <a:pt x="544259" y="456629"/>
                    <a:pt x="714851" y="506254"/>
                    <a:pt x="877919" y="506254"/>
                  </a:cubicBezTo>
                  <a:lnTo>
                    <a:pt x="1505617" y="506254"/>
                  </a:lnTo>
                  <a:cubicBezTo>
                    <a:pt x="1824609" y="506254"/>
                    <a:pt x="2109883" y="302990"/>
                    <a:pt x="2215420" y="476"/>
                  </a:cubicBezTo>
                  <a:lnTo>
                    <a:pt x="2219897" y="2000"/>
                  </a:lnTo>
                  <a:cubicBezTo>
                    <a:pt x="2113693" y="306419"/>
                    <a:pt x="1826705" y="511016"/>
                    <a:pt x="1505617" y="511016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7"/>
            <p:cNvSpPr/>
            <p:nvPr/>
          </p:nvSpPr>
          <p:spPr>
            <a:xfrm rot="10800000" flipH="1">
              <a:off x="-551471" y="-248595"/>
              <a:ext cx="1261935" cy="1959953"/>
            </a:xfrm>
            <a:custGeom>
              <a:avLst/>
              <a:gdLst/>
              <a:ahLst/>
              <a:cxnLst/>
              <a:rect l="l" t="t" r="r" b="b"/>
              <a:pathLst>
                <a:path w="870300" h="1351692" extrusionOk="0">
                  <a:moveTo>
                    <a:pt x="865632" y="1351598"/>
                  </a:moveTo>
                  <a:lnTo>
                    <a:pt x="860870" y="1351026"/>
                  </a:lnTo>
                  <a:cubicBezTo>
                    <a:pt x="869918" y="1282351"/>
                    <a:pt x="865727" y="1209580"/>
                    <a:pt x="848582" y="1134713"/>
                  </a:cubicBezTo>
                  <a:lnTo>
                    <a:pt x="751808" y="712756"/>
                  </a:lnTo>
                  <a:cubicBezTo>
                    <a:pt x="674560" y="376238"/>
                    <a:pt x="351377" y="71819"/>
                    <a:pt x="0" y="4667"/>
                  </a:cubicBezTo>
                  <a:lnTo>
                    <a:pt x="857" y="0"/>
                  </a:lnTo>
                  <a:cubicBezTo>
                    <a:pt x="354044" y="67437"/>
                    <a:pt x="678847" y="373475"/>
                    <a:pt x="756476" y="711708"/>
                  </a:cubicBezTo>
                  <a:lnTo>
                    <a:pt x="853250" y="1133666"/>
                  </a:lnTo>
                  <a:cubicBezTo>
                    <a:pt x="870585" y="1209104"/>
                    <a:pt x="874681" y="1282446"/>
                    <a:pt x="865632" y="135169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17"/>
          <p:cNvGrpSpPr/>
          <p:nvPr/>
        </p:nvGrpSpPr>
        <p:grpSpPr>
          <a:xfrm>
            <a:off x="115335" y="-316331"/>
            <a:ext cx="7084897" cy="5776149"/>
            <a:chOff x="2944261" y="1632394"/>
            <a:chExt cx="7084897" cy="5776149"/>
          </a:xfrm>
        </p:grpSpPr>
        <p:sp>
          <p:nvSpPr>
            <p:cNvPr id="261" name="Google Shape;261;p17"/>
            <p:cNvSpPr/>
            <p:nvPr/>
          </p:nvSpPr>
          <p:spPr>
            <a:xfrm>
              <a:off x="2944261" y="2753625"/>
              <a:ext cx="205168" cy="205168"/>
            </a:xfrm>
            <a:custGeom>
              <a:avLst/>
              <a:gdLst/>
              <a:ahLst/>
              <a:cxnLst/>
              <a:rect l="l" t="t" r="r" b="b"/>
              <a:pathLst>
                <a:path w="205168" h="205168" extrusionOk="0">
                  <a:moveTo>
                    <a:pt x="102584" y="205169"/>
                  </a:moveTo>
                  <a:cubicBezTo>
                    <a:pt x="46006" y="205169"/>
                    <a:pt x="0" y="159163"/>
                    <a:pt x="0" y="102584"/>
                  </a:cubicBezTo>
                  <a:cubicBezTo>
                    <a:pt x="0" y="46006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584"/>
                  </a:cubicBezTo>
                  <a:cubicBezTo>
                    <a:pt x="205168" y="159163"/>
                    <a:pt x="159163" y="205169"/>
                    <a:pt x="102584" y="205169"/>
                  </a:cubicBezTo>
                  <a:close/>
                  <a:moveTo>
                    <a:pt x="102584" y="4667"/>
                  </a:moveTo>
                  <a:cubicBezTo>
                    <a:pt x="48578" y="4667"/>
                    <a:pt x="4763" y="48577"/>
                    <a:pt x="4763" y="102489"/>
                  </a:cubicBezTo>
                  <a:cubicBezTo>
                    <a:pt x="4763" y="156400"/>
                    <a:pt x="48673" y="200311"/>
                    <a:pt x="102584" y="200311"/>
                  </a:cubicBezTo>
                  <a:cubicBezTo>
                    <a:pt x="156496" y="200311"/>
                    <a:pt x="200406" y="156400"/>
                    <a:pt x="200406" y="102489"/>
                  </a:cubicBezTo>
                  <a:cubicBezTo>
                    <a:pt x="200406" y="48577"/>
                    <a:pt x="156496" y="4667"/>
                    <a:pt x="102584" y="466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7"/>
            <p:cNvSpPr/>
            <p:nvPr/>
          </p:nvSpPr>
          <p:spPr>
            <a:xfrm>
              <a:off x="9350406" y="1632394"/>
              <a:ext cx="678751" cy="678751"/>
            </a:xfrm>
            <a:custGeom>
              <a:avLst/>
              <a:gdLst/>
              <a:ahLst/>
              <a:cxnLst/>
              <a:rect l="l" t="t" r="r" b="b"/>
              <a:pathLst>
                <a:path w="678751" h="678751" extrusionOk="0">
                  <a:moveTo>
                    <a:pt x="339376" y="678752"/>
                  </a:moveTo>
                  <a:cubicBezTo>
                    <a:pt x="152305" y="678752"/>
                    <a:pt x="0" y="526542"/>
                    <a:pt x="0" y="339376"/>
                  </a:cubicBezTo>
                  <a:cubicBezTo>
                    <a:pt x="0" y="152210"/>
                    <a:pt x="152210" y="0"/>
                    <a:pt x="339376" y="0"/>
                  </a:cubicBezTo>
                  <a:cubicBezTo>
                    <a:pt x="526542" y="0"/>
                    <a:pt x="678752" y="152210"/>
                    <a:pt x="678752" y="339376"/>
                  </a:cubicBezTo>
                  <a:cubicBezTo>
                    <a:pt x="678752" y="526542"/>
                    <a:pt x="526542" y="678752"/>
                    <a:pt x="339376" y="678752"/>
                  </a:cubicBezTo>
                  <a:close/>
                  <a:moveTo>
                    <a:pt x="339376" y="4858"/>
                  </a:moveTo>
                  <a:cubicBezTo>
                    <a:pt x="154877" y="4858"/>
                    <a:pt x="4763" y="154972"/>
                    <a:pt x="4763" y="339471"/>
                  </a:cubicBezTo>
                  <a:cubicBezTo>
                    <a:pt x="4763" y="523970"/>
                    <a:pt x="154877" y="674084"/>
                    <a:pt x="339376" y="674084"/>
                  </a:cubicBezTo>
                  <a:cubicBezTo>
                    <a:pt x="523875" y="674084"/>
                    <a:pt x="673989" y="523970"/>
                    <a:pt x="673989" y="339471"/>
                  </a:cubicBezTo>
                  <a:cubicBezTo>
                    <a:pt x="673989" y="154972"/>
                    <a:pt x="523875" y="4858"/>
                    <a:pt x="339376" y="485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7"/>
            <p:cNvSpPr/>
            <p:nvPr/>
          </p:nvSpPr>
          <p:spPr>
            <a:xfrm>
              <a:off x="4615364" y="6815994"/>
              <a:ext cx="205168" cy="205263"/>
            </a:xfrm>
            <a:custGeom>
              <a:avLst/>
              <a:gdLst/>
              <a:ahLst/>
              <a:cxnLst/>
              <a:rect l="l" t="t" r="r" b="b"/>
              <a:pathLst>
                <a:path w="205168" h="205263" extrusionOk="0">
                  <a:moveTo>
                    <a:pt x="102584" y="205264"/>
                  </a:moveTo>
                  <a:cubicBezTo>
                    <a:pt x="46006" y="205264"/>
                    <a:pt x="0" y="159258"/>
                    <a:pt x="0" y="102679"/>
                  </a:cubicBezTo>
                  <a:cubicBezTo>
                    <a:pt x="0" y="46101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679"/>
                  </a:cubicBezTo>
                  <a:cubicBezTo>
                    <a:pt x="205168" y="159353"/>
                    <a:pt x="159163" y="205264"/>
                    <a:pt x="102584" y="205264"/>
                  </a:cubicBezTo>
                  <a:close/>
                  <a:moveTo>
                    <a:pt x="102584" y="4763"/>
                  </a:moveTo>
                  <a:cubicBezTo>
                    <a:pt x="48577" y="4763"/>
                    <a:pt x="4763" y="48673"/>
                    <a:pt x="4763" y="102679"/>
                  </a:cubicBezTo>
                  <a:cubicBezTo>
                    <a:pt x="4763" y="156686"/>
                    <a:pt x="48673" y="200501"/>
                    <a:pt x="102584" y="200501"/>
                  </a:cubicBezTo>
                  <a:cubicBezTo>
                    <a:pt x="156496" y="200501"/>
                    <a:pt x="200406" y="156591"/>
                    <a:pt x="200406" y="102679"/>
                  </a:cubicBezTo>
                  <a:cubicBezTo>
                    <a:pt x="200406" y="48768"/>
                    <a:pt x="156496" y="4763"/>
                    <a:pt x="102584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7"/>
            <p:cNvSpPr/>
            <p:nvPr/>
          </p:nvSpPr>
          <p:spPr>
            <a:xfrm>
              <a:off x="9469936" y="6968870"/>
              <a:ext cx="439674" cy="439673"/>
            </a:xfrm>
            <a:custGeom>
              <a:avLst/>
              <a:gdLst/>
              <a:ahLst/>
              <a:cxnLst/>
              <a:rect l="l" t="t" r="r" b="b"/>
              <a:pathLst>
                <a:path w="439674" h="439673" extrusionOk="0">
                  <a:moveTo>
                    <a:pt x="219837" y="439674"/>
                  </a:moveTo>
                  <a:cubicBezTo>
                    <a:pt x="98584" y="439674"/>
                    <a:pt x="0" y="341090"/>
                    <a:pt x="0" y="219837"/>
                  </a:cubicBezTo>
                  <a:cubicBezTo>
                    <a:pt x="0" y="98584"/>
                    <a:pt x="98584" y="0"/>
                    <a:pt x="219837" y="0"/>
                  </a:cubicBezTo>
                  <a:cubicBezTo>
                    <a:pt x="341090" y="0"/>
                    <a:pt x="439674" y="98584"/>
                    <a:pt x="439674" y="219837"/>
                  </a:cubicBezTo>
                  <a:cubicBezTo>
                    <a:pt x="439674" y="341090"/>
                    <a:pt x="341090" y="439674"/>
                    <a:pt x="219837" y="439674"/>
                  </a:cubicBezTo>
                  <a:close/>
                  <a:moveTo>
                    <a:pt x="219837" y="4763"/>
                  </a:moveTo>
                  <a:cubicBezTo>
                    <a:pt x="101251" y="4763"/>
                    <a:pt x="4763" y="101251"/>
                    <a:pt x="4763" y="219837"/>
                  </a:cubicBezTo>
                  <a:cubicBezTo>
                    <a:pt x="4763" y="338423"/>
                    <a:pt x="101251" y="434911"/>
                    <a:pt x="219837" y="434911"/>
                  </a:cubicBezTo>
                  <a:cubicBezTo>
                    <a:pt x="338424" y="434911"/>
                    <a:pt x="434912" y="338423"/>
                    <a:pt x="434912" y="219837"/>
                  </a:cubicBezTo>
                  <a:cubicBezTo>
                    <a:pt x="434912" y="101251"/>
                    <a:pt x="338424" y="4763"/>
                    <a:pt x="219837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18"/>
          <p:cNvSpPr txBox="1">
            <a:spLocks noGrp="1"/>
          </p:cNvSpPr>
          <p:nvPr>
            <p:ph type="subTitle" idx="1"/>
          </p:nvPr>
        </p:nvSpPr>
        <p:spPr>
          <a:xfrm>
            <a:off x="1294375" y="1634311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18"/>
          <p:cNvSpPr txBox="1">
            <a:spLocks noGrp="1"/>
          </p:cNvSpPr>
          <p:nvPr>
            <p:ph type="subTitle" idx="2"/>
          </p:nvPr>
        </p:nvSpPr>
        <p:spPr>
          <a:xfrm>
            <a:off x="1294385" y="2753835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18"/>
          <p:cNvSpPr txBox="1">
            <a:spLocks noGrp="1"/>
          </p:cNvSpPr>
          <p:nvPr>
            <p:ph type="subTitle" idx="3"/>
          </p:nvPr>
        </p:nvSpPr>
        <p:spPr>
          <a:xfrm>
            <a:off x="1294385" y="3873359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18"/>
          <p:cNvSpPr txBox="1">
            <a:spLocks noGrp="1"/>
          </p:cNvSpPr>
          <p:nvPr>
            <p:ph type="subTitle" idx="4"/>
          </p:nvPr>
        </p:nvSpPr>
        <p:spPr>
          <a:xfrm>
            <a:off x="1294375" y="132982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solidFill>
                  <a:schemeClr val="accent3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1" name="Google Shape;271;p18"/>
          <p:cNvSpPr txBox="1">
            <a:spLocks noGrp="1"/>
          </p:cNvSpPr>
          <p:nvPr>
            <p:ph type="subTitle" idx="5"/>
          </p:nvPr>
        </p:nvSpPr>
        <p:spPr>
          <a:xfrm>
            <a:off x="1294375" y="245037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solidFill>
                  <a:schemeClr val="accent3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2" name="Google Shape;272;p18"/>
          <p:cNvSpPr txBox="1">
            <a:spLocks noGrp="1"/>
          </p:cNvSpPr>
          <p:nvPr>
            <p:ph type="subTitle" idx="6"/>
          </p:nvPr>
        </p:nvSpPr>
        <p:spPr>
          <a:xfrm>
            <a:off x="1294375" y="357092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solidFill>
                  <a:schemeClr val="accent3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73" name="Google Shape;273;p18"/>
          <p:cNvGrpSpPr/>
          <p:nvPr/>
        </p:nvGrpSpPr>
        <p:grpSpPr>
          <a:xfrm rot="10800000" flipH="1">
            <a:off x="-99646" y="70955"/>
            <a:ext cx="9071472" cy="5388863"/>
            <a:chOff x="957686" y="1632394"/>
            <a:chExt cx="9071472" cy="5388863"/>
          </a:xfrm>
        </p:grpSpPr>
        <p:sp>
          <p:nvSpPr>
            <p:cNvPr id="274" name="Google Shape;274;p18"/>
            <p:cNvSpPr/>
            <p:nvPr/>
          </p:nvSpPr>
          <p:spPr>
            <a:xfrm>
              <a:off x="957686" y="3605524"/>
              <a:ext cx="205168" cy="205168"/>
            </a:xfrm>
            <a:custGeom>
              <a:avLst/>
              <a:gdLst/>
              <a:ahLst/>
              <a:cxnLst/>
              <a:rect l="l" t="t" r="r" b="b"/>
              <a:pathLst>
                <a:path w="205168" h="205168" extrusionOk="0">
                  <a:moveTo>
                    <a:pt x="102584" y="205169"/>
                  </a:moveTo>
                  <a:cubicBezTo>
                    <a:pt x="46006" y="205169"/>
                    <a:pt x="0" y="159163"/>
                    <a:pt x="0" y="102584"/>
                  </a:cubicBezTo>
                  <a:cubicBezTo>
                    <a:pt x="0" y="46006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584"/>
                  </a:cubicBezTo>
                  <a:cubicBezTo>
                    <a:pt x="205168" y="159163"/>
                    <a:pt x="159163" y="205169"/>
                    <a:pt x="102584" y="205169"/>
                  </a:cubicBezTo>
                  <a:close/>
                  <a:moveTo>
                    <a:pt x="102584" y="4667"/>
                  </a:moveTo>
                  <a:cubicBezTo>
                    <a:pt x="48578" y="4667"/>
                    <a:pt x="4763" y="48577"/>
                    <a:pt x="4763" y="102489"/>
                  </a:cubicBezTo>
                  <a:cubicBezTo>
                    <a:pt x="4763" y="156400"/>
                    <a:pt x="48673" y="200311"/>
                    <a:pt x="102584" y="200311"/>
                  </a:cubicBezTo>
                  <a:cubicBezTo>
                    <a:pt x="156496" y="200311"/>
                    <a:pt x="200406" y="156400"/>
                    <a:pt x="200406" y="102489"/>
                  </a:cubicBezTo>
                  <a:cubicBezTo>
                    <a:pt x="200406" y="48577"/>
                    <a:pt x="156496" y="4667"/>
                    <a:pt x="102584" y="466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9350406" y="1632394"/>
              <a:ext cx="678751" cy="678751"/>
            </a:xfrm>
            <a:custGeom>
              <a:avLst/>
              <a:gdLst/>
              <a:ahLst/>
              <a:cxnLst/>
              <a:rect l="l" t="t" r="r" b="b"/>
              <a:pathLst>
                <a:path w="678751" h="678751" extrusionOk="0">
                  <a:moveTo>
                    <a:pt x="339376" y="678752"/>
                  </a:moveTo>
                  <a:cubicBezTo>
                    <a:pt x="152305" y="678752"/>
                    <a:pt x="0" y="526542"/>
                    <a:pt x="0" y="339376"/>
                  </a:cubicBezTo>
                  <a:cubicBezTo>
                    <a:pt x="0" y="152210"/>
                    <a:pt x="152210" y="0"/>
                    <a:pt x="339376" y="0"/>
                  </a:cubicBezTo>
                  <a:cubicBezTo>
                    <a:pt x="526542" y="0"/>
                    <a:pt x="678752" y="152210"/>
                    <a:pt x="678752" y="339376"/>
                  </a:cubicBezTo>
                  <a:cubicBezTo>
                    <a:pt x="678752" y="526542"/>
                    <a:pt x="526542" y="678752"/>
                    <a:pt x="339376" y="678752"/>
                  </a:cubicBezTo>
                  <a:close/>
                  <a:moveTo>
                    <a:pt x="339376" y="4858"/>
                  </a:moveTo>
                  <a:cubicBezTo>
                    <a:pt x="154877" y="4858"/>
                    <a:pt x="4763" y="154972"/>
                    <a:pt x="4763" y="339471"/>
                  </a:cubicBezTo>
                  <a:cubicBezTo>
                    <a:pt x="4763" y="523970"/>
                    <a:pt x="154877" y="674084"/>
                    <a:pt x="339376" y="674084"/>
                  </a:cubicBezTo>
                  <a:cubicBezTo>
                    <a:pt x="523875" y="674084"/>
                    <a:pt x="673989" y="523970"/>
                    <a:pt x="673989" y="339471"/>
                  </a:cubicBezTo>
                  <a:cubicBezTo>
                    <a:pt x="673989" y="154972"/>
                    <a:pt x="523875" y="4858"/>
                    <a:pt x="339376" y="485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4615364" y="6815994"/>
              <a:ext cx="205168" cy="205263"/>
            </a:xfrm>
            <a:custGeom>
              <a:avLst/>
              <a:gdLst/>
              <a:ahLst/>
              <a:cxnLst/>
              <a:rect l="l" t="t" r="r" b="b"/>
              <a:pathLst>
                <a:path w="205168" h="205263" extrusionOk="0">
                  <a:moveTo>
                    <a:pt x="102584" y="205264"/>
                  </a:moveTo>
                  <a:cubicBezTo>
                    <a:pt x="46006" y="205264"/>
                    <a:pt x="0" y="159258"/>
                    <a:pt x="0" y="102679"/>
                  </a:cubicBezTo>
                  <a:cubicBezTo>
                    <a:pt x="0" y="46101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679"/>
                  </a:cubicBezTo>
                  <a:cubicBezTo>
                    <a:pt x="205168" y="159353"/>
                    <a:pt x="159163" y="205264"/>
                    <a:pt x="102584" y="205264"/>
                  </a:cubicBezTo>
                  <a:close/>
                  <a:moveTo>
                    <a:pt x="102584" y="4763"/>
                  </a:moveTo>
                  <a:cubicBezTo>
                    <a:pt x="48577" y="4763"/>
                    <a:pt x="4763" y="48673"/>
                    <a:pt x="4763" y="102679"/>
                  </a:cubicBezTo>
                  <a:cubicBezTo>
                    <a:pt x="4763" y="156686"/>
                    <a:pt x="48673" y="200501"/>
                    <a:pt x="102584" y="200501"/>
                  </a:cubicBezTo>
                  <a:cubicBezTo>
                    <a:pt x="156496" y="200501"/>
                    <a:pt x="200406" y="156591"/>
                    <a:pt x="200406" y="102679"/>
                  </a:cubicBezTo>
                  <a:cubicBezTo>
                    <a:pt x="200406" y="48768"/>
                    <a:pt x="156496" y="4763"/>
                    <a:pt x="102584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" name="Google Shape;277;p18"/>
          <p:cNvGrpSpPr/>
          <p:nvPr/>
        </p:nvGrpSpPr>
        <p:grpSpPr>
          <a:xfrm>
            <a:off x="-1609727" y="-1858"/>
            <a:ext cx="10749364" cy="5312335"/>
            <a:chOff x="-1609727" y="-1858"/>
            <a:chExt cx="10749364" cy="5312335"/>
          </a:xfrm>
        </p:grpSpPr>
        <p:sp>
          <p:nvSpPr>
            <p:cNvPr id="278" name="Google Shape;278;p18"/>
            <p:cNvSpPr/>
            <p:nvPr/>
          </p:nvSpPr>
          <p:spPr>
            <a:xfrm rot="10800000">
              <a:off x="8128303" y="-985"/>
              <a:ext cx="1011333" cy="1352000"/>
            </a:xfrm>
            <a:custGeom>
              <a:avLst/>
              <a:gdLst/>
              <a:ahLst/>
              <a:cxnLst/>
              <a:rect l="l" t="t" r="r" b="b"/>
              <a:pathLst>
                <a:path w="782463" h="1046035" extrusionOk="0">
                  <a:moveTo>
                    <a:pt x="655034" y="532734"/>
                  </a:moveTo>
                  <a:cubicBezTo>
                    <a:pt x="571214" y="260223"/>
                    <a:pt x="286226" y="33433"/>
                    <a:pt x="0" y="0"/>
                  </a:cubicBezTo>
                  <a:lnTo>
                    <a:pt x="0" y="1046036"/>
                  </a:lnTo>
                  <a:lnTo>
                    <a:pt x="781717" y="1046036"/>
                  </a:lnTo>
                  <a:cubicBezTo>
                    <a:pt x="784955" y="990886"/>
                    <a:pt x="777716" y="931641"/>
                    <a:pt x="758857" y="870109"/>
                  </a:cubicBezTo>
                  <a:lnTo>
                    <a:pt x="655130" y="5326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8"/>
            <p:cNvSpPr/>
            <p:nvPr/>
          </p:nvSpPr>
          <p:spPr>
            <a:xfrm rot="10800000" flipH="1">
              <a:off x="-29700" y="-1858"/>
              <a:ext cx="1397173" cy="1404881"/>
            </a:xfrm>
            <a:custGeom>
              <a:avLst/>
              <a:gdLst/>
              <a:ahLst/>
              <a:cxnLst/>
              <a:rect l="l" t="t" r="r" b="b"/>
              <a:pathLst>
                <a:path w="1016126" h="2381154" extrusionOk="0">
                  <a:moveTo>
                    <a:pt x="0" y="2381155"/>
                  </a:moveTo>
                  <a:lnTo>
                    <a:pt x="1016127" y="2381155"/>
                  </a:lnTo>
                  <a:lnTo>
                    <a:pt x="0" y="0"/>
                  </a:lnTo>
                  <a:lnTo>
                    <a:pt x="0" y="23811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8"/>
            <p:cNvSpPr/>
            <p:nvPr/>
          </p:nvSpPr>
          <p:spPr>
            <a:xfrm rot="10800000">
              <a:off x="-1609727" y="4602917"/>
              <a:ext cx="3089581" cy="707559"/>
            </a:xfrm>
            <a:custGeom>
              <a:avLst/>
              <a:gdLst/>
              <a:ahLst/>
              <a:cxnLst/>
              <a:rect l="l" t="t" r="r" b="b"/>
              <a:pathLst>
                <a:path w="1958530" h="448532" extrusionOk="0">
                  <a:moveTo>
                    <a:pt x="0" y="0"/>
                  </a:moveTo>
                  <a:cubicBezTo>
                    <a:pt x="164211" y="259080"/>
                    <a:pt x="476345" y="448532"/>
                    <a:pt x="774287" y="448532"/>
                  </a:cubicBezTo>
                  <a:lnTo>
                    <a:pt x="1329118" y="448532"/>
                  </a:lnTo>
                  <a:cubicBezTo>
                    <a:pt x="1619345" y="448532"/>
                    <a:pt x="1867662" y="260318"/>
                    <a:pt x="1958531" y="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" name="Google Shape;281;p18"/>
          <p:cNvGrpSpPr/>
          <p:nvPr/>
        </p:nvGrpSpPr>
        <p:grpSpPr>
          <a:xfrm>
            <a:off x="-1246938" y="-1458255"/>
            <a:ext cx="10885570" cy="7068336"/>
            <a:chOff x="-1246938" y="-1458255"/>
            <a:chExt cx="10885570" cy="7068336"/>
          </a:xfrm>
        </p:grpSpPr>
        <p:sp>
          <p:nvSpPr>
            <p:cNvPr id="282" name="Google Shape;282;p18"/>
            <p:cNvSpPr/>
            <p:nvPr/>
          </p:nvSpPr>
          <p:spPr>
            <a:xfrm rot="10800000">
              <a:off x="8376697" y="-248595"/>
              <a:ext cx="1261935" cy="1959953"/>
            </a:xfrm>
            <a:custGeom>
              <a:avLst/>
              <a:gdLst/>
              <a:ahLst/>
              <a:cxnLst/>
              <a:rect l="l" t="t" r="r" b="b"/>
              <a:pathLst>
                <a:path w="870300" h="1351692" extrusionOk="0">
                  <a:moveTo>
                    <a:pt x="865632" y="1351598"/>
                  </a:moveTo>
                  <a:lnTo>
                    <a:pt x="860870" y="1351026"/>
                  </a:lnTo>
                  <a:cubicBezTo>
                    <a:pt x="869918" y="1282351"/>
                    <a:pt x="865727" y="1209580"/>
                    <a:pt x="848582" y="1134713"/>
                  </a:cubicBezTo>
                  <a:lnTo>
                    <a:pt x="751808" y="712756"/>
                  </a:lnTo>
                  <a:cubicBezTo>
                    <a:pt x="674560" y="376238"/>
                    <a:pt x="351377" y="71819"/>
                    <a:pt x="0" y="4667"/>
                  </a:cubicBezTo>
                  <a:lnTo>
                    <a:pt x="857" y="0"/>
                  </a:lnTo>
                  <a:cubicBezTo>
                    <a:pt x="354044" y="67437"/>
                    <a:pt x="678847" y="373475"/>
                    <a:pt x="756476" y="711708"/>
                  </a:cubicBezTo>
                  <a:lnTo>
                    <a:pt x="853250" y="1133666"/>
                  </a:lnTo>
                  <a:cubicBezTo>
                    <a:pt x="870585" y="1209104"/>
                    <a:pt x="874681" y="1282446"/>
                    <a:pt x="865632" y="135169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8"/>
            <p:cNvSpPr/>
            <p:nvPr/>
          </p:nvSpPr>
          <p:spPr>
            <a:xfrm rot="-8525995" flipH="1">
              <a:off x="875967" y="-1857821"/>
              <a:ext cx="9535" cy="3816619"/>
            </a:xfrm>
            <a:custGeom>
              <a:avLst/>
              <a:gdLst/>
              <a:ahLst/>
              <a:cxnLst/>
              <a:rect l="l" t="t" r="r" b="b"/>
              <a:pathLst>
                <a:path w="9524" h="3812190" extrusionOk="0">
                  <a:moveTo>
                    <a:pt x="0" y="0"/>
                  </a:moveTo>
                  <a:lnTo>
                    <a:pt x="9525" y="0"/>
                  </a:lnTo>
                  <a:lnTo>
                    <a:pt x="9525" y="3812190"/>
                  </a:lnTo>
                  <a:lnTo>
                    <a:pt x="0" y="381219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8"/>
            <p:cNvSpPr/>
            <p:nvPr/>
          </p:nvSpPr>
          <p:spPr>
            <a:xfrm rot="10800000">
              <a:off x="-1246938" y="4803953"/>
              <a:ext cx="3501886" cy="806128"/>
            </a:xfrm>
            <a:custGeom>
              <a:avLst/>
              <a:gdLst/>
              <a:ahLst/>
              <a:cxnLst/>
              <a:rect l="l" t="t" r="r" b="b"/>
              <a:pathLst>
                <a:path w="2219896" h="511016" extrusionOk="0">
                  <a:moveTo>
                    <a:pt x="1505617" y="511016"/>
                  </a:moveTo>
                  <a:lnTo>
                    <a:pt x="877919" y="511016"/>
                  </a:lnTo>
                  <a:cubicBezTo>
                    <a:pt x="714089" y="511016"/>
                    <a:pt x="542544" y="461201"/>
                    <a:pt x="382048" y="366903"/>
                  </a:cubicBezTo>
                  <a:cubicBezTo>
                    <a:pt x="226886" y="275749"/>
                    <a:pt x="91154" y="146399"/>
                    <a:pt x="0" y="2572"/>
                  </a:cubicBezTo>
                  <a:lnTo>
                    <a:pt x="4000" y="0"/>
                  </a:lnTo>
                  <a:cubicBezTo>
                    <a:pt x="94774" y="143256"/>
                    <a:pt x="229838" y="272034"/>
                    <a:pt x="384429" y="362807"/>
                  </a:cubicBezTo>
                  <a:cubicBezTo>
                    <a:pt x="544259" y="456629"/>
                    <a:pt x="714851" y="506254"/>
                    <a:pt x="877919" y="506254"/>
                  </a:cubicBezTo>
                  <a:lnTo>
                    <a:pt x="1505617" y="506254"/>
                  </a:lnTo>
                  <a:cubicBezTo>
                    <a:pt x="1824609" y="506254"/>
                    <a:pt x="2109883" y="302990"/>
                    <a:pt x="2215420" y="476"/>
                  </a:cubicBezTo>
                  <a:lnTo>
                    <a:pt x="2219897" y="2000"/>
                  </a:lnTo>
                  <a:cubicBezTo>
                    <a:pt x="2113693" y="306419"/>
                    <a:pt x="1826705" y="511016"/>
                    <a:pt x="1505617" y="511016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9"/>
          <p:cNvSpPr txBox="1">
            <a:spLocks noGrp="1"/>
          </p:cNvSpPr>
          <p:nvPr>
            <p:ph type="subTitle" idx="1"/>
          </p:nvPr>
        </p:nvSpPr>
        <p:spPr>
          <a:xfrm>
            <a:off x="1693375" y="1749375"/>
            <a:ext cx="24093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9"/>
          <p:cNvSpPr txBox="1">
            <a:spLocks noGrp="1"/>
          </p:cNvSpPr>
          <p:nvPr>
            <p:ph type="subTitle" idx="2"/>
          </p:nvPr>
        </p:nvSpPr>
        <p:spPr>
          <a:xfrm>
            <a:off x="5041322" y="1749375"/>
            <a:ext cx="24093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19"/>
          <p:cNvSpPr txBox="1">
            <a:spLocks noGrp="1"/>
          </p:cNvSpPr>
          <p:nvPr>
            <p:ph type="subTitle" idx="3"/>
          </p:nvPr>
        </p:nvSpPr>
        <p:spPr>
          <a:xfrm>
            <a:off x="1693375" y="3333375"/>
            <a:ext cx="24093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9"/>
          <p:cNvSpPr txBox="1">
            <a:spLocks noGrp="1"/>
          </p:cNvSpPr>
          <p:nvPr>
            <p:ph type="subTitle" idx="4"/>
          </p:nvPr>
        </p:nvSpPr>
        <p:spPr>
          <a:xfrm>
            <a:off x="5041322" y="3333375"/>
            <a:ext cx="24093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19"/>
          <p:cNvSpPr txBox="1">
            <a:spLocks noGrp="1"/>
          </p:cNvSpPr>
          <p:nvPr>
            <p:ph type="subTitle" idx="5"/>
          </p:nvPr>
        </p:nvSpPr>
        <p:spPr>
          <a:xfrm>
            <a:off x="1693375" y="1436495"/>
            <a:ext cx="2409300" cy="41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accent3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2" name="Google Shape;292;p19"/>
          <p:cNvSpPr txBox="1">
            <a:spLocks noGrp="1"/>
          </p:cNvSpPr>
          <p:nvPr>
            <p:ph type="subTitle" idx="6"/>
          </p:nvPr>
        </p:nvSpPr>
        <p:spPr>
          <a:xfrm>
            <a:off x="5041324" y="1436495"/>
            <a:ext cx="2409300" cy="41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accent3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3" name="Google Shape;293;p19"/>
          <p:cNvSpPr txBox="1">
            <a:spLocks noGrp="1"/>
          </p:cNvSpPr>
          <p:nvPr>
            <p:ph type="subTitle" idx="7"/>
          </p:nvPr>
        </p:nvSpPr>
        <p:spPr>
          <a:xfrm>
            <a:off x="1693375" y="2984295"/>
            <a:ext cx="2409300" cy="45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accent3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4" name="Google Shape;294;p19"/>
          <p:cNvSpPr txBox="1">
            <a:spLocks noGrp="1"/>
          </p:cNvSpPr>
          <p:nvPr>
            <p:ph type="subTitle" idx="8"/>
          </p:nvPr>
        </p:nvSpPr>
        <p:spPr>
          <a:xfrm>
            <a:off x="5041324" y="2984295"/>
            <a:ext cx="2409300" cy="45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accent3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95" name="Google Shape;295;p19"/>
          <p:cNvGrpSpPr/>
          <p:nvPr/>
        </p:nvGrpSpPr>
        <p:grpSpPr>
          <a:xfrm>
            <a:off x="-29700" y="-10535"/>
            <a:ext cx="9328813" cy="5154819"/>
            <a:chOff x="-29700" y="-10535"/>
            <a:chExt cx="9328813" cy="5154819"/>
          </a:xfrm>
        </p:grpSpPr>
        <p:sp>
          <p:nvSpPr>
            <p:cNvPr id="296" name="Google Shape;296;p19"/>
            <p:cNvSpPr/>
            <p:nvPr/>
          </p:nvSpPr>
          <p:spPr>
            <a:xfrm flipH="1">
              <a:off x="-21882" y="-10535"/>
              <a:ext cx="1064878" cy="1431298"/>
            </a:xfrm>
            <a:custGeom>
              <a:avLst/>
              <a:gdLst/>
              <a:ahLst/>
              <a:cxnLst/>
              <a:rect l="l" t="t" r="r" b="b"/>
              <a:pathLst>
                <a:path w="439578" h="590835" extrusionOk="0">
                  <a:moveTo>
                    <a:pt x="439579" y="590836"/>
                  </a:moveTo>
                  <a:lnTo>
                    <a:pt x="439579" y="0"/>
                  </a:lnTo>
                  <a:lnTo>
                    <a:pt x="0" y="0"/>
                  </a:lnTo>
                  <a:cubicBezTo>
                    <a:pt x="84773" y="225266"/>
                    <a:pt x="242792" y="430721"/>
                    <a:pt x="439579" y="590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9"/>
            <p:cNvSpPr/>
            <p:nvPr/>
          </p:nvSpPr>
          <p:spPr>
            <a:xfrm>
              <a:off x="-29700" y="3739403"/>
              <a:ext cx="1397173" cy="1404881"/>
            </a:xfrm>
            <a:custGeom>
              <a:avLst/>
              <a:gdLst/>
              <a:ahLst/>
              <a:cxnLst/>
              <a:rect l="l" t="t" r="r" b="b"/>
              <a:pathLst>
                <a:path w="1016126" h="2381154" extrusionOk="0">
                  <a:moveTo>
                    <a:pt x="0" y="2381155"/>
                  </a:moveTo>
                  <a:lnTo>
                    <a:pt x="1016127" y="2381155"/>
                  </a:lnTo>
                  <a:lnTo>
                    <a:pt x="0" y="0"/>
                  </a:lnTo>
                  <a:lnTo>
                    <a:pt x="0" y="23811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9"/>
            <p:cNvSpPr/>
            <p:nvPr/>
          </p:nvSpPr>
          <p:spPr>
            <a:xfrm rot="5400000">
              <a:off x="7400543" y="1593694"/>
              <a:ext cx="3089581" cy="707559"/>
            </a:xfrm>
            <a:custGeom>
              <a:avLst/>
              <a:gdLst/>
              <a:ahLst/>
              <a:cxnLst/>
              <a:rect l="l" t="t" r="r" b="b"/>
              <a:pathLst>
                <a:path w="1958530" h="448532" extrusionOk="0">
                  <a:moveTo>
                    <a:pt x="0" y="0"/>
                  </a:moveTo>
                  <a:cubicBezTo>
                    <a:pt x="164211" y="259080"/>
                    <a:pt x="476345" y="448532"/>
                    <a:pt x="774287" y="448532"/>
                  </a:cubicBezTo>
                  <a:lnTo>
                    <a:pt x="1329118" y="448532"/>
                  </a:lnTo>
                  <a:cubicBezTo>
                    <a:pt x="1619345" y="448532"/>
                    <a:pt x="1867662" y="260318"/>
                    <a:pt x="1958531" y="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9"/>
          <p:cNvGrpSpPr/>
          <p:nvPr/>
        </p:nvGrpSpPr>
        <p:grpSpPr>
          <a:xfrm>
            <a:off x="-295276" y="-372411"/>
            <a:ext cx="9893993" cy="6973092"/>
            <a:chOff x="-295276" y="-372411"/>
            <a:chExt cx="9893993" cy="6973092"/>
          </a:xfrm>
        </p:grpSpPr>
        <p:sp>
          <p:nvSpPr>
            <p:cNvPr id="300" name="Google Shape;300;p19"/>
            <p:cNvSpPr/>
            <p:nvPr/>
          </p:nvSpPr>
          <p:spPr>
            <a:xfrm rot="-2274005">
              <a:off x="875967" y="3183627"/>
              <a:ext cx="9535" cy="3816619"/>
            </a:xfrm>
            <a:custGeom>
              <a:avLst/>
              <a:gdLst/>
              <a:ahLst/>
              <a:cxnLst/>
              <a:rect l="l" t="t" r="r" b="b"/>
              <a:pathLst>
                <a:path w="9524" h="3812190" extrusionOk="0">
                  <a:moveTo>
                    <a:pt x="0" y="0"/>
                  </a:moveTo>
                  <a:lnTo>
                    <a:pt x="9525" y="0"/>
                  </a:lnTo>
                  <a:lnTo>
                    <a:pt x="9525" y="3812190"/>
                  </a:lnTo>
                  <a:lnTo>
                    <a:pt x="0" y="381219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1" name="Google Shape;301;p19"/>
            <p:cNvGrpSpPr/>
            <p:nvPr/>
          </p:nvGrpSpPr>
          <p:grpSpPr>
            <a:xfrm rot="10800000" flipH="1">
              <a:off x="243389" y="-244031"/>
              <a:ext cx="7452143" cy="5776149"/>
              <a:chOff x="2577014" y="1632394"/>
              <a:chExt cx="7452143" cy="5776149"/>
            </a:xfrm>
          </p:grpSpPr>
          <p:sp>
            <p:nvSpPr>
              <p:cNvPr id="302" name="Google Shape;302;p19"/>
              <p:cNvSpPr/>
              <p:nvPr/>
            </p:nvSpPr>
            <p:spPr>
              <a:xfrm>
                <a:off x="9350406" y="1632394"/>
                <a:ext cx="678751" cy="678751"/>
              </a:xfrm>
              <a:custGeom>
                <a:avLst/>
                <a:gdLst/>
                <a:ahLst/>
                <a:cxnLst/>
                <a:rect l="l" t="t" r="r" b="b"/>
                <a:pathLst>
                  <a:path w="678751" h="678751" extrusionOk="0">
                    <a:moveTo>
                      <a:pt x="339376" y="678752"/>
                    </a:moveTo>
                    <a:cubicBezTo>
                      <a:pt x="152305" y="678752"/>
                      <a:pt x="0" y="526542"/>
                      <a:pt x="0" y="339376"/>
                    </a:cubicBezTo>
                    <a:cubicBezTo>
                      <a:pt x="0" y="152210"/>
                      <a:pt x="152210" y="0"/>
                      <a:pt x="339376" y="0"/>
                    </a:cubicBezTo>
                    <a:cubicBezTo>
                      <a:pt x="526542" y="0"/>
                      <a:pt x="678752" y="152210"/>
                      <a:pt x="678752" y="339376"/>
                    </a:cubicBezTo>
                    <a:cubicBezTo>
                      <a:pt x="678752" y="526542"/>
                      <a:pt x="526542" y="678752"/>
                      <a:pt x="339376" y="678752"/>
                    </a:cubicBezTo>
                    <a:close/>
                    <a:moveTo>
                      <a:pt x="339376" y="4858"/>
                    </a:moveTo>
                    <a:cubicBezTo>
                      <a:pt x="154877" y="4858"/>
                      <a:pt x="4763" y="154972"/>
                      <a:pt x="4763" y="339471"/>
                    </a:cubicBezTo>
                    <a:cubicBezTo>
                      <a:pt x="4763" y="523970"/>
                      <a:pt x="154877" y="674084"/>
                      <a:pt x="339376" y="674084"/>
                    </a:cubicBezTo>
                    <a:cubicBezTo>
                      <a:pt x="523875" y="674084"/>
                      <a:pt x="673989" y="523970"/>
                      <a:pt x="673989" y="339471"/>
                    </a:cubicBezTo>
                    <a:cubicBezTo>
                      <a:pt x="673989" y="154972"/>
                      <a:pt x="523875" y="4858"/>
                      <a:pt x="33937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9"/>
              <p:cNvSpPr/>
              <p:nvPr/>
            </p:nvSpPr>
            <p:spPr>
              <a:xfrm>
                <a:off x="2577014" y="5538469"/>
                <a:ext cx="205168" cy="205263"/>
              </a:xfrm>
              <a:custGeom>
                <a:avLst/>
                <a:gdLst/>
                <a:ahLst/>
                <a:cxnLst/>
                <a:rect l="l" t="t" r="r" b="b"/>
                <a:pathLst>
                  <a:path w="205168" h="205263" extrusionOk="0">
                    <a:moveTo>
                      <a:pt x="102584" y="205264"/>
                    </a:moveTo>
                    <a:cubicBezTo>
                      <a:pt x="46006" y="205264"/>
                      <a:pt x="0" y="159258"/>
                      <a:pt x="0" y="102679"/>
                    </a:cubicBezTo>
                    <a:cubicBezTo>
                      <a:pt x="0" y="46101"/>
                      <a:pt x="46006" y="0"/>
                      <a:pt x="102584" y="0"/>
                    </a:cubicBezTo>
                    <a:cubicBezTo>
                      <a:pt x="159163" y="0"/>
                      <a:pt x="205168" y="46006"/>
                      <a:pt x="205168" y="102679"/>
                    </a:cubicBezTo>
                    <a:cubicBezTo>
                      <a:pt x="205168" y="159353"/>
                      <a:pt x="159163" y="205264"/>
                      <a:pt x="102584" y="205264"/>
                    </a:cubicBezTo>
                    <a:close/>
                    <a:moveTo>
                      <a:pt x="102584" y="4763"/>
                    </a:moveTo>
                    <a:cubicBezTo>
                      <a:pt x="48577" y="4763"/>
                      <a:pt x="4763" y="48673"/>
                      <a:pt x="4763" y="102679"/>
                    </a:cubicBezTo>
                    <a:cubicBezTo>
                      <a:pt x="4763" y="156686"/>
                      <a:pt x="48673" y="200501"/>
                      <a:pt x="102584" y="200501"/>
                    </a:cubicBezTo>
                    <a:cubicBezTo>
                      <a:pt x="156496" y="200501"/>
                      <a:pt x="200406" y="156591"/>
                      <a:pt x="200406" y="102679"/>
                    </a:cubicBezTo>
                    <a:cubicBezTo>
                      <a:pt x="200406" y="48768"/>
                      <a:pt x="156496" y="4763"/>
                      <a:pt x="102584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9"/>
              <p:cNvSpPr/>
              <p:nvPr/>
            </p:nvSpPr>
            <p:spPr>
              <a:xfrm>
                <a:off x="9469936" y="6968870"/>
                <a:ext cx="439674" cy="439673"/>
              </a:xfrm>
              <a:custGeom>
                <a:avLst/>
                <a:gdLst/>
                <a:ahLst/>
                <a:cxnLst/>
                <a:rect l="l" t="t" r="r" b="b"/>
                <a:pathLst>
                  <a:path w="439674" h="439673" extrusionOk="0">
                    <a:moveTo>
                      <a:pt x="219837" y="439674"/>
                    </a:moveTo>
                    <a:cubicBezTo>
                      <a:pt x="98584" y="439674"/>
                      <a:pt x="0" y="341090"/>
                      <a:pt x="0" y="219837"/>
                    </a:cubicBezTo>
                    <a:cubicBezTo>
                      <a:pt x="0" y="98584"/>
                      <a:pt x="98584" y="0"/>
                      <a:pt x="219837" y="0"/>
                    </a:cubicBezTo>
                    <a:cubicBezTo>
                      <a:pt x="341090" y="0"/>
                      <a:pt x="439674" y="98584"/>
                      <a:pt x="439674" y="219837"/>
                    </a:cubicBezTo>
                    <a:cubicBezTo>
                      <a:pt x="439674" y="341090"/>
                      <a:pt x="341090" y="439674"/>
                      <a:pt x="219837" y="439674"/>
                    </a:cubicBezTo>
                    <a:close/>
                    <a:moveTo>
                      <a:pt x="219837" y="4763"/>
                    </a:moveTo>
                    <a:cubicBezTo>
                      <a:pt x="101251" y="4763"/>
                      <a:pt x="4763" y="101251"/>
                      <a:pt x="4763" y="219837"/>
                    </a:cubicBezTo>
                    <a:cubicBezTo>
                      <a:pt x="4763" y="338423"/>
                      <a:pt x="101251" y="434911"/>
                      <a:pt x="219837" y="434911"/>
                    </a:cubicBezTo>
                    <a:cubicBezTo>
                      <a:pt x="338424" y="434911"/>
                      <a:pt x="434912" y="338423"/>
                      <a:pt x="434912" y="219837"/>
                    </a:cubicBezTo>
                    <a:cubicBezTo>
                      <a:pt x="434912" y="101251"/>
                      <a:pt x="338424" y="4763"/>
                      <a:pt x="219837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5" name="Google Shape;305;p19"/>
            <p:cNvSpPr/>
            <p:nvPr/>
          </p:nvSpPr>
          <p:spPr>
            <a:xfrm rot="5400000">
              <a:off x="7444710" y="975468"/>
              <a:ext cx="3501886" cy="806128"/>
            </a:xfrm>
            <a:custGeom>
              <a:avLst/>
              <a:gdLst/>
              <a:ahLst/>
              <a:cxnLst/>
              <a:rect l="l" t="t" r="r" b="b"/>
              <a:pathLst>
                <a:path w="2219896" h="511016" extrusionOk="0">
                  <a:moveTo>
                    <a:pt x="1505617" y="511016"/>
                  </a:moveTo>
                  <a:lnTo>
                    <a:pt x="877919" y="511016"/>
                  </a:lnTo>
                  <a:cubicBezTo>
                    <a:pt x="714089" y="511016"/>
                    <a:pt x="542544" y="461201"/>
                    <a:pt x="382048" y="366903"/>
                  </a:cubicBezTo>
                  <a:cubicBezTo>
                    <a:pt x="226886" y="275749"/>
                    <a:pt x="91154" y="146399"/>
                    <a:pt x="0" y="2572"/>
                  </a:cubicBezTo>
                  <a:lnTo>
                    <a:pt x="4000" y="0"/>
                  </a:lnTo>
                  <a:cubicBezTo>
                    <a:pt x="94774" y="143256"/>
                    <a:pt x="229838" y="272034"/>
                    <a:pt x="384429" y="362807"/>
                  </a:cubicBezTo>
                  <a:cubicBezTo>
                    <a:pt x="544259" y="456629"/>
                    <a:pt x="714851" y="506254"/>
                    <a:pt x="877919" y="506254"/>
                  </a:cubicBezTo>
                  <a:lnTo>
                    <a:pt x="1505617" y="506254"/>
                  </a:lnTo>
                  <a:cubicBezTo>
                    <a:pt x="1824609" y="506254"/>
                    <a:pt x="2109883" y="302990"/>
                    <a:pt x="2215420" y="476"/>
                  </a:cubicBezTo>
                  <a:lnTo>
                    <a:pt x="2219897" y="2000"/>
                  </a:lnTo>
                  <a:cubicBezTo>
                    <a:pt x="2113693" y="306419"/>
                    <a:pt x="1826705" y="511016"/>
                    <a:pt x="1505617" y="511016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08" name="Google Shape;308;p20"/>
          <p:cNvGrpSpPr/>
          <p:nvPr/>
        </p:nvGrpSpPr>
        <p:grpSpPr>
          <a:xfrm>
            <a:off x="-163601" y="-10"/>
            <a:ext cx="9366789" cy="5186459"/>
            <a:chOff x="-163601" y="-10"/>
            <a:chExt cx="9366789" cy="5186459"/>
          </a:xfrm>
        </p:grpSpPr>
        <p:sp>
          <p:nvSpPr>
            <p:cNvPr id="309" name="Google Shape;309;p20"/>
            <p:cNvSpPr/>
            <p:nvPr/>
          </p:nvSpPr>
          <p:spPr>
            <a:xfrm>
              <a:off x="-163601" y="3834449"/>
              <a:ext cx="1011333" cy="1352000"/>
            </a:xfrm>
            <a:custGeom>
              <a:avLst/>
              <a:gdLst/>
              <a:ahLst/>
              <a:cxnLst/>
              <a:rect l="l" t="t" r="r" b="b"/>
              <a:pathLst>
                <a:path w="782463" h="1046035" extrusionOk="0">
                  <a:moveTo>
                    <a:pt x="655034" y="532734"/>
                  </a:moveTo>
                  <a:cubicBezTo>
                    <a:pt x="571214" y="260223"/>
                    <a:pt x="286226" y="33433"/>
                    <a:pt x="0" y="0"/>
                  </a:cubicBezTo>
                  <a:lnTo>
                    <a:pt x="0" y="1046036"/>
                  </a:lnTo>
                  <a:lnTo>
                    <a:pt x="781717" y="1046036"/>
                  </a:lnTo>
                  <a:cubicBezTo>
                    <a:pt x="784955" y="990886"/>
                    <a:pt x="777716" y="931641"/>
                    <a:pt x="758857" y="870109"/>
                  </a:cubicBezTo>
                  <a:lnTo>
                    <a:pt x="655130" y="53263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8138311" y="-10"/>
              <a:ext cx="1064878" cy="1431298"/>
            </a:xfrm>
            <a:custGeom>
              <a:avLst/>
              <a:gdLst/>
              <a:ahLst/>
              <a:cxnLst/>
              <a:rect l="l" t="t" r="r" b="b"/>
              <a:pathLst>
                <a:path w="439578" h="590835" extrusionOk="0">
                  <a:moveTo>
                    <a:pt x="439579" y="590836"/>
                  </a:moveTo>
                  <a:lnTo>
                    <a:pt x="439579" y="0"/>
                  </a:lnTo>
                  <a:lnTo>
                    <a:pt x="0" y="0"/>
                  </a:lnTo>
                  <a:cubicBezTo>
                    <a:pt x="84773" y="225266"/>
                    <a:pt x="242792" y="430721"/>
                    <a:pt x="439579" y="590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20"/>
          <p:cNvGrpSpPr/>
          <p:nvPr/>
        </p:nvGrpSpPr>
        <p:grpSpPr>
          <a:xfrm>
            <a:off x="-541946" y="-292906"/>
            <a:ext cx="8972728" cy="5752724"/>
            <a:chOff x="-541946" y="-292906"/>
            <a:chExt cx="8972728" cy="5752724"/>
          </a:xfrm>
        </p:grpSpPr>
        <p:sp>
          <p:nvSpPr>
            <p:cNvPr id="312" name="Google Shape;312;p20"/>
            <p:cNvSpPr/>
            <p:nvPr/>
          </p:nvSpPr>
          <p:spPr>
            <a:xfrm>
              <a:off x="-541946" y="3474105"/>
              <a:ext cx="1261935" cy="1959953"/>
            </a:xfrm>
            <a:custGeom>
              <a:avLst/>
              <a:gdLst/>
              <a:ahLst/>
              <a:cxnLst/>
              <a:rect l="l" t="t" r="r" b="b"/>
              <a:pathLst>
                <a:path w="870300" h="1351692" extrusionOk="0">
                  <a:moveTo>
                    <a:pt x="865632" y="1351598"/>
                  </a:moveTo>
                  <a:lnTo>
                    <a:pt x="860870" y="1351026"/>
                  </a:lnTo>
                  <a:cubicBezTo>
                    <a:pt x="869918" y="1282351"/>
                    <a:pt x="865727" y="1209580"/>
                    <a:pt x="848582" y="1134713"/>
                  </a:cubicBezTo>
                  <a:lnTo>
                    <a:pt x="751808" y="712756"/>
                  </a:lnTo>
                  <a:cubicBezTo>
                    <a:pt x="674560" y="376238"/>
                    <a:pt x="351377" y="71819"/>
                    <a:pt x="0" y="4667"/>
                  </a:cubicBezTo>
                  <a:lnTo>
                    <a:pt x="857" y="0"/>
                  </a:lnTo>
                  <a:cubicBezTo>
                    <a:pt x="354044" y="67437"/>
                    <a:pt x="678847" y="373475"/>
                    <a:pt x="756476" y="711708"/>
                  </a:cubicBezTo>
                  <a:lnTo>
                    <a:pt x="853250" y="1133666"/>
                  </a:lnTo>
                  <a:cubicBezTo>
                    <a:pt x="870585" y="1209104"/>
                    <a:pt x="874681" y="1282446"/>
                    <a:pt x="865632" y="135169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20"/>
            <p:cNvSpPr/>
            <p:nvPr/>
          </p:nvSpPr>
          <p:spPr>
            <a:xfrm>
              <a:off x="7752031" y="-292906"/>
              <a:ext cx="678751" cy="678751"/>
            </a:xfrm>
            <a:custGeom>
              <a:avLst/>
              <a:gdLst/>
              <a:ahLst/>
              <a:cxnLst/>
              <a:rect l="l" t="t" r="r" b="b"/>
              <a:pathLst>
                <a:path w="678751" h="678751" extrusionOk="0">
                  <a:moveTo>
                    <a:pt x="339376" y="678752"/>
                  </a:moveTo>
                  <a:cubicBezTo>
                    <a:pt x="152305" y="678752"/>
                    <a:pt x="0" y="526542"/>
                    <a:pt x="0" y="339376"/>
                  </a:cubicBezTo>
                  <a:cubicBezTo>
                    <a:pt x="0" y="152210"/>
                    <a:pt x="152210" y="0"/>
                    <a:pt x="339376" y="0"/>
                  </a:cubicBezTo>
                  <a:cubicBezTo>
                    <a:pt x="526542" y="0"/>
                    <a:pt x="678752" y="152210"/>
                    <a:pt x="678752" y="339376"/>
                  </a:cubicBezTo>
                  <a:cubicBezTo>
                    <a:pt x="678752" y="526542"/>
                    <a:pt x="526542" y="678752"/>
                    <a:pt x="339376" y="678752"/>
                  </a:cubicBezTo>
                  <a:close/>
                  <a:moveTo>
                    <a:pt x="339376" y="4858"/>
                  </a:moveTo>
                  <a:cubicBezTo>
                    <a:pt x="154877" y="4858"/>
                    <a:pt x="4763" y="154972"/>
                    <a:pt x="4763" y="339471"/>
                  </a:cubicBezTo>
                  <a:cubicBezTo>
                    <a:pt x="4763" y="523970"/>
                    <a:pt x="154877" y="674084"/>
                    <a:pt x="339376" y="674084"/>
                  </a:cubicBezTo>
                  <a:cubicBezTo>
                    <a:pt x="523875" y="674084"/>
                    <a:pt x="673989" y="523970"/>
                    <a:pt x="673989" y="339471"/>
                  </a:cubicBezTo>
                  <a:cubicBezTo>
                    <a:pt x="673989" y="154972"/>
                    <a:pt x="523875" y="4858"/>
                    <a:pt x="339376" y="485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4" name="Google Shape;314;p20"/>
            <p:cNvGrpSpPr/>
            <p:nvPr/>
          </p:nvGrpSpPr>
          <p:grpSpPr>
            <a:xfrm>
              <a:off x="115336" y="804899"/>
              <a:ext cx="6965350" cy="4654919"/>
              <a:chOff x="2944261" y="2753625"/>
              <a:chExt cx="6965350" cy="4654919"/>
            </a:xfrm>
          </p:grpSpPr>
          <p:sp>
            <p:nvSpPr>
              <p:cNvPr id="315" name="Google Shape;315;p20"/>
              <p:cNvSpPr/>
              <p:nvPr/>
            </p:nvSpPr>
            <p:spPr>
              <a:xfrm>
                <a:off x="2944261" y="2753625"/>
                <a:ext cx="205168" cy="205168"/>
              </a:xfrm>
              <a:custGeom>
                <a:avLst/>
                <a:gdLst/>
                <a:ahLst/>
                <a:cxnLst/>
                <a:rect l="l" t="t" r="r" b="b"/>
                <a:pathLst>
                  <a:path w="205168" h="205168" extrusionOk="0">
                    <a:moveTo>
                      <a:pt x="102584" y="205169"/>
                    </a:moveTo>
                    <a:cubicBezTo>
                      <a:pt x="46006" y="205169"/>
                      <a:pt x="0" y="159163"/>
                      <a:pt x="0" y="102584"/>
                    </a:cubicBezTo>
                    <a:cubicBezTo>
                      <a:pt x="0" y="46006"/>
                      <a:pt x="46006" y="0"/>
                      <a:pt x="102584" y="0"/>
                    </a:cubicBezTo>
                    <a:cubicBezTo>
                      <a:pt x="159163" y="0"/>
                      <a:pt x="205168" y="46006"/>
                      <a:pt x="205168" y="102584"/>
                    </a:cubicBezTo>
                    <a:cubicBezTo>
                      <a:pt x="205168" y="159163"/>
                      <a:pt x="159163" y="205169"/>
                      <a:pt x="102584" y="205169"/>
                    </a:cubicBezTo>
                    <a:close/>
                    <a:moveTo>
                      <a:pt x="102584" y="4667"/>
                    </a:moveTo>
                    <a:cubicBezTo>
                      <a:pt x="48578" y="4667"/>
                      <a:pt x="4763" y="48577"/>
                      <a:pt x="4763" y="102489"/>
                    </a:cubicBezTo>
                    <a:cubicBezTo>
                      <a:pt x="4763" y="156400"/>
                      <a:pt x="48673" y="200311"/>
                      <a:pt x="102584" y="200311"/>
                    </a:cubicBezTo>
                    <a:cubicBezTo>
                      <a:pt x="156496" y="200311"/>
                      <a:pt x="200406" y="156400"/>
                      <a:pt x="200406" y="102489"/>
                    </a:cubicBezTo>
                    <a:cubicBezTo>
                      <a:pt x="200406" y="48577"/>
                      <a:pt x="156496" y="4667"/>
                      <a:pt x="102584" y="4667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20"/>
              <p:cNvSpPr/>
              <p:nvPr/>
            </p:nvSpPr>
            <p:spPr>
              <a:xfrm>
                <a:off x="4615364" y="6815994"/>
                <a:ext cx="205168" cy="205263"/>
              </a:xfrm>
              <a:custGeom>
                <a:avLst/>
                <a:gdLst/>
                <a:ahLst/>
                <a:cxnLst/>
                <a:rect l="l" t="t" r="r" b="b"/>
                <a:pathLst>
                  <a:path w="205168" h="205263" extrusionOk="0">
                    <a:moveTo>
                      <a:pt x="102584" y="205264"/>
                    </a:moveTo>
                    <a:cubicBezTo>
                      <a:pt x="46006" y="205264"/>
                      <a:pt x="0" y="159258"/>
                      <a:pt x="0" y="102679"/>
                    </a:cubicBezTo>
                    <a:cubicBezTo>
                      <a:pt x="0" y="46101"/>
                      <a:pt x="46006" y="0"/>
                      <a:pt x="102584" y="0"/>
                    </a:cubicBezTo>
                    <a:cubicBezTo>
                      <a:pt x="159163" y="0"/>
                      <a:pt x="205168" y="46006"/>
                      <a:pt x="205168" y="102679"/>
                    </a:cubicBezTo>
                    <a:cubicBezTo>
                      <a:pt x="205168" y="159353"/>
                      <a:pt x="159163" y="205264"/>
                      <a:pt x="102584" y="205264"/>
                    </a:cubicBezTo>
                    <a:close/>
                    <a:moveTo>
                      <a:pt x="102584" y="4763"/>
                    </a:moveTo>
                    <a:cubicBezTo>
                      <a:pt x="48577" y="4763"/>
                      <a:pt x="4763" y="48673"/>
                      <a:pt x="4763" y="102679"/>
                    </a:cubicBezTo>
                    <a:cubicBezTo>
                      <a:pt x="4763" y="156686"/>
                      <a:pt x="48673" y="200501"/>
                      <a:pt x="102584" y="200501"/>
                    </a:cubicBezTo>
                    <a:cubicBezTo>
                      <a:pt x="156496" y="200501"/>
                      <a:pt x="200406" y="156591"/>
                      <a:pt x="200406" y="102679"/>
                    </a:cubicBezTo>
                    <a:cubicBezTo>
                      <a:pt x="200406" y="48768"/>
                      <a:pt x="156496" y="4763"/>
                      <a:pt x="102584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20"/>
              <p:cNvSpPr/>
              <p:nvPr/>
            </p:nvSpPr>
            <p:spPr>
              <a:xfrm>
                <a:off x="9469936" y="6968870"/>
                <a:ext cx="439674" cy="439673"/>
              </a:xfrm>
              <a:custGeom>
                <a:avLst/>
                <a:gdLst/>
                <a:ahLst/>
                <a:cxnLst/>
                <a:rect l="l" t="t" r="r" b="b"/>
                <a:pathLst>
                  <a:path w="439674" h="439673" extrusionOk="0">
                    <a:moveTo>
                      <a:pt x="219837" y="439674"/>
                    </a:moveTo>
                    <a:cubicBezTo>
                      <a:pt x="98584" y="439674"/>
                      <a:pt x="0" y="341090"/>
                      <a:pt x="0" y="219837"/>
                    </a:cubicBezTo>
                    <a:cubicBezTo>
                      <a:pt x="0" y="98584"/>
                      <a:pt x="98584" y="0"/>
                      <a:pt x="219837" y="0"/>
                    </a:cubicBezTo>
                    <a:cubicBezTo>
                      <a:pt x="341090" y="0"/>
                      <a:pt x="439674" y="98584"/>
                      <a:pt x="439674" y="219837"/>
                    </a:cubicBezTo>
                    <a:cubicBezTo>
                      <a:pt x="439674" y="341090"/>
                      <a:pt x="341090" y="439674"/>
                      <a:pt x="219837" y="439674"/>
                    </a:cubicBezTo>
                    <a:close/>
                    <a:moveTo>
                      <a:pt x="219837" y="4763"/>
                    </a:moveTo>
                    <a:cubicBezTo>
                      <a:pt x="101251" y="4763"/>
                      <a:pt x="4763" y="101251"/>
                      <a:pt x="4763" y="219837"/>
                    </a:cubicBezTo>
                    <a:cubicBezTo>
                      <a:pt x="4763" y="338423"/>
                      <a:pt x="101251" y="434911"/>
                      <a:pt x="219837" y="434911"/>
                    </a:cubicBezTo>
                    <a:cubicBezTo>
                      <a:pt x="338424" y="434911"/>
                      <a:pt x="434912" y="338423"/>
                      <a:pt x="434912" y="219837"/>
                    </a:cubicBezTo>
                    <a:cubicBezTo>
                      <a:pt x="434912" y="101251"/>
                      <a:pt x="338424" y="4763"/>
                      <a:pt x="219837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1"/>
          <p:cNvSpPr txBox="1">
            <a:spLocks noGrp="1"/>
          </p:cNvSpPr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21"/>
          <p:cNvSpPr txBox="1">
            <a:spLocks noGrp="1"/>
          </p:cNvSpPr>
          <p:nvPr>
            <p:ph type="subTitle" idx="1"/>
          </p:nvPr>
        </p:nvSpPr>
        <p:spPr>
          <a:xfrm>
            <a:off x="2347900" y="1770651"/>
            <a:ext cx="4448100" cy="11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21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and includes icons by</a:t>
            </a:r>
            <a:r>
              <a:rPr lang="en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" sz="12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and infographics &amp; images by </a:t>
            </a:r>
            <a:r>
              <a:rPr lang="en" sz="12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sz="1200" b="1" u="sng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322" name="Google Shape;322;p21"/>
          <p:cNvGrpSpPr/>
          <p:nvPr/>
        </p:nvGrpSpPr>
        <p:grpSpPr>
          <a:xfrm>
            <a:off x="1235" y="217"/>
            <a:ext cx="9173700" cy="5315905"/>
            <a:chOff x="1235" y="217"/>
            <a:chExt cx="9173700" cy="5315905"/>
          </a:xfrm>
        </p:grpSpPr>
        <p:sp>
          <p:nvSpPr>
            <p:cNvPr id="323" name="Google Shape;323;p21"/>
            <p:cNvSpPr/>
            <p:nvPr/>
          </p:nvSpPr>
          <p:spPr>
            <a:xfrm>
              <a:off x="1235" y="696"/>
              <a:ext cx="854267" cy="5143500"/>
            </a:xfrm>
            <a:custGeom>
              <a:avLst/>
              <a:gdLst/>
              <a:ahLst/>
              <a:cxnLst/>
              <a:rect l="l" t="t" r="r" b="b"/>
              <a:pathLst>
                <a:path w="2293334" h="4762500" extrusionOk="0">
                  <a:moveTo>
                    <a:pt x="832295" y="2601563"/>
                  </a:moveTo>
                  <a:cubicBezTo>
                    <a:pt x="832295" y="1499902"/>
                    <a:pt x="1417130" y="534924"/>
                    <a:pt x="2293334" y="0"/>
                  </a:cubicBezTo>
                  <a:lnTo>
                    <a:pt x="0" y="0"/>
                  </a:lnTo>
                  <a:lnTo>
                    <a:pt x="0" y="4762500"/>
                  </a:lnTo>
                  <a:lnTo>
                    <a:pt x="1731740" y="4762500"/>
                  </a:lnTo>
                  <a:cubicBezTo>
                    <a:pt x="1176242" y="4210717"/>
                    <a:pt x="832199" y="3446336"/>
                    <a:pt x="832199" y="2601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1"/>
            <p:cNvSpPr/>
            <p:nvPr/>
          </p:nvSpPr>
          <p:spPr>
            <a:xfrm rot="10800000">
              <a:off x="2049" y="3391604"/>
              <a:ext cx="1073836" cy="1752592"/>
            </a:xfrm>
            <a:custGeom>
              <a:avLst/>
              <a:gdLst/>
              <a:ahLst/>
              <a:cxnLst/>
              <a:rect l="l" t="t" r="r" b="b"/>
              <a:pathLst>
                <a:path w="1164050" h="2727769" extrusionOk="0">
                  <a:moveTo>
                    <a:pt x="1164051" y="0"/>
                  </a:moveTo>
                  <a:lnTo>
                    <a:pt x="0" y="0"/>
                  </a:lnTo>
                  <a:lnTo>
                    <a:pt x="1164051" y="2727770"/>
                  </a:lnTo>
                  <a:lnTo>
                    <a:pt x="11640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1"/>
            <p:cNvSpPr/>
            <p:nvPr/>
          </p:nvSpPr>
          <p:spPr>
            <a:xfrm rot="10800000">
              <a:off x="7777762" y="217"/>
              <a:ext cx="1397173" cy="3827705"/>
            </a:xfrm>
            <a:custGeom>
              <a:avLst/>
              <a:gdLst/>
              <a:ahLst/>
              <a:cxnLst/>
              <a:rect l="l" t="t" r="r" b="b"/>
              <a:pathLst>
                <a:path w="1016126" h="2381154" extrusionOk="0">
                  <a:moveTo>
                    <a:pt x="0" y="2381155"/>
                  </a:moveTo>
                  <a:lnTo>
                    <a:pt x="1016127" y="2381155"/>
                  </a:lnTo>
                  <a:lnTo>
                    <a:pt x="0" y="0"/>
                  </a:lnTo>
                  <a:lnTo>
                    <a:pt x="0" y="23811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1"/>
            <p:cNvSpPr/>
            <p:nvPr/>
          </p:nvSpPr>
          <p:spPr>
            <a:xfrm rot="10800000" flipH="1">
              <a:off x="5969542" y="4608563"/>
              <a:ext cx="3089581" cy="707559"/>
            </a:xfrm>
            <a:custGeom>
              <a:avLst/>
              <a:gdLst/>
              <a:ahLst/>
              <a:cxnLst/>
              <a:rect l="l" t="t" r="r" b="b"/>
              <a:pathLst>
                <a:path w="1958530" h="448532" extrusionOk="0">
                  <a:moveTo>
                    <a:pt x="0" y="0"/>
                  </a:moveTo>
                  <a:cubicBezTo>
                    <a:pt x="164211" y="259080"/>
                    <a:pt x="476345" y="448532"/>
                    <a:pt x="774287" y="448532"/>
                  </a:cubicBezTo>
                  <a:lnTo>
                    <a:pt x="1329118" y="448532"/>
                  </a:lnTo>
                  <a:cubicBezTo>
                    <a:pt x="1619345" y="448532"/>
                    <a:pt x="1867662" y="260318"/>
                    <a:pt x="1958531" y="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21"/>
          <p:cNvGrpSpPr/>
          <p:nvPr/>
        </p:nvGrpSpPr>
        <p:grpSpPr>
          <a:xfrm>
            <a:off x="-524736" y="-799403"/>
            <a:ext cx="10042307" cy="6415129"/>
            <a:chOff x="-524736" y="-799403"/>
            <a:chExt cx="10042307" cy="6415129"/>
          </a:xfrm>
        </p:grpSpPr>
        <p:grpSp>
          <p:nvGrpSpPr>
            <p:cNvPr id="328" name="Google Shape;328;p21"/>
            <p:cNvGrpSpPr/>
            <p:nvPr/>
          </p:nvGrpSpPr>
          <p:grpSpPr>
            <a:xfrm rot="10800000" flipH="1">
              <a:off x="-524736" y="-799403"/>
              <a:ext cx="2352021" cy="4815751"/>
              <a:chOff x="871674" y="1713173"/>
              <a:chExt cx="2352021" cy="4815751"/>
            </a:xfrm>
          </p:grpSpPr>
          <p:sp>
            <p:nvSpPr>
              <p:cNvPr id="329" name="Google Shape;329;p21"/>
              <p:cNvSpPr/>
              <p:nvPr/>
            </p:nvSpPr>
            <p:spPr>
              <a:xfrm rot="-2274005">
                <a:off x="2042917" y="2862840"/>
                <a:ext cx="9535" cy="381661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3812190" extrusionOk="0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3812190"/>
                    </a:lnTo>
                    <a:lnTo>
                      <a:pt x="0" y="381219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21"/>
              <p:cNvSpPr/>
              <p:nvPr/>
            </p:nvSpPr>
            <p:spPr>
              <a:xfrm rot="-1046363">
                <a:off x="1795480" y="1599138"/>
                <a:ext cx="12585" cy="5043821"/>
              </a:xfrm>
              <a:custGeom>
                <a:avLst/>
                <a:gdLst/>
                <a:ahLst/>
                <a:cxnLst/>
                <a:rect l="l" t="t" r="r" b="b"/>
                <a:pathLst>
                  <a:path w="12572" h="5038722" extrusionOk="0">
                    <a:moveTo>
                      <a:pt x="0" y="0"/>
                    </a:moveTo>
                    <a:lnTo>
                      <a:pt x="12573" y="0"/>
                    </a:lnTo>
                    <a:lnTo>
                      <a:pt x="12573" y="5038723"/>
                    </a:lnTo>
                    <a:lnTo>
                      <a:pt x="0" y="5038723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1" name="Google Shape;331;p21"/>
            <p:cNvSpPr/>
            <p:nvPr/>
          </p:nvSpPr>
          <p:spPr>
            <a:xfrm rot="6108899" flipH="1">
              <a:off x="7133302" y="-2018683"/>
              <a:ext cx="9537" cy="4860013"/>
            </a:xfrm>
            <a:custGeom>
              <a:avLst/>
              <a:gdLst/>
              <a:ahLst/>
              <a:cxnLst/>
              <a:rect l="l" t="t" r="r" b="b"/>
              <a:pathLst>
                <a:path w="9525" h="4854131" extrusionOk="0">
                  <a:moveTo>
                    <a:pt x="0" y="0"/>
                  </a:moveTo>
                  <a:lnTo>
                    <a:pt x="9525" y="0"/>
                  </a:lnTo>
                  <a:lnTo>
                    <a:pt x="9525" y="4854131"/>
                  </a:lnTo>
                  <a:lnTo>
                    <a:pt x="0" y="485413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21"/>
            <p:cNvSpPr/>
            <p:nvPr/>
          </p:nvSpPr>
          <p:spPr>
            <a:xfrm rot="10800000" flipH="1">
              <a:off x="5194448" y="4809599"/>
              <a:ext cx="3501886" cy="806128"/>
            </a:xfrm>
            <a:custGeom>
              <a:avLst/>
              <a:gdLst/>
              <a:ahLst/>
              <a:cxnLst/>
              <a:rect l="l" t="t" r="r" b="b"/>
              <a:pathLst>
                <a:path w="2219896" h="511016" extrusionOk="0">
                  <a:moveTo>
                    <a:pt x="1505617" y="511016"/>
                  </a:moveTo>
                  <a:lnTo>
                    <a:pt x="877919" y="511016"/>
                  </a:lnTo>
                  <a:cubicBezTo>
                    <a:pt x="714089" y="511016"/>
                    <a:pt x="542544" y="461201"/>
                    <a:pt x="382048" y="366903"/>
                  </a:cubicBezTo>
                  <a:cubicBezTo>
                    <a:pt x="226886" y="275749"/>
                    <a:pt x="91154" y="146399"/>
                    <a:pt x="0" y="2572"/>
                  </a:cubicBezTo>
                  <a:lnTo>
                    <a:pt x="4000" y="0"/>
                  </a:lnTo>
                  <a:cubicBezTo>
                    <a:pt x="94774" y="143256"/>
                    <a:pt x="229838" y="272034"/>
                    <a:pt x="384429" y="362807"/>
                  </a:cubicBezTo>
                  <a:cubicBezTo>
                    <a:pt x="544259" y="456629"/>
                    <a:pt x="714851" y="506254"/>
                    <a:pt x="877919" y="506254"/>
                  </a:cubicBezTo>
                  <a:lnTo>
                    <a:pt x="1505617" y="506254"/>
                  </a:lnTo>
                  <a:cubicBezTo>
                    <a:pt x="1824609" y="506254"/>
                    <a:pt x="2109883" y="302990"/>
                    <a:pt x="2215420" y="476"/>
                  </a:cubicBezTo>
                  <a:lnTo>
                    <a:pt x="2219897" y="2000"/>
                  </a:lnTo>
                  <a:cubicBezTo>
                    <a:pt x="2113693" y="306419"/>
                    <a:pt x="1826705" y="511016"/>
                    <a:pt x="1505617" y="511016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21"/>
          <p:cNvGrpSpPr/>
          <p:nvPr/>
        </p:nvGrpSpPr>
        <p:grpSpPr>
          <a:xfrm rot="10800000">
            <a:off x="1449703" y="-235522"/>
            <a:ext cx="7290068" cy="5776149"/>
            <a:chOff x="2739089" y="1632394"/>
            <a:chExt cx="7290068" cy="5776149"/>
          </a:xfrm>
        </p:grpSpPr>
        <p:sp>
          <p:nvSpPr>
            <p:cNvPr id="334" name="Google Shape;334;p21"/>
            <p:cNvSpPr/>
            <p:nvPr/>
          </p:nvSpPr>
          <p:spPr>
            <a:xfrm>
              <a:off x="2944261" y="2753625"/>
              <a:ext cx="205168" cy="205168"/>
            </a:xfrm>
            <a:custGeom>
              <a:avLst/>
              <a:gdLst/>
              <a:ahLst/>
              <a:cxnLst/>
              <a:rect l="l" t="t" r="r" b="b"/>
              <a:pathLst>
                <a:path w="205168" h="205168" extrusionOk="0">
                  <a:moveTo>
                    <a:pt x="102584" y="205169"/>
                  </a:moveTo>
                  <a:cubicBezTo>
                    <a:pt x="46006" y="205169"/>
                    <a:pt x="0" y="159163"/>
                    <a:pt x="0" y="102584"/>
                  </a:cubicBezTo>
                  <a:cubicBezTo>
                    <a:pt x="0" y="46006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584"/>
                  </a:cubicBezTo>
                  <a:cubicBezTo>
                    <a:pt x="205168" y="159163"/>
                    <a:pt x="159163" y="205169"/>
                    <a:pt x="102584" y="205169"/>
                  </a:cubicBezTo>
                  <a:close/>
                  <a:moveTo>
                    <a:pt x="102584" y="4667"/>
                  </a:moveTo>
                  <a:cubicBezTo>
                    <a:pt x="48578" y="4667"/>
                    <a:pt x="4763" y="48577"/>
                    <a:pt x="4763" y="102489"/>
                  </a:cubicBezTo>
                  <a:cubicBezTo>
                    <a:pt x="4763" y="156400"/>
                    <a:pt x="48673" y="200311"/>
                    <a:pt x="102584" y="200311"/>
                  </a:cubicBezTo>
                  <a:cubicBezTo>
                    <a:pt x="156496" y="200311"/>
                    <a:pt x="200406" y="156400"/>
                    <a:pt x="200406" y="102489"/>
                  </a:cubicBezTo>
                  <a:cubicBezTo>
                    <a:pt x="200406" y="48577"/>
                    <a:pt x="156496" y="4667"/>
                    <a:pt x="102584" y="466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1"/>
            <p:cNvSpPr/>
            <p:nvPr/>
          </p:nvSpPr>
          <p:spPr>
            <a:xfrm>
              <a:off x="9350406" y="1632394"/>
              <a:ext cx="678751" cy="678751"/>
            </a:xfrm>
            <a:custGeom>
              <a:avLst/>
              <a:gdLst/>
              <a:ahLst/>
              <a:cxnLst/>
              <a:rect l="l" t="t" r="r" b="b"/>
              <a:pathLst>
                <a:path w="678751" h="678751" extrusionOk="0">
                  <a:moveTo>
                    <a:pt x="339376" y="678752"/>
                  </a:moveTo>
                  <a:cubicBezTo>
                    <a:pt x="152305" y="678752"/>
                    <a:pt x="0" y="526542"/>
                    <a:pt x="0" y="339376"/>
                  </a:cubicBezTo>
                  <a:cubicBezTo>
                    <a:pt x="0" y="152210"/>
                    <a:pt x="152210" y="0"/>
                    <a:pt x="339376" y="0"/>
                  </a:cubicBezTo>
                  <a:cubicBezTo>
                    <a:pt x="526542" y="0"/>
                    <a:pt x="678752" y="152210"/>
                    <a:pt x="678752" y="339376"/>
                  </a:cubicBezTo>
                  <a:cubicBezTo>
                    <a:pt x="678752" y="526542"/>
                    <a:pt x="526542" y="678752"/>
                    <a:pt x="339376" y="678752"/>
                  </a:cubicBezTo>
                  <a:close/>
                  <a:moveTo>
                    <a:pt x="339376" y="4858"/>
                  </a:moveTo>
                  <a:cubicBezTo>
                    <a:pt x="154877" y="4858"/>
                    <a:pt x="4763" y="154972"/>
                    <a:pt x="4763" y="339471"/>
                  </a:cubicBezTo>
                  <a:cubicBezTo>
                    <a:pt x="4763" y="523970"/>
                    <a:pt x="154877" y="674084"/>
                    <a:pt x="339376" y="674084"/>
                  </a:cubicBezTo>
                  <a:cubicBezTo>
                    <a:pt x="523875" y="674084"/>
                    <a:pt x="673989" y="523970"/>
                    <a:pt x="673989" y="339471"/>
                  </a:cubicBezTo>
                  <a:cubicBezTo>
                    <a:pt x="673989" y="154972"/>
                    <a:pt x="523875" y="4858"/>
                    <a:pt x="339376" y="485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1"/>
            <p:cNvSpPr/>
            <p:nvPr/>
          </p:nvSpPr>
          <p:spPr>
            <a:xfrm>
              <a:off x="2739089" y="5692044"/>
              <a:ext cx="205168" cy="205263"/>
            </a:xfrm>
            <a:custGeom>
              <a:avLst/>
              <a:gdLst/>
              <a:ahLst/>
              <a:cxnLst/>
              <a:rect l="l" t="t" r="r" b="b"/>
              <a:pathLst>
                <a:path w="205168" h="205263" extrusionOk="0">
                  <a:moveTo>
                    <a:pt x="102584" y="205264"/>
                  </a:moveTo>
                  <a:cubicBezTo>
                    <a:pt x="46006" y="205264"/>
                    <a:pt x="0" y="159258"/>
                    <a:pt x="0" y="102679"/>
                  </a:cubicBezTo>
                  <a:cubicBezTo>
                    <a:pt x="0" y="46101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679"/>
                  </a:cubicBezTo>
                  <a:cubicBezTo>
                    <a:pt x="205168" y="159353"/>
                    <a:pt x="159163" y="205264"/>
                    <a:pt x="102584" y="205264"/>
                  </a:cubicBezTo>
                  <a:close/>
                  <a:moveTo>
                    <a:pt x="102584" y="4763"/>
                  </a:moveTo>
                  <a:cubicBezTo>
                    <a:pt x="48577" y="4763"/>
                    <a:pt x="4763" y="48673"/>
                    <a:pt x="4763" y="102679"/>
                  </a:cubicBezTo>
                  <a:cubicBezTo>
                    <a:pt x="4763" y="156686"/>
                    <a:pt x="48673" y="200501"/>
                    <a:pt x="102584" y="200501"/>
                  </a:cubicBezTo>
                  <a:cubicBezTo>
                    <a:pt x="156496" y="200501"/>
                    <a:pt x="200406" y="156591"/>
                    <a:pt x="200406" y="102679"/>
                  </a:cubicBezTo>
                  <a:cubicBezTo>
                    <a:pt x="200406" y="48768"/>
                    <a:pt x="156496" y="4763"/>
                    <a:pt x="102584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1"/>
            <p:cNvSpPr/>
            <p:nvPr/>
          </p:nvSpPr>
          <p:spPr>
            <a:xfrm>
              <a:off x="7650661" y="6968870"/>
              <a:ext cx="439674" cy="439673"/>
            </a:xfrm>
            <a:custGeom>
              <a:avLst/>
              <a:gdLst/>
              <a:ahLst/>
              <a:cxnLst/>
              <a:rect l="l" t="t" r="r" b="b"/>
              <a:pathLst>
                <a:path w="439674" h="439673" extrusionOk="0">
                  <a:moveTo>
                    <a:pt x="219837" y="439674"/>
                  </a:moveTo>
                  <a:cubicBezTo>
                    <a:pt x="98584" y="439674"/>
                    <a:pt x="0" y="341090"/>
                    <a:pt x="0" y="219837"/>
                  </a:cubicBezTo>
                  <a:cubicBezTo>
                    <a:pt x="0" y="98584"/>
                    <a:pt x="98584" y="0"/>
                    <a:pt x="219837" y="0"/>
                  </a:cubicBezTo>
                  <a:cubicBezTo>
                    <a:pt x="341090" y="0"/>
                    <a:pt x="439674" y="98584"/>
                    <a:pt x="439674" y="219837"/>
                  </a:cubicBezTo>
                  <a:cubicBezTo>
                    <a:pt x="439674" y="341090"/>
                    <a:pt x="341090" y="439674"/>
                    <a:pt x="219837" y="439674"/>
                  </a:cubicBezTo>
                  <a:close/>
                  <a:moveTo>
                    <a:pt x="219837" y="4763"/>
                  </a:moveTo>
                  <a:cubicBezTo>
                    <a:pt x="101251" y="4763"/>
                    <a:pt x="4763" y="101251"/>
                    <a:pt x="4763" y="219837"/>
                  </a:cubicBezTo>
                  <a:cubicBezTo>
                    <a:pt x="4763" y="338423"/>
                    <a:pt x="101251" y="434911"/>
                    <a:pt x="219837" y="434911"/>
                  </a:cubicBezTo>
                  <a:cubicBezTo>
                    <a:pt x="338424" y="434911"/>
                    <a:pt x="434912" y="338423"/>
                    <a:pt x="434912" y="219837"/>
                  </a:cubicBezTo>
                  <a:cubicBezTo>
                    <a:pt x="434912" y="101251"/>
                    <a:pt x="338424" y="4763"/>
                    <a:pt x="219837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22"/>
          <p:cNvGrpSpPr/>
          <p:nvPr/>
        </p:nvGrpSpPr>
        <p:grpSpPr>
          <a:xfrm rot="10800000" flipH="1">
            <a:off x="1235" y="-166423"/>
            <a:ext cx="9173700" cy="5315905"/>
            <a:chOff x="1235" y="217"/>
            <a:chExt cx="9173700" cy="5315905"/>
          </a:xfrm>
        </p:grpSpPr>
        <p:sp>
          <p:nvSpPr>
            <p:cNvPr id="340" name="Google Shape;340;p22"/>
            <p:cNvSpPr/>
            <p:nvPr/>
          </p:nvSpPr>
          <p:spPr>
            <a:xfrm>
              <a:off x="1235" y="696"/>
              <a:ext cx="854267" cy="5143500"/>
            </a:xfrm>
            <a:custGeom>
              <a:avLst/>
              <a:gdLst/>
              <a:ahLst/>
              <a:cxnLst/>
              <a:rect l="l" t="t" r="r" b="b"/>
              <a:pathLst>
                <a:path w="2293334" h="4762500" extrusionOk="0">
                  <a:moveTo>
                    <a:pt x="832295" y="2601563"/>
                  </a:moveTo>
                  <a:cubicBezTo>
                    <a:pt x="832295" y="1499902"/>
                    <a:pt x="1417130" y="534924"/>
                    <a:pt x="2293334" y="0"/>
                  </a:cubicBezTo>
                  <a:lnTo>
                    <a:pt x="0" y="0"/>
                  </a:lnTo>
                  <a:lnTo>
                    <a:pt x="0" y="4762500"/>
                  </a:lnTo>
                  <a:lnTo>
                    <a:pt x="1731740" y="4762500"/>
                  </a:lnTo>
                  <a:cubicBezTo>
                    <a:pt x="1176242" y="4210717"/>
                    <a:pt x="832199" y="3446336"/>
                    <a:pt x="832199" y="2601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2"/>
            <p:cNvSpPr/>
            <p:nvPr/>
          </p:nvSpPr>
          <p:spPr>
            <a:xfrm rot="10800000">
              <a:off x="2049" y="3391604"/>
              <a:ext cx="1073836" cy="1752592"/>
            </a:xfrm>
            <a:custGeom>
              <a:avLst/>
              <a:gdLst/>
              <a:ahLst/>
              <a:cxnLst/>
              <a:rect l="l" t="t" r="r" b="b"/>
              <a:pathLst>
                <a:path w="1164050" h="2727769" extrusionOk="0">
                  <a:moveTo>
                    <a:pt x="1164051" y="0"/>
                  </a:moveTo>
                  <a:lnTo>
                    <a:pt x="0" y="0"/>
                  </a:lnTo>
                  <a:lnTo>
                    <a:pt x="1164051" y="2727770"/>
                  </a:lnTo>
                  <a:lnTo>
                    <a:pt x="11640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2"/>
            <p:cNvSpPr/>
            <p:nvPr/>
          </p:nvSpPr>
          <p:spPr>
            <a:xfrm rot="10800000">
              <a:off x="7777762" y="217"/>
              <a:ext cx="1397173" cy="3827705"/>
            </a:xfrm>
            <a:custGeom>
              <a:avLst/>
              <a:gdLst/>
              <a:ahLst/>
              <a:cxnLst/>
              <a:rect l="l" t="t" r="r" b="b"/>
              <a:pathLst>
                <a:path w="1016126" h="2381154" extrusionOk="0">
                  <a:moveTo>
                    <a:pt x="0" y="2381155"/>
                  </a:moveTo>
                  <a:lnTo>
                    <a:pt x="1016127" y="2381155"/>
                  </a:lnTo>
                  <a:lnTo>
                    <a:pt x="0" y="0"/>
                  </a:lnTo>
                  <a:lnTo>
                    <a:pt x="0" y="23811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2"/>
            <p:cNvSpPr/>
            <p:nvPr/>
          </p:nvSpPr>
          <p:spPr>
            <a:xfrm rot="10800000" flipH="1">
              <a:off x="5969542" y="4608563"/>
              <a:ext cx="3089581" cy="707559"/>
            </a:xfrm>
            <a:custGeom>
              <a:avLst/>
              <a:gdLst/>
              <a:ahLst/>
              <a:cxnLst/>
              <a:rect l="l" t="t" r="r" b="b"/>
              <a:pathLst>
                <a:path w="1958530" h="448532" extrusionOk="0">
                  <a:moveTo>
                    <a:pt x="0" y="0"/>
                  </a:moveTo>
                  <a:cubicBezTo>
                    <a:pt x="164211" y="259080"/>
                    <a:pt x="476345" y="448532"/>
                    <a:pt x="774287" y="448532"/>
                  </a:cubicBezTo>
                  <a:lnTo>
                    <a:pt x="1329118" y="448532"/>
                  </a:lnTo>
                  <a:cubicBezTo>
                    <a:pt x="1619345" y="448532"/>
                    <a:pt x="1867662" y="260318"/>
                    <a:pt x="1958531" y="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4" name="Google Shape;344;p22"/>
          <p:cNvGrpSpPr/>
          <p:nvPr/>
        </p:nvGrpSpPr>
        <p:grpSpPr>
          <a:xfrm rot="10800000" flipH="1">
            <a:off x="-524736" y="-466028"/>
            <a:ext cx="10042307" cy="6415129"/>
            <a:chOff x="-524736" y="-799403"/>
            <a:chExt cx="10042307" cy="6415129"/>
          </a:xfrm>
        </p:grpSpPr>
        <p:grpSp>
          <p:nvGrpSpPr>
            <p:cNvPr id="345" name="Google Shape;345;p22"/>
            <p:cNvGrpSpPr/>
            <p:nvPr/>
          </p:nvGrpSpPr>
          <p:grpSpPr>
            <a:xfrm rot="10800000" flipH="1">
              <a:off x="-524736" y="-799403"/>
              <a:ext cx="2352021" cy="4815751"/>
              <a:chOff x="871674" y="1713173"/>
              <a:chExt cx="2352021" cy="4815751"/>
            </a:xfrm>
          </p:grpSpPr>
          <p:sp>
            <p:nvSpPr>
              <p:cNvPr id="346" name="Google Shape;346;p22"/>
              <p:cNvSpPr/>
              <p:nvPr/>
            </p:nvSpPr>
            <p:spPr>
              <a:xfrm rot="-2274005">
                <a:off x="2042917" y="2862840"/>
                <a:ext cx="9535" cy="381661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3812190" extrusionOk="0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3812190"/>
                    </a:lnTo>
                    <a:lnTo>
                      <a:pt x="0" y="381219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22"/>
              <p:cNvSpPr/>
              <p:nvPr/>
            </p:nvSpPr>
            <p:spPr>
              <a:xfrm rot="-1046363">
                <a:off x="1795480" y="1599138"/>
                <a:ext cx="12585" cy="5043821"/>
              </a:xfrm>
              <a:custGeom>
                <a:avLst/>
                <a:gdLst/>
                <a:ahLst/>
                <a:cxnLst/>
                <a:rect l="l" t="t" r="r" b="b"/>
                <a:pathLst>
                  <a:path w="12572" h="5038722" extrusionOk="0">
                    <a:moveTo>
                      <a:pt x="0" y="0"/>
                    </a:moveTo>
                    <a:lnTo>
                      <a:pt x="12573" y="0"/>
                    </a:lnTo>
                    <a:lnTo>
                      <a:pt x="12573" y="5038723"/>
                    </a:lnTo>
                    <a:lnTo>
                      <a:pt x="0" y="5038723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8" name="Google Shape;348;p22"/>
            <p:cNvSpPr/>
            <p:nvPr/>
          </p:nvSpPr>
          <p:spPr>
            <a:xfrm rot="6108899" flipH="1">
              <a:off x="7133302" y="-2018683"/>
              <a:ext cx="9537" cy="4860013"/>
            </a:xfrm>
            <a:custGeom>
              <a:avLst/>
              <a:gdLst/>
              <a:ahLst/>
              <a:cxnLst/>
              <a:rect l="l" t="t" r="r" b="b"/>
              <a:pathLst>
                <a:path w="9525" h="4854131" extrusionOk="0">
                  <a:moveTo>
                    <a:pt x="0" y="0"/>
                  </a:moveTo>
                  <a:lnTo>
                    <a:pt x="9525" y="0"/>
                  </a:lnTo>
                  <a:lnTo>
                    <a:pt x="9525" y="4854131"/>
                  </a:lnTo>
                  <a:lnTo>
                    <a:pt x="0" y="485413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2"/>
            <p:cNvSpPr/>
            <p:nvPr/>
          </p:nvSpPr>
          <p:spPr>
            <a:xfrm rot="10800000" flipH="1">
              <a:off x="5194448" y="4809599"/>
              <a:ext cx="3501886" cy="806128"/>
            </a:xfrm>
            <a:custGeom>
              <a:avLst/>
              <a:gdLst/>
              <a:ahLst/>
              <a:cxnLst/>
              <a:rect l="l" t="t" r="r" b="b"/>
              <a:pathLst>
                <a:path w="2219896" h="511016" extrusionOk="0">
                  <a:moveTo>
                    <a:pt x="1505617" y="511016"/>
                  </a:moveTo>
                  <a:lnTo>
                    <a:pt x="877919" y="511016"/>
                  </a:lnTo>
                  <a:cubicBezTo>
                    <a:pt x="714089" y="511016"/>
                    <a:pt x="542544" y="461201"/>
                    <a:pt x="382048" y="366903"/>
                  </a:cubicBezTo>
                  <a:cubicBezTo>
                    <a:pt x="226886" y="275749"/>
                    <a:pt x="91154" y="146399"/>
                    <a:pt x="0" y="2572"/>
                  </a:cubicBezTo>
                  <a:lnTo>
                    <a:pt x="4000" y="0"/>
                  </a:lnTo>
                  <a:cubicBezTo>
                    <a:pt x="94774" y="143256"/>
                    <a:pt x="229838" y="272034"/>
                    <a:pt x="384429" y="362807"/>
                  </a:cubicBezTo>
                  <a:cubicBezTo>
                    <a:pt x="544259" y="456629"/>
                    <a:pt x="714851" y="506254"/>
                    <a:pt x="877919" y="506254"/>
                  </a:cubicBezTo>
                  <a:lnTo>
                    <a:pt x="1505617" y="506254"/>
                  </a:lnTo>
                  <a:cubicBezTo>
                    <a:pt x="1824609" y="506254"/>
                    <a:pt x="2109883" y="302990"/>
                    <a:pt x="2215420" y="476"/>
                  </a:cubicBezTo>
                  <a:lnTo>
                    <a:pt x="2219897" y="2000"/>
                  </a:lnTo>
                  <a:cubicBezTo>
                    <a:pt x="2113693" y="306419"/>
                    <a:pt x="1826705" y="511016"/>
                    <a:pt x="1505617" y="511016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" name="Google Shape;350;p22"/>
          <p:cNvGrpSpPr/>
          <p:nvPr/>
        </p:nvGrpSpPr>
        <p:grpSpPr>
          <a:xfrm flipH="1">
            <a:off x="1449703" y="-390928"/>
            <a:ext cx="7290068" cy="5776149"/>
            <a:chOff x="2739089" y="1632394"/>
            <a:chExt cx="7290068" cy="5776149"/>
          </a:xfrm>
        </p:grpSpPr>
        <p:sp>
          <p:nvSpPr>
            <p:cNvPr id="351" name="Google Shape;351;p22"/>
            <p:cNvSpPr/>
            <p:nvPr/>
          </p:nvSpPr>
          <p:spPr>
            <a:xfrm>
              <a:off x="2944261" y="2753625"/>
              <a:ext cx="205168" cy="205168"/>
            </a:xfrm>
            <a:custGeom>
              <a:avLst/>
              <a:gdLst/>
              <a:ahLst/>
              <a:cxnLst/>
              <a:rect l="l" t="t" r="r" b="b"/>
              <a:pathLst>
                <a:path w="205168" h="205168" extrusionOk="0">
                  <a:moveTo>
                    <a:pt x="102584" y="205169"/>
                  </a:moveTo>
                  <a:cubicBezTo>
                    <a:pt x="46006" y="205169"/>
                    <a:pt x="0" y="159163"/>
                    <a:pt x="0" y="102584"/>
                  </a:cubicBezTo>
                  <a:cubicBezTo>
                    <a:pt x="0" y="46006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584"/>
                  </a:cubicBezTo>
                  <a:cubicBezTo>
                    <a:pt x="205168" y="159163"/>
                    <a:pt x="159163" y="205169"/>
                    <a:pt x="102584" y="205169"/>
                  </a:cubicBezTo>
                  <a:close/>
                  <a:moveTo>
                    <a:pt x="102584" y="4667"/>
                  </a:moveTo>
                  <a:cubicBezTo>
                    <a:pt x="48578" y="4667"/>
                    <a:pt x="4763" y="48577"/>
                    <a:pt x="4763" y="102489"/>
                  </a:cubicBezTo>
                  <a:cubicBezTo>
                    <a:pt x="4763" y="156400"/>
                    <a:pt x="48673" y="200311"/>
                    <a:pt x="102584" y="200311"/>
                  </a:cubicBezTo>
                  <a:cubicBezTo>
                    <a:pt x="156496" y="200311"/>
                    <a:pt x="200406" y="156400"/>
                    <a:pt x="200406" y="102489"/>
                  </a:cubicBezTo>
                  <a:cubicBezTo>
                    <a:pt x="200406" y="48577"/>
                    <a:pt x="156496" y="4667"/>
                    <a:pt x="102584" y="466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9350406" y="1632394"/>
              <a:ext cx="678751" cy="678751"/>
            </a:xfrm>
            <a:custGeom>
              <a:avLst/>
              <a:gdLst/>
              <a:ahLst/>
              <a:cxnLst/>
              <a:rect l="l" t="t" r="r" b="b"/>
              <a:pathLst>
                <a:path w="678751" h="678751" extrusionOk="0">
                  <a:moveTo>
                    <a:pt x="339376" y="678752"/>
                  </a:moveTo>
                  <a:cubicBezTo>
                    <a:pt x="152305" y="678752"/>
                    <a:pt x="0" y="526542"/>
                    <a:pt x="0" y="339376"/>
                  </a:cubicBezTo>
                  <a:cubicBezTo>
                    <a:pt x="0" y="152210"/>
                    <a:pt x="152210" y="0"/>
                    <a:pt x="339376" y="0"/>
                  </a:cubicBezTo>
                  <a:cubicBezTo>
                    <a:pt x="526542" y="0"/>
                    <a:pt x="678752" y="152210"/>
                    <a:pt x="678752" y="339376"/>
                  </a:cubicBezTo>
                  <a:cubicBezTo>
                    <a:pt x="678752" y="526542"/>
                    <a:pt x="526542" y="678752"/>
                    <a:pt x="339376" y="678752"/>
                  </a:cubicBezTo>
                  <a:close/>
                  <a:moveTo>
                    <a:pt x="339376" y="4858"/>
                  </a:moveTo>
                  <a:cubicBezTo>
                    <a:pt x="154877" y="4858"/>
                    <a:pt x="4763" y="154972"/>
                    <a:pt x="4763" y="339471"/>
                  </a:cubicBezTo>
                  <a:cubicBezTo>
                    <a:pt x="4763" y="523970"/>
                    <a:pt x="154877" y="674084"/>
                    <a:pt x="339376" y="674084"/>
                  </a:cubicBezTo>
                  <a:cubicBezTo>
                    <a:pt x="523875" y="674084"/>
                    <a:pt x="673989" y="523970"/>
                    <a:pt x="673989" y="339471"/>
                  </a:cubicBezTo>
                  <a:cubicBezTo>
                    <a:pt x="673989" y="154972"/>
                    <a:pt x="523875" y="4858"/>
                    <a:pt x="339376" y="485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2739089" y="5692044"/>
              <a:ext cx="205168" cy="205263"/>
            </a:xfrm>
            <a:custGeom>
              <a:avLst/>
              <a:gdLst/>
              <a:ahLst/>
              <a:cxnLst/>
              <a:rect l="l" t="t" r="r" b="b"/>
              <a:pathLst>
                <a:path w="205168" h="205263" extrusionOk="0">
                  <a:moveTo>
                    <a:pt x="102584" y="205264"/>
                  </a:moveTo>
                  <a:cubicBezTo>
                    <a:pt x="46006" y="205264"/>
                    <a:pt x="0" y="159258"/>
                    <a:pt x="0" y="102679"/>
                  </a:cubicBezTo>
                  <a:cubicBezTo>
                    <a:pt x="0" y="46101"/>
                    <a:pt x="46006" y="0"/>
                    <a:pt x="102584" y="0"/>
                  </a:cubicBezTo>
                  <a:cubicBezTo>
                    <a:pt x="159163" y="0"/>
                    <a:pt x="205168" y="46006"/>
                    <a:pt x="205168" y="102679"/>
                  </a:cubicBezTo>
                  <a:cubicBezTo>
                    <a:pt x="205168" y="159353"/>
                    <a:pt x="159163" y="205264"/>
                    <a:pt x="102584" y="205264"/>
                  </a:cubicBezTo>
                  <a:close/>
                  <a:moveTo>
                    <a:pt x="102584" y="4763"/>
                  </a:moveTo>
                  <a:cubicBezTo>
                    <a:pt x="48577" y="4763"/>
                    <a:pt x="4763" y="48673"/>
                    <a:pt x="4763" y="102679"/>
                  </a:cubicBezTo>
                  <a:cubicBezTo>
                    <a:pt x="4763" y="156686"/>
                    <a:pt x="48673" y="200501"/>
                    <a:pt x="102584" y="200501"/>
                  </a:cubicBezTo>
                  <a:cubicBezTo>
                    <a:pt x="156496" y="200501"/>
                    <a:pt x="200406" y="156591"/>
                    <a:pt x="200406" y="102679"/>
                  </a:cubicBezTo>
                  <a:cubicBezTo>
                    <a:pt x="200406" y="48768"/>
                    <a:pt x="156496" y="4763"/>
                    <a:pt x="102584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7650661" y="6968870"/>
              <a:ext cx="439674" cy="439673"/>
            </a:xfrm>
            <a:custGeom>
              <a:avLst/>
              <a:gdLst/>
              <a:ahLst/>
              <a:cxnLst/>
              <a:rect l="l" t="t" r="r" b="b"/>
              <a:pathLst>
                <a:path w="439674" h="439673" extrusionOk="0">
                  <a:moveTo>
                    <a:pt x="219837" y="439674"/>
                  </a:moveTo>
                  <a:cubicBezTo>
                    <a:pt x="98584" y="439674"/>
                    <a:pt x="0" y="341090"/>
                    <a:pt x="0" y="219837"/>
                  </a:cubicBezTo>
                  <a:cubicBezTo>
                    <a:pt x="0" y="98584"/>
                    <a:pt x="98584" y="0"/>
                    <a:pt x="219837" y="0"/>
                  </a:cubicBezTo>
                  <a:cubicBezTo>
                    <a:pt x="341090" y="0"/>
                    <a:pt x="439674" y="98584"/>
                    <a:pt x="439674" y="219837"/>
                  </a:cubicBezTo>
                  <a:cubicBezTo>
                    <a:pt x="439674" y="341090"/>
                    <a:pt x="341090" y="439674"/>
                    <a:pt x="219837" y="439674"/>
                  </a:cubicBezTo>
                  <a:close/>
                  <a:moveTo>
                    <a:pt x="219837" y="4763"/>
                  </a:moveTo>
                  <a:cubicBezTo>
                    <a:pt x="101251" y="4763"/>
                    <a:pt x="4763" y="101251"/>
                    <a:pt x="4763" y="219837"/>
                  </a:cubicBezTo>
                  <a:cubicBezTo>
                    <a:pt x="4763" y="338423"/>
                    <a:pt x="101251" y="434911"/>
                    <a:pt x="219837" y="434911"/>
                  </a:cubicBezTo>
                  <a:cubicBezTo>
                    <a:pt x="338424" y="434911"/>
                    <a:pt x="434912" y="338423"/>
                    <a:pt x="434912" y="219837"/>
                  </a:cubicBezTo>
                  <a:cubicBezTo>
                    <a:pt x="434912" y="101251"/>
                    <a:pt x="338424" y="4763"/>
                    <a:pt x="219837" y="476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23"/>
          <p:cNvGrpSpPr/>
          <p:nvPr/>
        </p:nvGrpSpPr>
        <p:grpSpPr>
          <a:xfrm>
            <a:off x="-29700" y="-10535"/>
            <a:ext cx="9328813" cy="5154819"/>
            <a:chOff x="-29700" y="-10535"/>
            <a:chExt cx="9328813" cy="5154819"/>
          </a:xfrm>
        </p:grpSpPr>
        <p:sp>
          <p:nvSpPr>
            <p:cNvPr id="357" name="Google Shape;357;p23"/>
            <p:cNvSpPr/>
            <p:nvPr/>
          </p:nvSpPr>
          <p:spPr>
            <a:xfrm flipH="1">
              <a:off x="-21882" y="-10535"/>
              <a:ext cx="1064878" cy="1431298"/>
            </a:xfrm>
            <a:custGeom>
              <a:avLst/>
              <a:gdLst/>
              <a:ahLst/>
              <a:cxnLst/>
              <a:rect l="l" t="t" r="r" b="b"/>
              <a:pathLst>
                <a:path w="439578" h="590835" extrusionOk="0">
                  <a:moveTo>
                    <a:pt x="439579" y="590836"/>
                  </a:moveTo>
                  <a:lnTo>
                    <a:pt x="439579" y="0"/>
                  </a:lnTo>
                  <a:lnTo>
                    <a:pt x="0" y="0"/>
                  </a:lnTo>
                  <a:cubicBezTo>
                    <a:pt x="84773" y="225266"/>
                    <a:pt x="242792" y="430721"/>
                    <a:pt x="439579" y="590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3"/>
            <p:cNvSpPr/>
            <p:nvPr/>
          </p:nvSpPr>
          <p:spPr>
            <a:xfrm>
              <a:off x="-29700" y="3739403"/>
              <a:ext cx="1397173" cy="1404881"/>
            </a:xfrm>
            <a:custGeom>
              <a:avLst/>
              <a:gdLst/>
              <a:ahLst/>
              <a:cxnLst/>
              <a:rect l="l" t="t" r="r" b="b"/>
              <a:pathLst>
                <a:path w="1016126" h="2381154" extrusionOk="0">
                  <a:moveTo>
                    <a:pt x="0" y="2381155"/>
                  </a:moveTo>
                  <a:lnTo>
                    <a:pt x="1016127" y="2381155"/>
                  </a:lnTo>
                  <a:lnTo>
                    <a:pt x="0" y="0"/>
                  </a:lnTo>
                  <a:lnTo>
                    <a:pt x="0" y="23811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3"/>
            <p:cNvSpPr/>
            <p:nvPr/>
          </p:nvSpPr>
          <p:spPr>
            <a:xfrm rot="5400000">
              <a:off x="7400543" y="1593694"/>
              <a:ext cx="3089581" cy="707559"/>
            </a:xfrm>
            <a:custGeom>
              <a:avLst/>
              <a:gdLst/>
              <a:ahLst/>
              <a:cxnLst/>
              <a:rect l="l" t="t" r="r" b="b"/>
              <a:pathLst>
                <a:path w="1958530" h="448532" extrusionOk="0">
                  <a:moveTo>
                    <a:pt x="0" y="0"/>
                  </a:moveTo>
                  <a:cubicBezTo>
                    <a:pt x="164211" y="259080"/>
                    <a:pt x="476345" y="448532"/>
                    <a:pt x="774287" y="448532"/>
                  </a:cubicBezTo>
                  <a:lnTo>
                    <a:pt x="1329118" y="448532"/>
                  </a:lnTo>
                  <a:cubicBezTo>
                    <a:pt x="1619345" y="448532"/>
                    <a:pt x="1867662" y="260318"/>
                    <a:pt x="1958531" y="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23"/>
          <p:cNvGrpSpPr/>
          <p:nvPr/>
        </p:nvGrpSpPr>
        <p:grpSpPr>
          <a:xfrm>
            <a:off x="-295276" y="-372411"/>
            <a:ext cx="9893993" cy="6973092"/>
            <a:chOff x="-295276" y="-372411"/>
            <a:chExt cx="9893993" cy="6973092"/>
          </a:xfrm>
        </p:grpSpPr>
        <p:sp>
          <p:nvSpPr>
            <p:cNvPr id="361" name="Google Shape;361;p23"/>
            <p:cNvSpPr/>
            <p:nvPr/>
          </p:nvSpPr>
          <p:spPr>
            <a:xfrm rot="-2274005">
              <a:off x="875967" y="3183627"/>
              <a:ext cx="9535" cy="3816619"/>
            </a:xfrm>
            <a:custGeom>
              <a:avLst/>
              <a:gdLst/>
              <a:ahLst/>
              <a:cxnLst/>
              <a:rect l="l" t="t" r="r" b="b"/>
              <a:pathLst>
                <a:path w="9524" h="3812190" extrusionOk="0">
                  <a:moveTo>
                    <a:pt x="0" y="0"/>
                  </a:moveTo>
                  <a:lnTo>
                    <a:pt x="9525" y="0"/>
                  </a:lnTo>
                  <a:lnTo>
                    <a:pt x="9525" y="3812190"/>
                  </a:lnTo>
                  <a:lnTo>
                    <a:pt x="0" y="381219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2" name="Google Shape;362;p23"/>
            <p:cNvGrpSpPr/>
            <p:nvPr/>
          </p:nvGrpSpPr>
          <p:grpSpPr>
            <a:xfrm rot="10800000" flipH="1">
              <a:off x="243389" y="-244031"/>
              <a:ext cx="7452143" cy="5776149"/>
              <a:chOff x="2577014" y="1632394"/>
              <a:chExt cx="7452143" cy="5776149"/>
            </a:xfrm>
          </p:grpSpPr>
          <p:sp>
            <p:nvSpPr>
              <p:cNvPr id="363" name="Google Shape;363;p23"/>
              <p:cNvSpPr/>
              <p:nvPr/>
            </p:nvSpPr>
            <p:spPr>
              <a:xfrm>
                <a:off x="9350406" y="1632394"/>
                <a:ext cx="678751" cy="678751"/>
              </a:xfrm>
              <a:custGeom>
                <a:avLst/>
                <a:gdLst/>
                <a:ahLst/>
                <a:cxnLst/>
                <a:rect l="l" t="t" r="r" b="b"/>
                <a:pathLst>
                  <a:path w="678751" h="678751" extrusionOk="0">
                    <a:moveTo>
                      <a:pt x="339376" y="678752"/>
                    </a:moveTo>
                    <a:cubicBezTo>
                      <a:pt x="152305" y="678752"/>
                      <a:pt x="0" y="526542"/>
                      <a:pt x="0" y="339376"/>
                    </a:cubicBezTo>
                    <a:cubicBezTo>
                      <a:pt x="0" y="152210"/>
                      <a:pt x="152210" y="0"/>
                      <a:pt x="339376" y="0"/>
                    </a:cubicBezTo>
                    <a:cubicBezTo>
                      <a:pt x="526542" y="0"/>
                      <a:pt x="678752" y="152210"/>
                      <a:pt x="678752" y="339376"/>
                    </a:cubicBezTo>
                    <a:cubicBezTo>
                      <a:pt x="678752" y="526542"/>
                      <a:pt x="526542" y="678752"/>
                      <a:pt x="339376" y="678752"/>
                    </a:cubicBezTo>
                    <a:close/>
                    <a:moveTo>
                      <a:pt x="339376" y="4858"/>
                    </a:moveTo>
                    <a:cubicBezTo>
                      <a:pt x="154877" y="4858"/>
                      <a:pt x="4763" y="154972"/>
                      <a:pt x="4763" y="339471"/>
                    </a:cubicBezTo>
                    <a:cubicBezTo>
                      <a:pt x="4763" y="523970"/>
                      <a:pt x="154877" y="674084"/>
                      <a:pt x="339376" y="674084"/>
                    </a:cubicBezTo>
                    <a:cubicBezTo>
                      <a:pt x="523875" y="674084"/>
                      <a:pt x="673989" y="523970"/>
                      <a:pt x="673989" y="339471"/>
                    </a:cubicBezTo>
                    <a:cubicBezTo>
                      <a:pt x="673989" y="154972"/>
                      <a:pt x="523875" y="4858"/>
                      <a:pt x="33937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23"/>
              <p:cNvSpPr/>
              <p:nvPr/>
            </p:nvSpPr>
            <p:spPr>
              <a:xfrm>
                <a:off x="2577014" y="5538469"/>
                <a:ext cx="205168" cy="205263"/>
              </a:xfrm>
              <a:custGeom>
                <a:avLst/>
                <a:gdLst/>
                <a:ahLst/>
                <a:cxnLst/>
                <a:rect l="l" t="t" r="r" b="b"/>
                <a:pathLst>
                  <a:path w="205168" h="205263" extrusionOk="0">
                    <a:moveTo>
                      <a:pt x="102584" y="205264"/>
                    </a:moveTo>
                    <a:cubicBezTo>
                      <a:pt x="46006" y="205264"/>
                      <a:pt x="0" y="159258"/>
                      <a:pt x="0" y="102679"/>
                    </a:cubicBezTo>
                    <a:cubicBezTo>
                      <a:pt x="0" y="46101"/>
                      <a:pt x="46006" y="0"/>
                      <a:pt x="102584" y="0"/>
                    </a:cubicBezTo>
                    <a:cubicBezTo>
                      <a:pt x="159163" y="0"/>
                      <a:pt x="205168" y="46006"/>
                      <a:pt x="205168" y="102679"/>
                    </a:cubicBezTo>
                    <a:cubicBezTo>
                      <a:pt x="205168" y="159353"/>
                      <a:pt x="159163" y="205264"/>
                      <a:pt x="102584" y="205264"/>
                    </a:cubicBezTo>
                    <a:close/>
                    <a:moveTo>
                      <a:pt x="102584" y="4763"/>
                    </a:moveTo>
                    <a:cubicBezTo>
                      <a:pt x="48577" y="4763"/>
                      <a:pt x="4763" y="48673"/>
                      <a:pt x="4763" y="102679"/>
                    </a:cubicBezTo>
                    <a:cubicBezTo>
                      <a:pt x="4763" y="156686"/>
                      <a:pt x="48673" y="200501"/>
                      <a:pt x="102584" y="200501"/>
                    </a:cubicBezTo>
                    <a:cubicBezTo>
                      <a:pt x="156496" y="200501"/>
                      <a:pt x="200406" y="156591"/>
                      <a:pt x="200406" y="102679"/>
                    </a:cubicBezTo>
                    <a:cubicBezTo>
                      <a:pt x="200406" y="48768"/>
                      <a:pt x="156496" y="4763"/>
                      <a:pt x="102584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23"/>
              <p:cNvSpPr/>
              <p:nvPr/>
            </p:nvSpPr>
            <p:spPr>
              <a:xfrm>
                <a:off x="9469936" y="6968870"/>
                <a:ext cx="439674" cy="439673"/>
              </a:xfrm>
              <a:custGeom>
                <a:avLst/>
                <a:gdLst/>
                <a:ahLst/>
                <a:cxnLst/>
                <a:rect l="l" t="t" r="r" b="b"/>
                <a:pathLst>
                  <a:path w="439674" h="439673" extrusionOk="0">
                    <a:moveTo>
                      <a:pt x="219837" y="439674"/>
                    </a:moveTo>
                    <a:cubicBezTo>
                      <a:pt x="98584" y="439674"/>
                      <a:pt x="0" y="341090"/>
                      <a:pt x="0" y="219837"/>
                    </a:cubicBezTo>
                    <a:cubicBezTo>
                      <a:pt x="0" y="98584"/>
                      <a:pt x="98584" y="0"/>
                      <a:pt x="219837" y="0"/>
                    </a:cubicBezTo>
                    <a:cubicBezTo>
                      <a:pt x="341090" y="0"/>
                      <a:pt x="439674" y="98584"/>
                      <a:pt x="439674" y="219837"/>
                    </a:cubicBezTo>
                    <a:cubicBezTo>
                      <a:pt x="439674" y="341090"/>
                      <a:pt x="341090" y="439674"/>
                      <a:pt x="219837" y="439674"/>
                    </a:cubicBezTo>
                    <a:close/>
                    <a:moveTo>
                      <a:pt x="219837" y="4763"/>
                    </a:moveTo>
                    <a:cubicBezTo>
                      <a:pt x="101251" y="4763"/>
                      <a:pt x="4763" y="101251"/>
                      <a:pt x="4763" y="219837"/>
                    </a:cubicBezTo>
                    <a:cubicBezTo>
                      <a:pt x="4763" y="338423"/>
                      <a:pt x="101251" y="434911"/>
                      <a:pt x="219837" y="434911"/>
                    </a:cubicBezTo>
                    <a:cubicBezTo>
                      <a:pt x="338424" y="434911"/>
                      <a:pt x="434912" y="338423"/>
                      <a:pt x="434912" y="219837"/>
                    </a:cubicBezTo>
                    <a:cubicBezTo>
                      <a:pt x="434912" y="101251"/>
                      <a:pt x="338424" y="4763"/>
                      <a:pt x="219837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6" name="Google Shape;366;p23"/>
            <p:cNvSpPr/>
            <p:nvPr/>
          </p:nvSpPr>
          <p:spPr>
            <a:xfrm rot="5400000">
              <a:off x="7444710" y="975468"/>
              <a:ext cx="3501886" cy="806128"/>
            </a:xfrm>
            <a:custGeom>
              <a:avLst/>
              <a:gdLst/>
              <a:ahLst/>
              <a:cxnLst/>
              <a:rect l="l" t="t" r="r" b="b"/>
              <a:pathLst>
                <a:path w="2219896" h="511016" extrusionOk="0">
                  <a:moveTo>
                    <a:pt x="1505617" y="511016"/>
                  </a:moveTo>
                  <a:lnTo>
                    <a:pt x="877919" y="511016"/>
                  </a:lnTo>
                  <a:cubicBezTo>
                    <a:pt x="714089" y="511016"/>
                    <a:pt x="542544" y="461201"/>
                    <a:pt x="382048" y="366903"/>
                  </a:cubicBezTo>
                  <a:cubicBezTo>
                    <a:pt x="226886" y="275749"/>
                    <a:pt x="91154" y="146399"/>
                    <a:pt x="0" y="2572"/>
                  </a:cubicBezTo>
                  <a:lnTo>
                    <a:pt x="4000" y="0"/>
                  </a:lnTo>
                  <a:cubicBezTo>
                    <a:pt x="94774" y="143256"/>
                    <a:pt x="229838" y="272034"/>
                    <a:pt x="384429" y="362807"/>
                  </a:cubicBezTo>
                  <a:cubicBezTo>
                    <a:pt x="544259" y="456629"/>
                    <a:pt x="714851" y="506254"/>
                    <a:pt x="877919" y="506254"/>
                  </a:cubicBezTo>
                  <a:lnTo>
                    <a:pt x="1505617" y="506254"/>
                  </a:lnTo>
                  <a:cubicBezTo>
                    <a:pt x="1824609" y="506254"/>
                    <a:pt x="2109883" y="302990"/>
                    <a:pt x="2215420" y="476"/>
                  </a:cubicBezTo>
                  <a:lnTo>
                    <a:pt x="2219897" y="2000"/>
                  </a:lnTo>
                  <a:cubicBezTo>
                    <a:pt x="2113693" y="306419"/>
                    <a:pt x="1826705" y="511016"/>
                    <a:pt x="1505617" y="511016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ricolage Grotesque"/>
              <a:buNone/>
              <a:defRPr sz="3000" b="1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4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69" name="Google Shape;369;p24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 txBox="1">
            <a:spLocks noGrp="1"/>
          </p:cNvSpPr>
          <p:nvPr>
            <p:ph type="ctrTitle"/>
          </p:nvPr>
        </p:nvSpPr>
        <p:spPr>
          <a:xfrm>
            <a:off x="1236900" y="997275"/>
            <a:ext cx="6670200" cy="23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/>
              <a:t>Anonymity Preserving, Decoupled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/>
              <a:t>Distributed Authentication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/>
              <a:t>for Multihop IoT Networks</a:t>
            </a:r>
            <a:endParaRPr lang="en-US" dirty="0"/>
          </a:p>
        </p:txBody>
      </p:sp>
      <p:sp>
        <p:nvSpPr>
          <p:cNvPr id="378" name="Google Shape;378;p27"/>
          <p:cNvSpPr txBox="1">
            <a:spLocks noGrp="1"/>
          </p:cNvSpPr>
          <p:nvPr>
            <p:ph type="subTitle" idx="1"/>
          </p:nvPr>
        </p:nvSpPr>
        <p:spPr>
          <a:xfrm>
            <a:off x="2668775" y="3425838"/>
            <a:ext cx="3817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MTP Thesis Defense  |  Sreeparna Das  |  Anup Kulkarni  |  Manas Khatua  |  IIT Guwahati  |  June 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Agenda</a:t>
            </a:r>
            <a:endParaRPr lang="en-US" dirty="0"/>
          </a:p>
        </p:txBody>
      </p:sp>
      <p:sp>
        <p:nvSpPr>
          <p:cNvPr id="393" name="Google Shape;393;p29"/>
          <p:cNvSpPr txBox="1">
            <a:spLocks noGrp="1"/>
          </p:cNvSpPr>
          <p:nvPr>
            <p:ph type="subTitle" idx="3"/>
          </p:nvPr>
        </p:nvSpPr>
        <p:spPr>
          <a:xfrm>
            <a:off x="3419250" y="373940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ProVerif: 19 queries verified under Dolev-Yao model</a:t>
            </a:r>
            <a:endParaRPr lang="en-US" dirty="0"/>
          </a:p>
        </p:txBody>
      </p:sp>
      <p:sp>
        <p:nvSpPr>
          <p:cNvPr id="394" name="Google Shape;394;p29"/>
          <p:cNvSpPr txBox="1">
            <a:spLocks noGrp="1"/>
          </p:cNvSpPr>
          <p:nvPr>
            <p:ph type="subTitle" idx="1"/>
          </p:nvPr>
        </p:nvSpPr>
        <p:spPr>
          <a:xfrm>
            <a:off x="713225" y="21931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IoT auth challenges, DAuth baseline, two gaps</a:t>
            </a:r>
            <a:endParaRPr lang="en-US" dirty="0"/>
          </a:p>
        </p:txBody>
      </p:sp>
      <p:sp>
        <p:nvSpPr>
          <p:cNvPr id="395" name="Google Shape;395;p29"/>
          <p:cNvSpPr txBox="1">
            <a:spLocks noGrp="1"/>
          </p:cNvSpPr>
          <p:nvPr>
            <p:ph type="subTitle" idx="2"/>
          </p:nvPr>
        </p:nvSpPr>
        <p:spPr>
          <a:xfrm>
            <a:off x="713225" y="373940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4-phase protocol: pseudonym rotation + dual-state desync recovery</a:t>
            </a:r>
            <a:endParaRPr lang="en-US" dirty="0"/>
          </a:p>
        </p:txBody>
      </p:sp>
      <p:sp>
        <p:nvSpPr>
          <p:cNvPr id="396" name="Google Shape;396;p29"/>
          <p:cNvSpPr txBox="1">
            <a:spLocks noGrp="1"/>
          </p:cNvSpPr>
          <p:nvPr>
            <p:ph type="subTitle" idx="4"/>
          </p:nvPr>
        </p:nvSpPr>
        <p:spPr>
          <a:xfrm>
            <a:off x="3419250" y="21931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LAAKA, Zhou &amp; DAuth: strengths vs limitations</a:t>
            </a:r>
            <a:endParaRPr lang="en-US" dirty="0"/>
          </a:p>
        </p:txBody>
      </p:sp>
      <p:sp>
        <p:nvSpPr>
          <p:cNvPr id="397" name="Google Shape;397;p29"/>
          <p:cNvSpPr txBox="1">
            <a:spLocks noGrp="1"/>
          </p:cNvSpPr>
          <p:nvPr>
            <p:ph type="title" idx="5"/>
          </p:nvPr>
        </p:nvSpPr>
        <p:spPr>
          <a:xfrm>
            <a:off x="1415375" y="1404025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98" name="Google Shape;398;p29"/>
          <p:cNvSpPr txBox="1">
            <a:spLocks noGrp="1"/>
          </p:cNvSpPr>
          <p:nvPr>
            <p:ph type="title" idx="6"/>
          </p:nvPr>
        </p:nvSpPr>
        <p:spPr>
          <a:xfrm>
            <a:off x="4121400" y="2950400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99" name="Google Shape;399;p29"/>
          <p:cNvSpPr txBox="1">
            <a:spLocks noGrp="1"/>
          </p:cNvSpPr>
          <p:nvPr>
            <p:ph type="title" idx="7"/>
          </p:nvPr>
        </p:nvSpPr>
        <p:spPr>
          <a:xfrm>
            <a:off x="1415375" y="2950400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00" name="Google Shape;400;p29"/>
          <p:cNvSpPr txBox="1">
            <a:spLocks noGrp="1"/>
          </p:cNvSpPr>
          <p:nvPr>
            <p:ph type="title" idx="8"/>
          </p:nvPr>
        </p:nvSpPr>
        <p:spPr>
          <a:xfrm>
            <a:off x="4121400" y="1404025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01" name="Google Shape;401;p29"/>
          <p:cNvSpPr txBox="1">
            <a:spLocks noGrp="1"/>
          </p:cNvSpPr>
          <p:nvPr>
            <p:ph type="subTitle" idx="9"/>
          </p:nvPr>
        </p:nvSpPr>
        <p:spPr>
          <a:xfrm>
            <a:off x="6125275" y="373940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COOJA simulation (100-mote) + RPi 4B hardware benchmarks</a:t>
            </a:r>
            <a:endParaRPr lang="en-US" dirty="0"/>
          </a:p>
        </p:txBody>
      </p:sp>
      <p:sp>
        <p:nvSpPr>
          <p:cNvPr id="402" name="Google Shape;402;p29"/>
          <p:cNvSpPr txBox="1">
            <a:spLocks noGrp="1"/>
          </p:cNvSpPr>
          <p:nvPr>
            <p:ph type="subTitle" idx="13"/>
          </p:nvPr>
        </p:nvSpPr>
        <p:spPr>
          <a:xfrm>
            <a:off x="6125275" y="21931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Research gaps driving the proposed scheme</a:t>
            </a:r>
            <a:endParaRPr lang="en-US" dirty="0"/>
          </a:p>
        </p:txBody>
      </p:sp>
      <p:sp>
        <p:nvSpPr>
          <p:cNvPr id="403" name="Google Shape;403;p29"/>
          <p:cNvSpPr txBox="1">
            <a:spLocks noGrp="1"/>
          </p:cNvSpPr>
          <p:nvPr>
            <p:ph type="title" idx="14"/>
          </p:nvPr>
        </p:nvSpPr>
        <p:spPr>
          <a:xfrm>
            <a:off x="6827425" y="2950400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04" name="Google Shape;404;p29"/>
          <p:cNvSpPr txBox="1">
            <a:spLocks noGrp="1"/>
          </p:cNvSpPr>
          <p:nvPr>
            <p:ph type="title" idx="15"/>
          </p:nvPr>
        </p:nvSpPr>
        <p:spPr>
          <a:xfrm>
            <a:off x="6827425" y="1404025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05" name="Google Shape;405;p29"/>
          <p:cNvSpPr txBox="1">
            <a:spLocks noGrp="1"/>
          </p:cNvSpPr>
          <p:nvPr>
            <p:ph type="subTitle" idx="16"/>
          </p:nvPr>
        </p:nvSpPr>
        <p:spPr>
          <a:xfrm>
            <a:off x="713225" y="1859200"/>
            <a:ext cx="2305500" cy="43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Introduction</a:t>
            </a:r>
            <a:endParaRPr lang="en-US" dirty="0"/>
          </a:p>
        </p:txBody>
      </p:sp>
      <p:sp>
        <p:nvSpPr>
          <p:cNvPr id="406" name="Google Shape;406;p29"/>
          <p:cNvSpPr txBox="1">
            <a:spLocks noGrp="1"/>
          </p:cNvSpPr>
          <p:nvPr>
            <p:ph type="subTitle" idx="17"/>
          </p:nvPr>
        </p:nvSpPr>
        <p:spPr>
          <a:xfrm>
            <a:off x="713225" y="3405500"/>
            <a:ext cx="2305500" cy="43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Proposed
Protocol</a:t>
            </a:r>
            <a:endParaRPr lang="en-US" dirty="0"/>
          </a:p>
        </p:txBody>
      </p:sp>
      <p:sp>
        <p:nvSpPr>
          <p:cNvPr id="407" name="Google Shape;407;p29"/>
          <p:cNvSpPr txBox="1">
            <a:spLocks noGrp="1"/>
          </p:cNvSpPr>
          <p:nvPr>
            <p:ph type="subTitle" idx="18"/>
          </p:nvPr>
        </p:nvSpPr>
        <p:spPr>
          <a:xfrm>
            <a:off x="3419250" y="3405500"/>
            <a:ext cx="2305500" cy="43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Security
Analysis</a:t>
            </a:r>
            <a:endParaRPr lang="en-US" dirty="0"/>
          </a:p>
        </p:txBody>
      </p:sp>
      <p:sp>
        <p:nvSpPr>
          <p:cNvPr id="408" name="Google Shape;408;p29"/>
          <p:cNvSpPr txBox="1">
            <a:spLocks noGrp="1"/>
          </p:cNvSpPr>
          <p:nvPr>
            <p:ph type="subTitle" idx="19"/>
          </p:nvPr>
        </p:nvSpPr>
        <p:spPr>
          <a:xfrm>
            <a:off x="3419250" y="1859200"/>
            <a:ext cx="2305500" cy="43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Literature
Review</a:t>
            </a:r>
            <a:endParaRPr lang="en-US" dirty="0"/>
          </a:p>
        </p:txBody>
      </p:sp>
      <p:sp>
        <p:nvSpPr>
          <p:cNvPr id="409" name="Google Shape;409;p29"/>
          <p:cNvSpPr txBox="1">
            <a:spLocks noGrp="1"/>
          </p:cNvSpPr>
          <p:nvPr>
            <p:ph type="subTitle" idx="20"/>
          </p:nvPr>
        </p:nvSpPr>
        <p:spPr>
          <a:xfrm>
            <a:off x="6125275" y="3405500"/>
            <a:ext cx="2305500" cy="43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Performance
&amp; Conclusions</a:t>
            </a:r>
            <a:endParaRPr lang="en-US" dirty="0"/>
          </a:p>
        </p:txBody>
      </p:sp>
      <p:sp>
        <p:nvSpPr>
          <p:cNvPr id="410" name="Google Shape;410;p29"/>
          <p:cNvSpPr txBox="1">
            <a:spLocks noGrp="1"/>
          </p:cNvSpPr>
          <p:nvPr>
            <p:ph type="subTitle" idx="21"/>
          </p:nvPr>
        </p:nvSpPr>
        <p:spPr>
          <a:xfrm>
            <a:off x="6125275" y="1859200"/>
            <a:ext cx="2305500" cy="43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Motivation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Abstract</a:t>
            </a:r>
            <a:endParaRPr lang="en-US" dirty="0"/>
          </a:p>
        </p:txBody>
      </p:sp>
      <p:sp>
        <p:nvSpPr>
          <p:cNvPr id="635" name="Google Shape;635;p44"/>
          <p:cNvSpPr txBox="1"/>
          <p:nvPr/>
        </p:nvSpPr>
        <p:spPr>
          <a:xfrm>
            <a:off x="720000" y="1607300"/>
            <a:ext cx="4144500" cy="28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The Internet of Things demands lightweight, secure authentication for resource-constrained multihop networks while protecting device privacy. DAuth solves skewed load via decoupled auth-server assignment, but leaves two critical gaps: device identity exposed on open channel enabling cross-session tracking, and single packet loss causes desynchronisation forcing full re-enrolment. We propose pseudonym rotation PID = H(ID_D || m_curr) and dual-state synchronisation. Formally verified via ProVerif (19 queries) and evaluated on COOJA simulation (100-node) and RPi 4B hardware — achieving the lowest overhead among all compared schemes, with full anonymity and desync resilience.</a:t>
            </a:r>
            <a:endParaRPr lang="en-US" dirty="0"/>
          </a:p>
        </p:txBody>
      </p:sp>
      <p:sp>
        <p:nvSpPr>
          <p:cNvPr id="636" name="Google Shape;636;p44"/>
          <p:cNvSpPr txBox="1"/>
          <p:nvPr/>
        </p:nvSpPr>
        <p:spPr>
          <a:xfrm>
            <a:off x="720000" y="1245650"/>
            <a:ext cx="41445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dirty="0"/>
              <a:t>Paper Overview</a:t>
            </a:r>
            <a:endParaRPr lang="en-US" dirty="0"/>
          </a:p>
        </p:txBody>
      </p:sp>
      <p:sp>
        <p:nvSpPr>
          <p:cNvPr id="637" name="Google Shape;637;p44"/>
          <p:cNvSpPr txBox="1"/>
          <p:nvPr/>
        </p:nvSpPr>
        <p:spPr>
          <a:xfrm>
            <a:off x="5619775" y="1371325"/>
            <a:ext cx="28041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dirty="0"/>
              <a:t>Contribution 1: Anonymity</a:t>
            </a:r>
            <a:endParaRPr lang="en-US" dirty="0"/>
          </a:p>
        </p:txBody>
      </p:sp>
      <p:sp>
        <p:nvSpPr>
          <p:cNvPr id="638" name="Google Shape;638;p44"/>
          <p:cNvSpPr txBox="1"/>
          <p:nvPr/>
        </p:nvSpPr>
        <p:spPr>
          <a:xfrm>
            <a:off x="5619775" y="1735670"/>
            <a:ext cx="2804100" cy="11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Per-session rotating pseudonym PID = H(ID_D || m_curr) replaces real device ID on all open-channel messages. Successive sessions are unlinkable; real ID never leaves the secure enrolment channel.</a:t>
            </a:r>
            <a:endParaRPr lang="en-US" dirty="0"/>
          </a:p>
        </p:txBody>
      </p:sp>
      <p:sp>
        <p:nvSpPr>
          <p:cNvPr id="639" name="Google Shape;639;p44"/>
          <p:cNvSpPr txBox="1"/>
          <p:nvPr/>
        </p:nvSpPr>
        <p:spPr>
          <a:xfrm>
            <a:off x="5619775" y="2985740"/>
            <a:ext cx="28041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/>
              <a:t>Contribution 2: Desync Recovery</a:t>
            </a:r>
            <a:endParaRPr lang="en-US" dirty="0"/>
          </a:p>
        </p:txBody>
      </p:sp>
      <p:sp>
        <p:nvSpPr>
          <p:cNvPr id="640" name="Google Shape;640;p44"/>
          <p:cNvSpPr txBox="1"/>
          <p:nvPr/>
        </p:nvSpPr>
        <p:spPr>
          <a:xfrm>
            <a:off x="5619775" y="3350161"/>
            <a:ext cx="2804100" cy="11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Dual state (m_curr, m_old, PID_curr, PID_old) at AS and GW silently absorbs one missed key-update packet per epoch — zero re-enrolment penalty on battery-constrained nodes.</a:t>
            </a:r>
            <a:endParaRPr lang="en-US" dirty="0"/>
          </a:p>
        </p:txBody>
      </p:sp>
      <p:sp>
        <p:nvSpPr>
          <p:cNvPr id="641" name="Google Shape;641;p44"/>
          <p:cNvSpPr txBox="1"/>
          <p:nvPr/>
        </p:nvSpPr>
        <p:spPr>
          <a:xfrm>
            <a:off x="4871950" y="1310348"/>
            <a:ext cx="6156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 sz="3000" b="1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642" name="Google Shape;642;p44"/>
          <p:cNvSpPr txBox="1"/>
          <p:nvPr/>
        </p:nvSpPr>
        <p:spPr>
          <a:xfrm>
            <a:off x="4871950" y="2898480"/>
            <a:ext cx="6156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 sz="3000" b="1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Why IoT Authentication Is a Hard Problem</a:t>
            </a:r>
            <a:endParaRPr lang="en-US" dirty="0"/>
          </a:p>
        </p:txBody>
      </p:sp>
      <p:sp>
        <p:nvSpPr>
          <p:cNvPr id="648" name="Google Shape;648;p45"/>
          <p:cNvSpPr txBox="1">
            <a:spLocks noGrp="1"/>
          </p:cNvSpPr>
          <p:nvPr>
            <p:ph type="subTitle" idx="1"/>
          </p:nvPr>
        </p:nvSpPr>
        <p:spPr>
          <a:xfrm>
            <a:off x="1693375" y="1749375"/>
            <a:ext cx="24093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30B+ devices by 2030 spanning hospitals, factories, smart cities and homes. Each must prove identity before any data exchange.</a:t>
            </a:r>
            <a:endParaRPr lang="en-US" dirty="0"/>
          </a:p>
        </p:txBody>
      </p:sp>
      <p:sp>
        <p:nvSpPr>
          <p:cNvPr id="649" name="Google Shape;649;p45"/>
          <p:cNvSpPr txBox="1">
            <a:spLocks noGrp="1"/>
          </p:cNvSpPr>
          <p:nvPr>
            <p:ph type="subTitle" idx="2"/>
          </p:nvPr>
        </p:nvSpPr>
        <p:spPr>
          <a:xfrm>
            <a:off x="5041322" y="1749375"/>
            <a:ext cx="24093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Battery-powered, &lt;256 KB RAM, no keyboard. Traditional PKI, TLS and password-based protocols are computationally infeasible.</a:t>
            </a:r>
            <a:endParaRPr lang="en-US" dirty="0"/>
          </a:p>
        </p:txBody>
      </p:sp>
      <p:sp>
        <p:nvSpPr>
          <p:cNvPr id="650" name="Google Shape;650;p45"/>
          <p:cNvSpPr txBox="1">
            <a:spLocks noGrp="1"/>
          </p:cNvSpPr>
          <p:nvPr>
            <p:ph type="subTitle" idx="3"/>
          </p:nvPr>
        </p:nvSpPr>
        <p:spPr>
          <a:xfrm>
            <a:off x="1693375" y="3333375"/>
            <a:ext cx="24093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Every packet is visible to any node in radio range. Replay, impersonation and eavesdropping require zero physical access.</a:t>
            </a:r>
            <a:endParaRPr lang="en-US" dirty="0"/>
          </a:p>
        </p:txBody>
      </p:sp>
      <p:sp>
        <p:nvSpPr>
          <p:cNvPr id="651" name="Google Shape;651;p45"/>
          <p:cNvSpPr txBox="1">
            <a:spLocks noGrp="1"/>
          </p:cNvSpPr>
          <p:nvPr>
            <p:ph type="subTitle" idx="4"/>
          </p:nvPr>
        </p:nvSpPr>
        <p:spPr>
          <a:xfrm>
            <a:off x="5041322" y="3333375"/>
            <a:ext cx="24093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Data traverses 5-20 intermediate hops before reaching the gateway. Trust must be established hop-by-hop without a central authority.</a:t>
            </a:r>
            <a:endParaRPr lang="en-US" dirty="0"/>
          </a:p>
        </p:txBody>
      </p:sp>
      <p:sp>
        <p:nvSpPr>
          <p:cNvPr id="652" name="Google Shape;652;p45"/>
          <p:cNvSpPr txBox="1">
            <a:spLocks noGrp="1"/>
          </p:cNvSpPr>
          <p:nvPr>
            <p:ph type="subTitle" idx="5"/>
          </p:nvPr>
        </p:nvSpPr>
        <p:spPr>
          <a:xfrm>
            <a:off x="1693375" y="1436495"/>
            <a:ext cx="2409300" cy="41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/>
              <a:t>Massive Scale</a:t>
            </a:r>
            <a:endParaRPr lang="en-US" dirty="0"/>
          </a:p>
        </p:txBody>
      </p:sp>
      <p:sp>
        <p:nvSpPr>
          <p:cNvPr id="653" name="Google Shape;653;p45"/>
          <p:cNvSpPr txBox="1">
            <a:spLocks noGrp="1"/>
          </p:cNvSpPr>
          <p:nvPr>
            <p:ph type="subTitle" idx="6"/>
          </p:nvPr>
        </p:nvSpPr>
        <p:spPr>
          <a:xfrm>
            <a:off x="5041324" y="1436495"/>
            <a:ext cx="2409300" cy="41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/>
              <a:t>Severe Resource Constraints</a:t>
            </a:r>
            <a:endParaRPr lang="en-US" dirty="0"/>
          </a:p>
        </p:txBody>
      </p:sp>
      <p:sp>
        <p:nvSpPr>
          <p:cNvPr id="654" name="Google Shape;654;p45"/>
          <p:cNvSpPr txBox="1">
            <a:spLocks noGrp="1"/>
          </p:cNvSpPr>
          <p:nvPr>
            <p:ph type="subTitle" idx="7"/>
          </p:nvPr>
        </p:nvSpPr>
        <p:spPr>
          <a:xfrm>
            <a:off x="1693375" y="2984295"/>
            <a:ext cx="2409300" cy="45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/>
              <a:t>Open Wireless Channel</a:t>
            </a:r>
            <a:endParaRPr lang="en-US" dirty="0"/>
          </a:p>
        </p:txBody>
      </p:sp>
      <p:sp>
        <p:nvSpPr>
          <p:cNvPr id="655" name="Google Shape;655;p45"/>
          <p:cNvSpPr txBox="1">
            <a:spLocks noGrp="1"/>
          </p:cNvSpPr>
          <p:nvPr>
            <p:ph type="subTitle" idx="8"/>
          </p:nvPr>
        </p:nvSpPr>
        <p:spPr>
          <a:xfrm>
            <a:off x="5041324" y="2984295"/>
            <a:ext cx="2409300" cy="45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/>
              <a:t>Multihop Complexity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The Authentication Architecture Problem</a:t>
            </a:r>
            <a:endParaRPr lang="en-US" dirty="0"/>
          </a:p>
        </p:txBody>
      </p:sp>
      <p:sp>
        <p:nvSpPr>
          <p:cNvPr id="594" name="Google Shape;594;p41"/>
          <p:cNvSpPr txBox="1">
            <a:spLocks noGrp="1"/>
          </p:cNvSpPr>
          <p:nvPr>
            <p:ph type="subTitle" idx="1"/>
          </p:nvPr>
        </p:nvSpPr>
        <p:spPr>
          <a:xfrm>
            <a:off x="4725900" y="1766100"/>
            <a:ext cx="3698100" cy="26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4325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000" dirty="0"/>
              <a:t>Auth node = parent in RPL routing tree</a:t>
            </a:r>
            <a:endParaRPr lang="en-US" dirty="0"/>
          </a:p>
          <a:p>
            <a:pPr marL="314325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000" dirty="0"/>
              <a:t>Popular parents carry disproportionate auth load</a:t>
            </a:r>
            <a:endParaRPr lang="en-US" dirty="0"/>
          </a:p>
          <a:p>
            <a:pPr marL="314325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000" dirty="0"/>
              <a:t>Low-degree parents stay idle — capacity wasted</a:t>
            </a:r>
            <a:endParaRPr lang="en-US" dirty="0"/>
          </a:p>
          <a:p>
            <a:pPr marL="314325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000" dirty="0"/>
              <a:t>Skewed load grows with tree imbalance</a:t>
            </a:r>
            <a:endParaRPr lang="en-US" dirty="0"/>
          </a:p>
          <a:p>
            <a:pPr marL="314325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US" dirty="0"/>
          </a:p>
          <a:p>
            <a:pPr marL="314325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000" dirty="0"/>
              <a:t>Examples: LightSAE, Li et al., Zheng et al.</a:t>
            </a:r>
            <a:endParaRPr lang="en-US" dirty="0"/>
          </a:p>
          <a:p>
            <a:pPr marL="314325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US" dirty="0"/>
          </a:p>
          <a:p>
            <a:pPr marL="314325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000" dirty="0"/>
              <a:t>Result: load proportional to tree topology;</a:t>
            </a:r>
            <a:endParaRPr lang="en-US" dirty="0"/>
          </a:p>
          <a:p>
            <a:pPr marL="314325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000" dirty="0"/>
              <a:t>capable neighbours under-utilised</a:t>
            </a:r>
            <a:endParaRPr lang="en-US" dirty="0"/>
          </a:p>
        </p:txBody>
      </p:sp>
      <p:sp>
        <p:nvSpPr>
          <p:cNvPr id="595" name="Google Shape;595;p41"/>
          <p:cNvSpPr txBox="1">
            <a:spLocks noGrp="1"/>
          </p:cNvSpPr>
          <p:nvPr>
            <p:ph type="subTitle" idx="2"/>
          </p:nvPr>
        </p:nvSpPr>
        <p:spPr>
          <a:xfrm>
            <a:off x="720000" y="1766100"/>
            <a:ext cx="3698100" cy="26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7175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000" dirty="0"/>
              <a:t>All auth traffic routes through single gateway</a:t>
            </a:r>
            <a:endParaRPr lang="en-US" dirty="0"/>
          </a:p>
          <a:p>
            <a:pPr marL="257175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000" dirty="0"/>
              <a:t>Gateway is a bottleneck in dense multihop networks</a:t>
            </a:r>
            <a:endParaRPr lang="en-US" dirty="0"/>
          </a:p>
          <a:p>
            <a:pPr marL="257175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000" dirty="0"/>
              <a:t>Gateway failure stops authentication network-wide</a:t>
            </a:r>
            <a:endParaRPr lang="en-US" dirty="0"/>
          </a:p>
          <a:p>
            <a:pPr marL="257175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US" dirty="0"/>
          </a:p>
          <a:p>
            <a:pPr marL="257175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000" dirty="0"/>
              <a:t>Examples: RAAF-MEC, He et al., Roy et al.</a:t>
            </a:r>
            <a:endParaRPr lang="en-US" dirty="0"/>
          </a:p>
          <a:p>
            <a:pPr marL="257175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US" dirty="0"/>
          </a:p>
          <a:p>
            <a:pPr marL="257175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000" dirty="0"/>
              <a:t>Result: single point of failure; does not</a:t>
            </a:r>
            <a:endParaRPr lang="en-US" dirty="0"/>
          </a:p>
          <a:p>
            <a:pPr marL="257175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000" dirty="0"/>
              <a:t>scale to large multihop IoT deployments</a:t>
            </a:r>
            <a:endParaRPr lang="en-US" dirty="0"/>
          </a:p>
        </p:txBody>
      </p:sp>
      <p:sp>
        <p:nvSpPr>
          <p:cNvPr id="596" name="Google Shape;596;p41"/>
          <p:cNvSpPr txBox="1">
            <a:spLocks noGrp="1"/>
          </p:cNvSpPr>
          <p:nvPr>
            <p:ph type="subTitle" idx="3"/>
          </p:nvPr>
        </p:nvSpPr>
        <p:spPr>
          <a:xfrm>
            <a:off x="720000" y="1428975"/>
            <a:ext cx="3698100" cy="4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Centralized Schemes</a:t>
            </a:r>
            <a:endParaRPr lang="en-US" dirty="0"/>
          </a:p>
        </p:txBody>
      </p:sp>
      <p:sp>
        <p:nvSpPr>
          <p:cNvPr id="597" name="Google Shape;597;p41"/>
          <p:cNvSpPr txBox="1">
            <a:spLocks noGrp="1"/>
          </p:cNvSpPr>
          <p:nvPr>
            <p:ph type="subTitle" idx="4"/>
          </p:nvPr>
        </p:nvSpPr>
        <p:spPr>
          <a:xfrm>
            <a:off x="4725900" y="1428975"/>
            <a:ext cx="3698100" cy="4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Parent-Centric Distributed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6"/>
          <p:cNvSpPr txBox="1"/>
          <p:nvPr/>
        </p:nvSpPr>
        <p:spPr>
          <a:xfrm>
            <a:off x="737275" y="1413225"/>
            <a:ext cx="493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 sz="3000" b="1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499" name="Google Shape;499;p36"/>
          <p:cNvSpPr txBox="1"/>
          <p:nvPr/>
        </p:nvSpPr>
        <p:spPr>
          <a:xfrm>
            <a:off x="737275" y="2533775"/>
            <a:ext cx="493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 sz="3000" b="1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500" name="Google Shape;500;p36"/>
          <p:cNvSpPr txBox="1"/>
          <p:nvPr/>
        </p:nvSpPr>
        <p:spPr>
          <a:xfrm>
            <a:off x="737275" y="3654325"/>
            <a:ext cx="493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 sz="3000" b="1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501" name="Google Shape;501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DAuth — The Decoupled Baseline  [Das &amp; Khatua, COMSNETS 2026]</a:t>
            </a:r>
            <a:endParaRPr lang="en-US" dirty="0"/>
          </a:p>
        </p:txBody>
      </p:sp>
      <p:sp>
        <p:nvSpPr>
          <p:cNvPr id="502" name="Google Shape;502;p36"/>
          <p:cNvSpPr txBox="1">
            <a:spLocks noGrp="1"/>
          </p:cNvSpPr>
          <p:nvPr>
            <p:ph type="subTitle" idx="1"/>
          </p:nvPr>
        </p:nvSpPr>
        <p:spPr>
          <a:xfrm>
            <a:off x="1294375" y="1634311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Gateway pre-assigns ANY capable node as authentication server — not just the parent. Load distributes evenly across the network. Solves both centralized bottleneck and parent-centric skew.</a:t>
            </a:r>
            <a:endParaRPr lang="en-US" dirty="0"/>
          </a:p>
        </p:txBody>
      </p:sp>
      <p:sp>
        <p:nvSpPr>
          <p:cNvPr id="503" name="Google Shape;503;p36"/>
          <p:cNvSpPr txBox="1">
            <a:spLocks noGrp="1"/>
          </p:cNvSpPr>
          <p:nvPr>
            <p:ph type="subTitle" idx="2"/>
          </p:nvPr>
        </p:nvSpPr>
        <p:spPr>
          <a:xfrm>
            <a:off x="1294385" y="2753835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Device-unique secret derived from a Physically Unclonable Function — never stored, hence un-cloneable. One-way hash accumulator enables group-membership verification without exposing individual secrets.</a:t>
            </a:r>
            <a:endParaRPr lang="en-US" dirty="0"/>
          </a:p>
        </p:txBody>
      </p:sp>
      <p:sp>
        <p:nvSpPr>
          <p:cNvPr id="504" name="Google Shape;504;p36"/>
          <p:cNvSpPr txBox="1">
            <a:spLocks noGrp="1"/>
          </p:cNvSpPr>
          <p:nvPr>
            <p:ph type="subTitle" idx="3"/>
          </p:nvPr>
        </p:nvSpPr>
        <p:spPr>
          <a:xfrm>
            <a:off x="1294385" y="3873359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Enrolment -&gt; Authentication -&gt; Key Exchange -&gt; Data Comm. All operations are hash and XOR only — no ECC, no AES, no PKI. Proven on 802.15.4/RPL networks at 100-node scale.</a:t>
            </a:r>
            <a:endParaRPr lang="en-US" dirty="0"/>
          </a:p>
        </p:txBody>
      </p:sp>
      <p:sp>
        <p:nvSpPr>
          <p:cNvPr id="505" name="Google Shape;505;p36"/>
          <p:cNvSpPr txBox="1">
            <a:spLocks noGrp="1"/>
          </p:cNvSpPr>
          <p:nvPr>
            <p:ph type="subTitle" idx="4"/>
          </p:nvPr>
        </p:nvSpPr>
        <p:spPr>
          <a:xfrm>
            <a:off x="1294375" y="132982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Decoupled Auth-Server Assignment</a:t>
            </a:r>
            <a:endParaRPr lang="en-US" dirty="0"/>
          </a:p>
        </p:txBody>
      </p:sp>
      <p:sp>
        <p:nvSpPr>
          <p:cNvPr id="506" name="Google Shape;506;p36"/>
          <p:cNvSpPr txBox="1">
            <a:spLocks noGrp="1"/>
          </p:cNvSpPr>
          <p:nvPr>
            <p:ph type="subTitle" idx="5"/>
          </p:nvPr>
        </p:nvSpPr>
        <p:spPr>
          <a:xfrm>
            <a:off x="1294375" y="245037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PUF + Hash-Accumulator Security</a:t>
            </a:r>
            <a:endParaRPr lang="en-US" dirty="0"/>
          </a:p>
        </p:txBody>
      </p:sp>
      <p:sp>
        <p:nvSpPr>
          <p:cNvPr id="507" name="Google Shape;507;p36"/>
          <p:cNvSpPr txBox="1">
            <a:spLocks noGrp="1"/>
          </p:cNvSpPr>
          <p:nvPr>
            <p:ph type="subTitle" idx="6"/>
          </p:nvPr>
        </p:nvSpPr>
        <p:spPr>
          <a:xfrm>
            <a:off x="1294375" y="357092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Four-Phase Lightweight Protocol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6"/>
          <p:cNvSpPr txBox="1"/>
          <p:nvPr/>
        </p:nvSpPr>
        <p:spPr>
          <a:xfrm>
            <a:off x="737275" y="1413225"/>
            <a:ext cx="493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 sz="3000" b="1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499" name="Google Shape;499;p36"/>
          <p:cNvSpPr txBox="1"/>
          <p:nvPr/>
        </p:nvSpPr>
        <p:spPr>
          <a:xfrm>
            <a:off x="737275" y="2533775"/>
            <a:ext cx="493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 sz="3000" b="1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500" name="Google Shape;500;p36"/>
          <p:cNvSpPr txBox="1"/>
          <p:nvPr/>
        </p:nvSpPr>
        <p:spPr>
          <a:xfrm>
            <a:off x="737275" y="3654325"/>
            <a:ext cx="493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 sz="3000" b="1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501" name="Google Shape;501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DAuth's Two Critical Security Gaps</a:t>
            </a:r>
            <a:endParaRPr lang="en-US" dirty="0"/>
          </a:p>
        </p:txBody>
      </p:sp>
      <p:sp>
        <p:nvSpPr>
          <p:cNvPr id="502" name="Google Shape;502;p36"/>
          <p:cNvSpPr txBox="1">
            <a:spLocks noGrp="1"/>
          </p:cNvSpPr>
          <p:nvPr>
            <p:ph type="subTitle" idx="1"/>
          </p:nvPr>
        </p:nvSpPr>
        <p:spPr>
          <a:xfrm>
            <a:off x="1294375" y="1634311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DAuth transmits real device ID (ID_D) in plaintext on every authentication session. Any adversary in radio range silently captures ID_D. Successive captures from different locations link the same device across sessions — revealing location patterns and usage behaviour. Privacy is violated even when payload content is encrypted.</a:t>
            </a:r>
            <a:endParaRPr lang="en-US" dirty="0"/>
          </a:p>
        </p:txBody>
      </p:sp>
      <p:sp>
        <p:nvSpPr>
          <p:cNvPr id="503" name="Google Shape;503;p36"/>
          <p:cNvSpPr txBox="1">
            <a:spLocks noGrp="1"/>
          </p:cNvSpPr>
          <p:nvPr>
            <p:ph type="subTitle" idx="2"/>
          </p:nvPr>
        </p:nvSpPr>
        <p:spPr>
          <a:xfrm>
            <a:off x="1294385" y="2753835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DAuth stores one nonce m per device. If the Phase-3 key-delivery packet is lost (common in wireless mesh), D and AS hold different m. Next authentication attempt fails immediately — forcing a costly full re-enrolment that drains battery on constrained nodes.</a:t>
            </a:r>
            <a:endParaRPr lang="en-US" dirty="0"/>
          </a:p>
        </p:txBody>
      </p:sp>
      <p:sp>
        <p:nvSpPr>
          <p:cNvPr id="504" name="Google Shape;504;p36"/>
          <p:cNvSpPr txBox="1">
            <a:spLocks noGrp="1"/>
          </p:cNvSpPr>
          <p:nvPr>
            <p:ph type="subTitle" idx="3"/>
          </p:nvPr>
        </p:nvSpPr>
        <p:spPr>
          <a:xfrm>
            <a:off x="1294385" y="3873359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At IoT scale (millions of sessions daily), identity tracking is a persistent, not edge-case threat. Sporadic packet loss in 802.15.4 wireless mesh makes desync a routine occurrence. DAuth needs both fixes to be viable for privacy-sensitive deployments.</a:t>
            </a:r>
            <a:endParaRPr lang="en-US" dirty="0"/>
          </a:p>
        </p:txBody>
      </p:sp>
      <p:sp>
        <p:nvSpPr>
          <p:cNvPr id="505" name="Google Shape;505;p36"/>
          <p:cNvSpPr txBox="1">
            <a:spLocks noGrp="1"/>
          </p:cNvSpPr>
          <p:nvPr>
            <p:ph type="subTitle" idx="4"/>
          </p:nvPr>
        </p:nvSpPr>
        <p:spPr>
          <a:xfrm>
            <a:off x="1294375" y="132982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Gap 1 — Identity Exposure on Open Channel</a:t>
            </a:r>
            <a:endParaRPr lang="en-US" dirty="0"/>
          </a:p>
        </p:txBody>
      </p:sp>
      <p:sp>
        <p:nvSpPr>
          <p:cNvPr id="506" name="Google Shape;506;p36"/>
          <p:cNvSpPr txBox="1">
            <a:spLocks noGrp="1"/>
          </p:cNvSpPr>
          <p:nvPr>
            <p:ph type="subTitle" idx="5"/>
          </p:nvPr>
        </p:nvSpPr>
        <p:spPr>
          <a:xfrm>
            <a:off x="1294375" y="245037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Gap 2 — Single-State Desynchronisation</a:t>
            </a:r>
            <a:endParaRPr lang="en-US" dirty="0"/>
          </a:p>
        </p:txBody>
      </p:sp>
      <p:sp>
        <p:nvSpPr>
          <p:cNvPr id="507" name="Google Shape;507;p36"/>
          <p:cNvSpPr txBox="1">
            <a:spLocks noGrp="1"/>
          </p:cNvSpPr>
          <p:nvPr>
            <p:ph type="subTitle" idx="6"/>
          </p:nvPr>
        </p:nvSpPr>
        <p:spPr>
          <a:xfrm>
            <a:off x="1294375" y="357092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Why Both Gaps Must Be Fixed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Literature Review: Authentication Scheme Categories</a:t>
            </a:r>
            <a:endParaRPr lang="en-US" dirty="0"/>
          </a:p>
        </p:txBody>
      </p:sp>
      <p:sp>
        <p:nvSpPr>
          <p:cNvPr id="423" name="Google Shape;423;p31"/>
          <p:cNvSpPr txBox="1">
            <a:spLocks noGrp="1"/>
          </p:cNvSpPr>
          <p:nvPr>
            <p:ph type="subTitle" idx="1"/>
          </p:nvPr>
        </p:nvSpPr>
        <p:spPr>
          <a:xfrm>
            <a:off x="1081975" y="1656032"/>
            <a:ext cx="699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RAAF-MEC, He et al., Roy et al.: Gateway or edge server authenticates all IoT devices. Simple design but single point of failure. Bottleneck grows with network density. Cannot scale to multihop IoT.</a:t>
            </a:r>
            <a:endParaRPr lang="en-US" dirty="0"/>
          </a:p>
        </p:txBody>
      </p:sp>
      <p:sp>
        <p:nvSpPr>
          <p:cNvPr id="424" name="Google Shape;424;p31"/>
          <p:cNvSpPr txBox="1">
            <a:spLocks noGrp="1"/>
          </p:cNvSpPr>
          <p:nvPr>
            <p:ph type="subTitle" idx="2"/>
          </p:nvPr>
        </p:nvSpPr>
        <p:spPr>
          <a:xfrm>
            <a:off x="1081975" y="2776206"/>
            <a:ext cx="699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LightSAE, Li et al., Zheng et al.: Auth node = parent in routing tree. Better than centralized but creates skewed load. Busy parents starved; idle siblings under-utilized. None provide device anonymity.</a:t>
            </a:r>
            <a:endParaRPr lang="en-US" dirty="0"/>
          </a:p>
        </p:txBody>
      </p:sp>
      <p:sp>
        <p:nvSpPr>
          <p:cNvPr id="425" name="Google Shape;425;p31"/>
          <p:cNvSpPr txBox="1">
            <a:spLocks noGrp="1"/>
          </p:cNvSpPr>
          <p:nvPr>
            <p:ph type="subTitle" idx="3"/>
          </p:nvPr>
        </p:nvSpPr>
        <p:spPr>
          <a:xfrm>
            <a:off x="1081975" y="3896706"/>
            <a:ext cx="699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LAAKA and Zhou et al.: Provide anonymity via pseudonyms. However, both use centralized auth, lack decoupled design, lack desync recovery, and carry substantially higher computational overhead than hash-only schemes.</a:t>
            </a:r>
            <a:endParaRPr lang="en-US" dirty="0"/>
          </a:p>
        </p:txBody>
      </p:sp>
      <p:sp>
        <p:nvSpPr>
          <p:cNvPr id="426" name="Google Shape;426;p31"/>
          <p:cNvSpPr txBox="1">
            <a:spLocks noGrp="1"/>
          </p:cNvSpPr>
          <p:nvPr>
            <p:ph type="subTitle" idx="4"/>
          </p:nvPr>
        </p:nvSpPr>
        <p:spPr>
          <a:xfrm>
            <a:off x="1081975" y="1232825"/>
            <a:ext cx="69963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/>
              <a:t>Category 1 — Centralized</a:t>
            </a:r>
            <a:endParaRPr lang="en-US" dirty="0"/>
          </a:p>
        </p:txBody>
      </p:sp>
      <p:sp>
        <p:nvSpPr>
          <p:cNvPr id="427" name="Google Shape;427;p31"/>
          <p:cNvSpPr txBox="1">
            <a:spLocks noGrp="1"/>
          </p:cNvSpPr>
          <p:nvPr>
            <p:ph type="subTitle" idx="5"/>
          </p:nvPr>
        </p:nvSpPr>
        <p:spPr>
          <a:xfrm>
            <a:off x="1081975" y="2350125"/>
            <a:ext cx="6996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/>
              <a:t>Category 2 — Distributed / Parent-Centric</a:t>
            </a:r>
            <a:endParaRPr lang="en-US" dirty="0"/>
          </a:p>
        </p:txBody>
      </p:sp>
      <p:sp>
        <p:nvSpPr>
          <p:cNvPr id="428" name="Google Shape;428;p31"/>
          <p:cNvSpPr txBox="1">
            <a:spLocks noGrp="1"/>
          </p:cNvSpPr>
          <p:nvPr>
            <p:ph type="subTitle" idx="6"/>
          </p:nvPr>
        </p:nvSpPr>
        <p:spPr>
          <a:xfrm>
            <a:off x="1081975" y="3470625"/>
            <a:ext cx="6996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/>
              <a:t>Category 3 — Anonymous &amp; Privacy-Preserving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/>
              <a:t>LAAKA — Ali &amp; Ahmed, Computers &amp; Security 140, 2024</a:t>
            </a:r>
            <a:endParaRPr lang="en-US" dirty="0"/>
          </a:p>
        </p:txBody>
      </p:sp>
      <p:sp>
        <p:nvSpPr>
          <p:cNvPr id="635" name="Google Shape;635;p44"/>
          <p:cNvSpPr txBox="1"/>
          <p:nvPr/>
        </p:nvSpPr>
        <p:spPr>
          <a:xfrm>
            <a:off x="720000" y="1607300"/>
            <a:ext cx="4144500" cy="28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Lightweight Anonymous Authentication and Key Agreement for fog-driven IoT systems. Targets devices communicating via fog computing layer. Provides anonymity and forward secrecy using symmetric cryptography (HMAC, XOR) — no certificate management, no asymmetric operations. Well suited for smart-home and healthcare IoT.</a:t>
            </a:r>
            <a:endParaRPr lang="en-US" dirty="0"/>
          </a:p>
        </p:txBody>
      </p:sp>
      <p:sp>
        <p:nvSpPr>
          <p:cNvPr id="636" name="Google Shape;636;p44"/>
          <p:cNvSpPr txBox="1"/>
          <p:nvPr/>
        </p:nvSpPr>
        <p:spPr>
          <a:xfrm>
            <a:off x="720000" y="1245650"/>
            <a:ext cx="41445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dirty="0"/>
              <a:t>Overview</a:t>
            </a:r>
            <a:endParaRPr lang="en-US" dirty="0"/>
          </a:p>
        </p:txBody>
      </p:sp>
      <p:sp>
        <p:nvSpPr>
          <p:cNvPr id="637" name="Google Shape;637;p44"/>
          <p:cNvSpPr txBox="1"/>
          <p:nvPr/>
        </p:nvSpPr>
        <p:spPr>
          <a:xfrm>
            <a:off x="5619775" y="1371325"/>
            <a:ext cx="28041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dirty="0"/>
              <a:t>What LAAKA Does Well</a:t>
            </a:r>
            <a:endParaRPr lang="en-US" dirty="0"/>
          </a:p>
        </p:txBody>
      </p:sp>
      <p:sp>
        <p:nvSpPr>
          <p:cNvPr id="638" name="Google Shape;638;p44"/>
          <p:cNvSpPr txBox="1"/>
          <p:nvPr/>
        </p:nvSpPr>
        <p:spPr>
          <a:xfrm>
            <a:off x="5619775" y="1735670"/>
            <a:ext cx="2804100" cy="11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+ Device anonymity via per-session pseudonym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+ Key agreement in a single round-trip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+ Formally verified security properties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+ No asymmetric crypto (low computation)</a:t>
            </a:r>
            <a:endParaRPr lang="en-US" dirty="0"/>
          </a:p>
        </p:txBody>
      </p:sp>
      <p:sp>
        <p:nvSpPr>
          <p:cNvPr id="639" name="Google Shape;639;p44"/>
          <p:cNvSpPr txBox="1"/>
          <p:nvPr/>
        </p:nvSpPr>
        <p:spPr>
          <a:xfrm>
            <a:off x="5619775" y="2985740"/>
            <a:ext cx="28041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/>
              <a:t>Critical Limitations vs This Work</a:t>
            </a:r>
            <a:endParaRPr lang="en-US" dirty="0"/>
          </a:p>
        </p:txBody>
      </p:sp>
      <p:sp>
        <p:nvSpPr>
          <p:cNvPr id="640" name="Google Shape;640;p44"/>
          <p:cNvSpPr txBox="1"/>
          <p:nvPr/>
        </p:nvSpPr>
        <p:spPr>
          <a:xfrm>
            <a:off x="5619775" y="3350161"/>
            <a:ext cx="2804100" cy="11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- Centralized: all auth via gateway/fog server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- No PUF: key stored in memory (cloneable)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- No desync recovery on packet loss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- ~75% higher energy per round than our scheme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- Not designed for multihop mesh topologies</a:t>
            </a:r>
            <a:endParaRPr lang="en-US" dirty="0"/>
          </a:p>
        </p:txBody>
      </p:sp>
      <p:sp>
        <p:nvSpPr>
          <p:cNvPr id="641" name="Google Shape;641;p44"/>
          <p:cNvSpPr txBox="1"/>
          <p:nvPr/>
        </p:nvSpPr>
        <p:spPr>
          <a:xfrm>
            <a:off x="4871950" y="1310348"/>
            <a:ext cx="6156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 sz="3000" b="1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642" name="Google Shape;642;p44"/>
          <p:cNvSpPr txBox="1"/>
          <p:nvPr/>
        </p:nvSpPr>
        <p:spPr>
          <a:xfrm>
            <a:off x="4871950" y="2898480"/>
            <a:ext cx="6156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 sz="3000" b="1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/>
              <a:t>Zhou et al. — IEEE IoT Journal Vol. 11, No. 6, 2024</a:t>
            </a:r>
            <a:endParaRPr lang="en-US" dirty="0"/>
          </a:p>
        </p:txBody>
      </p:sp>
      <p:sp>
        <p:nvSpPr>
          <p:cNvPr id="635" name="Google Shape;635;p44"/>
          <p:cNvSpPr txBox="1"/>
          <p:nvPr/>
        </p:nvSpPr>
        <p:spPr>
          <a:xfrm>
            <a:off x="720000" y="1607300"/>
            <a:ext cx="4144500" cy="28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Security-Enhanced Lightweight Anonymous Authentication for IoT-Based Healthcare. Uses Physically Unclonable Function for device-unique secrets — no long-term key storage. Targets wearable monitors, hospital equipment, implantable sensors. Provides anonymity and session key agreement with formal security proofs.</a:t>
            </a:r>
            <a:endParaRPr lang="en-US" dirty="0"/>
          </a:p>
        </p:txBody>
      </p:sp>
      <p:sp>
        <p:nvSpPr>
          <p:cNvPr id="636" name="Google Shape;636;p44"/>
          <p:cNvSpPr txBox="1"/>
          <p:nvPr/>
        </p:nvSpPr>
        <p:spPr>
          <a:xfrm>
            <a:off x="720000" y="1245650"/>
            <a:ext cx="41445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dirty="0"/>
              <a:t>Overview</a:t>
            </a:r>
            <a:endParaRPr lang="en-US" dirty="0"/>
          </a:p>
        </p:txBody>
      </p:sp>
      <p:sp>
        <p:nvSpPr>
          <p:cNvPr id="637" name="Google Shape;637;p44"/>
          <p:cNvSpPr txBox="1"/>
          <p:nvPr/>
        </p:nvSpPr>
        <p:spPr>
          <a:xfrm>
            <a:off x="5619775" y="1371325"/>
            <a:ext cx="28041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dirty="0"/>
              <a:t>What Zhou Gets Right</a:t>
            </a:r>
            <a:endParaRPr lang="en-US" dirty="0"/>
          </a:p>
        </p:txBody>
      </p:sp>
      <p:sp>
        <p:nvSpPr>
          <p:cNvPr id="638" name="Google Shape;638;p44"/>
          <p:cNvSpPr txBox="1"/>
          <p:nvPr/>
        </p:nvSpPr>
        <p:spPr>
          <a:xfrm>
            <a:off x="5619775" y="1735670"/>
            <a:ext cx="2804100" cy="11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+ PUF-based: device secret not stored (anti-clone)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+ Anonymity via temporary IDs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+ Healthcare-grade security properties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+ Formal security verification included</a:t>
            </a:r>
            <a:endParaRPr lang="en-US" dirty="0"/>
          </a:p>
        </p:txBody>
      </p:sp>
      <p:sp>
        <p:nvSpPr>
          <p:cNvPr id="639" name="Google Shape;639;p44"/>
          <p:cNvSpPr txBox="1"/>
          <p:nvPr/>
        </p:nvSpPr>
        <p:spPr>
          <a:xfrm>
            <a:off x="5619775" y="2985740"/>
            <a:ext cx="28041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/>
              <a:t>Critical Limitations vs This Work</a:t>
            </a:r>
            <a:endParaRPr lang="en-US" dirty="0"/>
          </a:p>
        </p:txBody>
      </p:sp>
      <p:sp>
        <p:nvSpPr>
          <p:cNvPr id="640" name="Google Shape;640;p44"/>
          <p:cNvSpPr txBox="1"/>
          <p:nvPr/>
        </p:nvSpPr>
        <p:spPr>
          <a:xfrm>
            <a:off x="5619775" y="3350161"/>
            <a:ext cx="2804100" cy="11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- Centralized architecture: no decoupled auth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- No hash accumulator for group membership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- No desync recovery on packet loss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- ~48% higher energy per round than our scheme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- Not designed for multihop RPL/802.15.4 networks</a:t>
            </a:r>
            <a:endParaRPr lang="en-US" dirty="0"/>
          </a:p>
        </p:txBody>
      </p:sp>
      <p:sp>
        <p:nvSpPr>
          <p:cNvPr id="641" name="Google Shape;641;p44"/>
          <p:cNvSpPr txBox="1"/>
          <p:nvPr/>
        </p:nvSpPr>
        <p:spPr>
          <a:xfrm>
            <a:off x="4871950" y="1310348"/>
            <a:ext cx="6156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 sz="3000" b="1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642" name="Google Shape;642;p44"/>
          <p:cNvSpPr txBox="1"/>
          <p:nvPr/>
        </p:nvSpPr>
        <p:spPr>
          <a:xfrm>
            <a:off x="4871950" y="2898480"/>
            <a:ext cx="6156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 sz="3000" b="1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/>
              <a:t>DAuth — Das &amp; Khatua, COMSNETS 2026  (Our Baseline)</a:t>
            </a:r>
            <a:endParaRPr lang="en-US" dirty="0"/>
          </a:p>
        </p:txBody>
      </p:sp>
      <p:sp>
        <p:nvSpPr>
          <p:cNvPr id="635" name="Google Shape;635;p44"/>
          <p:cNvSpPr txBox="1"/>
          <p:nvPr/>
        </p:nvSpPr>
        <p:spPr>
          <a:xfrm>
            <a:off x="720000" y="1607300"/>
            <a:ext cx="4144500" cy="28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First scheme to decouple auth-server assignment from network routing. PUF + hash-accumulator. Lowest computational overhead among all compared schemes. Specifically designed for 802.15.4/RPL multihop networks. Verified on 100-node COOJA simulation and RPi 4B hardware. This work directly extends DAuth with two features.</a:t>
            </a:r>
            <a:endParaRPr lang="en-US" dirty="0"/>
          </a:p>
        </p:txBody>
      </p:sp>
      <p:sp>
        <p:nvSpPr>
          <p:cNvPr id="636" name="Google Shape;636;p44"/>
          <p:cNvSpPr txBox="1"/>
          <p:nvPr/>
        </p:nvSpPr>
        <p:spPr>
          <a:xfrm>
            <a:off x="720000" y="1245650"/>
            <a:ext cx="41445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dirty="0"/>
              <a:t>Overview</a:t>
            </a:r>
            <a:endParaRPr lang="en-US" dirty="0"/>
          </a:p>
        </p:txBody>
      </p:sp>
      <p:sp>
        <p:nvSpPr>
          <p:cNvPr id="637" name="Google Shape;637;p44"/>
          <p:cNvSpPr txBox="1"/>
          <p:nvPr/>
        </p:nvSpPr>
        <p:spPr>
          <a:xfrm>
            <a:off x="5619775" y="1371325"/>
            <a:ext cx="28041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dirty="0"/>
              <a:t>Key Innovations in DAuth</a:t>
            </a:r>
            <a:endParaRPr lang="en-US" dirty="0"/>
          </a:p>
        </p:txBody>
      </p:sp>
      <p:sp>
        <p:nvSpPr>
          <p:cNvPr id="638" name="Google Shape;638;p44"/>
          <p:cNvSpPr txBox="1"/>
          <p:nvPr/>
        </p:nvSpPr>
        <p:spPr>
          <a:xfrm>
            <a:off x="5619775" y="1735670"/>
            <a:ext cx="2804100" cy="11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+ First decoupled: GW assigns ANY capable node as AS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+ PUF: no long-term secret storage (anti-clone)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+ Hash accumulator: group membership w/o secret exposure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+ All operations hash &amp; XOR only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+ Lowest overhead of any existing comparable scheme</a:t>
            </a:r>
            <a:endParaRPr lang="en-US" dirty="0"/>
          </a:p>
        </p:txBody>
      </p:sp>
      <p:sp>
        <p:nvSpPr>
          <p:cNvPr id="639" name="Google Shape;639;p44"/>
          <p:cNvSpPr txBox="1"/>
          <p:nvPr/>
        </p:nvSpPr>
        <p:spPr>
          <a:xfrm>
            <a:off x="5619775" y="2985740"/>
            <a:ext cx="28041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/>
              <a:t>Residual Gaps (Closed by This Work)</a:t>
            </a:r>
            <a:endParaRPr lang="en-US" dirty="0"/>
          </a:p>
        </p:txBody>
      </p:sp>
      <p:sp>
        <p:nvSpPr>
          <p:cNvPr id="640" name="Google Shape;640;p44"/>
          <p:cNvSpPr txBox="1"/>
          <p:nvPr/>
        </p:nvSpPr>
        <p:spPr>
          <a:xfrm>
            <a:off x="5619775" y="3350161"/>
            <a:ext cx="2804100" cy="11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- Real ID_D on open channel every session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  -&gt; enables cross-session location tracking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- Single-state nonce: packet loss = re-enrol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  -&gt; costly on battery-constrained nodes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/>
              <a:t>=&gt; We add pseudonym + dual-state at ~8% extra cost</a:t>
            </a:r>
            <a:endParaRPr lang="en-US" dirty="0"/>
          </a:p>
        </p:txBody>
      </p:sp>
      <p:sp>
        <p:nvSpPr>
          <p:cNvPr id="641" name="Google Shape;641;p44"/>
          <p:cNvSpPr txBox="1"/>
          <p:nvPr/>
        </p:nvSpPr>
        <p:spPr>
          <a:xfrm>
            <a:off x="4871950" y="1310348"/>
            <a:ext cx="6156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 sz="3000" b="1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642" name="Google Shape;642;p44"/>
          <p:cNvSpPr txBox="1"/>
          <p:nvPr/>
        </p:nvSpPr>
        <p:spPr>
          <a:xfrm>
            <a:off x="4871950" y="2898480"/>
            <a:ext cx="6156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 sz="3000" b="1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 txBox="1">
            <a:spLocks noGrp="1"/>
          </p:cNvSpPr>
          <p:nvPr>
            <p:ph type="ctrTitle"/>
          </p:nvPr>
        </p:nvSpPr>
        <p:spPr>
          <a:xfrm>
            <a:off x="228600" y="73152"/>
            <a:ext cx="8686800" cy="54864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Feature Comparison of Authentication Schemes</a:t>
            </a:r>
            <a:endParaRPr lang="en-US" dirty="0"/>
          </a:p>
        </p:txBody>
      </p:sp>
      <p:graphicFrame>
        <p:nvGraphicFramePr>
          <p:cNvPr id="378" name="Table 377"/>
          <p:cNvGraphicFramePr>
            <a:graphicFrameLocks noGrp="1"/>
          </p:cNvGraphicFramePr>
          <p:nvPr/>
        </p:nvGraphicFramePr>
        <p:xfrm>
          <a:off x="164592" y="713232"/>
          <a:ext cx="8833104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Scheme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Dec.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PUF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Acc.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Anon.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Desync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Comp.OH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Msg.OH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</a:rPr>
                        <a:t>RAAF-MEC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5E2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</a:rPr>
                        <a:t>SAKMS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5E2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</a:rPr>
                        <a:t>Li et al.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5E2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5E2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</a:rPr>
                        <a:t>Zheng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5E2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5E2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</a:rPr>
                        <a:t>LAAKA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5E2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</a:rPr>
                        <a:t>Zhou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5E2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5E2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</a:rPr>
                        <a:t>DAuth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5E2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5E2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5E2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AAAAA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EDE5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C6B47"/>
                          </a:solidFill>
                        </a:rPr>
                        <a:t>Proposed</a:t>
                      </a:r>
                    </a:p>
                  </a:txBody>
                  <a:tcPr>
                    <a:solidFill>
                      <a:srgbClr val="E8D8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5E2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D8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5E2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D8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5E2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D8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5E2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D8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5E2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D8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E8D8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E8D8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79" name="TextBox 378"/>
          <p:cNvSpPr txBox="1"/>
          <p:nvPr/>
        </p:nvSpPr>
        <p:spPr>
          <a:xfrm>
            <a:off x="164592" y="5010912"/>
            <a:ext cx="8823960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666666"/>
                </a:solidFill>
              </a:defRPr>
            </a:pPr>
            <a:r>
              <a:t>Dec.=Decoupled  |  Acc.=Hash accumulator  |  Anon.=Pseudonym anonymity  |  Desync=Packet-loss recovery without re-enrolment  |  Comp.OH: Low=Hash/XOR, Med=&gt;2 AES, High=ECC  |  Msg.OH: Low=1-3 rds, Med=4-5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 txBox="1">
            <a:spLocks noGrp="1"/>
          </p:cNvSpPr>
          <p:nvPr>
            <p:ph type="ctrTitle"/>
          </p:nvPr>
        </p:nvSpPr>
        <p:spPr>
          <a:xfrm>
            <a:off x="182880" y="45720"/>
            <a:ext cx="8778240" cy="5029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/>
              <a:t>Gap 1  —  Real Device Identity Exposed on Every Auth Session</a:t>
            </a:r>
            <a:endParaRPr lang="en-US" dirty="0"/>
          </a:p>
        </p:txBody>
      </p:sp>
      <p:sp>
        <p:nvSpPr>
          <p:cNvPr id="378" name="Rounded Rectangle 377"/>
          <p:cNvSpPr/>
          <p:nvPr/>
        </p:nvSpPr>
        <p:spPr>
          <a:xfrm>
            <a:off x="228600" y="1028700"/>
            <a:ext cx="1143000" cy="685800"/>
          </a:xfrm>
          <a:prstGeom prst="roundRect">
            <a:avLst/>
          </a:prstGeom>
          <a:solidFill>
            <a:srgbClr val="9C6B4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Device
(D)</a:t>
            </a:r>
          </a:p>
        </p:txBody>
      </p:sp>
      <p:sp>
        <p:nvSpPr>
          <p:cNvPr id="379" name="Rounded Rectangle 378"/>
          <p:cNvSpPr/>
          <p:nvPr/>
        </p:nvSpPr>
        <p:spPr>
          <a:xfrm>
            <a:off x="2834640" y="1028700"/>
            <a:ext cx="1005838" cy="68580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</a:rPr>
              <a:t>Auth Server
(AS)</a:t>
            </a:r>
          </a:p>
        </p:txBody>
      </p:sp>
      <p:sp>
        <p:nvSpPr>
          <p:cNvPr id="380" name="Rounded Rectangle 379"/>
          <p:cNvSpPr/>
          <p:nvPr/>
        </p:nvSpPr>
        <p:spPr>
          <a:xfrm>
            <a:off x="4526277" y="1044842"/>
            <a:ext cx="914400" cy="68580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</a:rPr>
              <a:t>Gateway
(GW)</a:t>
            </a:r>
          </a:p>
        </p:txBody>
      </p:sp>
      <p:cxnSp>
        <p:nvCxnSpPr>
          <p:cNvPr id="381" name="Connector 380"/>
          <p:cNvCxnSpPr/>
          <p:nvPr/>
        </p:nvCxnSpPr>
        <p:spPr>
          <a:xfrm>
            <a:off x="1371600" y="1371600"/>
            <a:ext cx="1463040" cy="0"/>
          </a:xfrm>
          <a:prstGeom prst="line">
            <a:avLst/>
          </a:prstGeom>
          <a:ln w="27940">
            <a:solidFill>
              <a:srgbClr val="C6282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3917752" y="1387742"/>
            <a:ext cx="502920" cy="0"/>
          </a:xfrm>
          <a:prstGeom prst="line">
            <a:avLst/>
          </a:prstGeom>
          <a:ln w="22860">
            <a:solidFill>
              <a:srgbClr val="333333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3" name="Rounded Rectangle 382"/>
          <p:cNvSpPr/>
          <p:nvPr/>
        </p:nvSpPr>
        <p:spPr>
          <a:xfrm>
            <a:off x="1417320" y="795528"/>
            <a:ext cx="1371600" cy="347472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C62828"/>
                </a:solidFill>
              </a:rPr>
              <a:t>ID_D  (plaintext!)</a:t>
            </a:r>
          </a:p>
        </p:txBody>
      </p:sp>
      <p:cxnSp>
        <p:nvCxnSpPr>
          <p:cNvPr id="384" name="Connector 383"/>
          <p:cNvCxnSpPr/>
          <p:nvPr/>
        </p:nvCxnSpPr>
        <p:spPr>
          <a:xfrm>
            <a:off x="2103120" y="1371600"/>
            <a:ext cx="0" cy="960120"/>
          </a:xfrm>
          <a:prstGeom prst="line">
            <a:avLst/>
          </a:prstGeom>
          <a:ln w="2286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5" name="Rounded Rectangle 384"/>
          <p:cNvSpPr/>
          <p:nvPr/>
        </p:nvSpPr>
        <p:spPr>
          <a:xfrm>
            <a:off x="1371600" y="2377440"/>
            <a:ext cx="1554480" cy="658368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C62828"/>
                </a:solidFill>
              </a:rPr>
              <a:t>ATTACKER
(radio range)</a:t>
            </a:r>
          </a:p>
        </p:txBody>
      </p:sp>
      <p:cxnSp>
        <p:nvCxnSpPr>
          <p:cNvPr id="386" name="Connector 385"/>
          <p:cNvCxnSpPr/>
          <p:nvPr/>
        </p:nvCxnSpPr>
        <p:spPr>
          <a:xfrm flipV="1">
            <a:off x="2148840" y="1389888"/>
            <a:ext cx="0" cy="987552"/>
          </a:xfrm>
          <a:prstGeom prst="line">
            <a:avLst/>
          </a:prstGeom>
          <a:ln w="2286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7" name="TextBox 386"/>
          <p:cNvSpPr txBox="1"/>
          <p:nvPr/>
        </p:nvSpPr>
        <p:spPr>
          <a:xfrm>
            <a:off x="3017520" y="2359152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</a:rPr>
              <a:t>captures ID_D
from EVERY session</a:t>
            </a:r>
          </a:p>
        </p:txBody>
      </p:sp>
      <p:sp>
        <p:nvSpPr>
          <p:cNvPr id="388" name="Rounded Rectangle 387"/>
          <p:cNvSpPr/>
          <p:nvPr/>
        </p:nvSpPr>
        <p:spPr>
          <a:xfrm>
            <a:off x="182880" y="3566160"/>
            <a:ext cx="5166360" cy="530352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C62828"/>
                </a:solidFill>
              </a:rPr>
              <a:t>Same ID_D across sessions  -&gt;  sessions linked  -&gt;  device location tracked over time</a:t>
            </a:r>
          </a:p>
        </p:txBody>
      </p:sp>
      <p:sp>
        <p:nvSpPr>
          <p:cNvPr id="390" name="Rounded Rectangle 389"/>
          <p:cNvSpPr/>
          <p:nvPr/>
        </p:nvSpPr>
        <p:spPr>
          <a:xfrm>
            <a:off x="5577840" y="1005840"/>
            <a:ext cx="3337560" cy="347472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Why This Is Serious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5577840" y="1399032"/>
            <a:ext cx="3337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All three prior schemes (DAuth, LAAKA, Zhou et al.) send real ID_D on the open channel.</a:t>
            </a:r>
          </a:p>
          <a:p>
            <a:pPr algn="l"/>
            <a:endParaRPr sz="900" b="0">
              <a:solidFill>
                <a:srgbClr val="333333"/>
              </a:solidFill>
            </a:endParaRPr>
          </a:p>
          <a:p>
            <a:pPr algn="l"/>
            <a:r>
              <a:rPr sz="900" b="0">
                <a:solidFill>
                  <a:srgbClr val="333333"/>
                </a:solidFill>
              </a:rPr>
              <a:t>Adversary captures it silently, without jamming or any active network disruption.</a:t>
            </a:r>
          </a:p>
          <a:p>
            <a:pPr algn="l"/>
            <a:endParaRPr sz="900" b="0">
              <a:solidFill>
                <a:srgbClr val="333333"/>
              </a:solidFill>
            </a:endParaRPr>
          </a:p>
          <a:p>
            <a:pPr algn="l"/>
            <a:r>
              <a:rPr sz="900" b="0">
                <a:solidFill>
                  <a:srgbClr val="333333"/>
                </a:solidFill>
              </a:rPr>
              <a:t>Over time: same ID + different locations = persistent device location map.</a:t>
            </a:r>
          </a:p>
          <a:p>
            <a:pPr algn="l"/>
            <a:endParaRPr sz="900" b="0">
              <a:solidFill>
                <a:srgbClr val="333333"/>
              </a:solidFill>
            </a:endParaRPr>
          </a:p>
          <a:p>
            <a:pPr algn="l"/>
            <a:r>
              <a:rPr sz="900" b="0">
                <a:solidFill>
                  <a:srgbClr val="333333"/>
                </a:solidFill>
              </a:rPr>
              <a:t>Violates privacy mandates in healthcare, industrial IoT, and smart infrastructure.</a:t>
            </a:r>
          </a:p>
        </p:txBody>
      </p:sp>
      <p:sp>
        <p:nvSpPr>
          <p:cNvPr id="392" name="Rounded Rectangle 391"/>
          <p:cNvSpPr/>
          <p:nvPr/>
        </p:nvSpPr>
        <p:spPr>
          <a:xfrm>
            <a:off x="5577840" y="3931920"/>
            <a:ext cx="3337560" cy="65836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1B5E20"/>
                </a:solidFill>
              </a:rPr>
              <a:t>Our Fix: PID = H(ID_D || m_curr)  sent instead of ID_D  —  pseudonym changes every session, sessions are unlinkable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 txBox="1">
            <a:spLocks noGrp="1"/>
          </p:cNvSpPr>
          <p:nvPr>
            <p:ph type="ctrTitle"/>
          </p:nvPr>
        </p:nvSpPr>
        <p:spPr>
          <a:xfrm>
            <a:off x="182880" y="45720"/>
            <a:ext cx="8778240" cy="5029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/>
              <a:t>Gap 3  —  Overhead Penalty of Existing Schemes</a:t>
            </a:r>
            <a:endParaRPr lang="en-US" dirty="0"/>
          </a:p>
        </p:txBody>
      </p:sp>
      <p:sp>
        <p:nvSpPr>
          <p:cNvPr id="378" name="TextBox 377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</a:rPr>
              <a:t>Relative energy per auth round  (COOJA, 100-mote network;  lower is better)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164592" y="1225296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</a:rPr>
              <a:t>LAAKA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2148840" y="1188720"/>
            <a:ext cx="2880360" cy="420624"/>
          </a:xfrm>
          <a:prstGeom prst="rect">
            <a:avLst/>
          </a:prstGeom>
          <a:solidFill>
            <a:srgbClr val="F0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Rectangle 380"/>
          <p:cNvSpPr/>
          <p:nvPr/>
        </p:nvSpPr>
        <p:spPr>
          <a:xfrm>
            <a:off x="2148840" y="1188720"/>
            <a:ext cx="2880360" cy="42062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TextBox 381"/>
          <p:cNvSpPr txBox="1"/>
          <p:nvPr/>
        </p:nvSpPr>
        <p:spPr>
          <a:xfrm>
            <a:off x="4498848" y="1243584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1.75x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5193792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~1.75x more energy  (42.8% excess vs our scheme)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164592" y="1975104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5100"/>
                </a:solidFill>
              </a:rPr>
              <a:t>Zhou et al.</a:t>
            </a:r>
          </a:p>
        </p:txBody>
      </p:sp>
      <p:sp>
        <p:nvSpPr>
          <p:cNvPr id="385" name="Rectangle 384"/>
          <p:cNvSpPr/>
          <p:nvPr/>
        </p:nvSpPr>
        <p:spPr>
          <a:xfrm>
            <a:off x="2148840" y="1938528"/>
            <a:ext cx="2880360" cy="420624"/>
          </a:xfrm>
          <a:prstGeom prst="rect">
            <a:avLst/>
          </a:prstGeom>
          <a:solidFill>
            <a:srgbClr val="F0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Rectangle 385"/>
          <p:cNvSpPr/>
          <p:nvPr/>
        </p:nvSpPr>
        <p:spPr>
          <a:xfrm>
            <a:off x="2148840" y="1938528"/>
            <a:ext cx="2435961" cy="42062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TextBox 386"/>
          <p:cNvSpPr txBox="1"/>
          <p:nvPr/>
        </p:nvSpPr>
        <p:spPr>
          <a:xfrm>
            <a:off x="4054449" y="199339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1.48x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5193792" y="19842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~1.48x more energy  (32.4% excess vs our scheme)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164592" y="2724912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5E20"/>
                </a:solidFill>
              </a:rPr>
              <a:t>Proposed  (ours)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2148840" y="2688336"/>
            <a:ext cx="2880360" cy="420624"/>
          </a:xfrm>
          <a:prstGeom prst="rect">
            <a:avLst/>
          </a:prstGeom>
          <a:solidFill>
            <a:srgbClr val="F0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Rectangle 390"/>
          <p:cNvSpPr/>
          <p:nvPr/>
        </p:nvSpPr>
        <p:spPr>
          <a:xfrm>
            <a:off x="2148840" y="2688336"/>
            <a:ext cx="1645920" cy="42062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TextBox 391"/>
          <p:cNvSpPr txBox="1"/>
          <p:nvPr/>
        </p:nvSpPr>
        <p:spPr>
          <a:xfrm>
            <a:off x="3264408" y="274320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1.00x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5193792" y="273405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1.0x  Lowest overhead WITH full anonymity + desync recovery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164592" y="3474720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E5BA6"/>
                </a:solidFill>
              </a:rPr>
              <a:t>DAuth (base)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2148840" y="3438144"/>
            <a:ext cx="2880360" cy="420624"/>
          </a:xfrm>
          <a:prstGeom prst="rect">
            <a:avLst/>
          </a:prstGeom>
          <a:solidFill>
            <a:srgbClr val="F0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Rectangle 395"/>
          <p:cNvSpPr/>
          <p:nvPr/>
        </p:nvSpPr>
        <p:spPr>
          <a:xfrm>
            <a:off x="2148840" y="3438144"/>
            <a:ext cx="1530705" cy="420624"/>
          </a:xfrm>
          <a:prstGeom prst="rect">
            <a:avLst/>
          </a:prstGeom>
          <a:solidFill>
            <a:srgbClr val="7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TextBox 396"/>
          <p:cNvSpPr txBox="1"/>
          <p:nvPr/>
        </p:nvSpPr>
        <p:spPr>
          <a:xfrm>
            <a:off x="3149193" y="3493008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</a:rPr>
              <a:t>0.93x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5193792" y="34838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~0.93x  Lightest overall, but NO anonymity, NO desync recovery</a:t>
            </a:r>
          </a:p>
        </p:txBody>
      </p:sp>
      <p:cxnSp>
        <p:nvCxnSpPr>
          <p:cNvPr id="399" name="Connector 398"/>
          <p:cNvCxnSpPr/>
          <p:nvPr/>
        </p:nvCxnSpPr>
        <p:spPr>
          <a:xfrm>
            <a:off x="2148840" y="4023360"/>
            <a:ext cx="292608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TextBox 399"/>
          <p:cNvSpPr txBox="1"/>
          <p:nvPr/>
        </p:nvSpPr>
        <p:spPr>
          <a:xfrm>
            <a:off x="2039112" y="40690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</a:rPr>
              <a:t>0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3648456" y="40690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</a:rPr>
              <a:t>1.0x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4864608" y="40690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</a:rPr>
              <a:t>1.75x</a:t>
            </a:r>
          </a:p>
        </p:txBody>
      </p:sp>
      <p:cxnSp>
        <p:nvCxnSpPr>
          <p:cNvPr id="403" name="Connector 402"/>
          <p:cNvCxnSpPr/>
          <p:nvPr/>
        </p:nvCxnSpPr>
        <p:spPr>
          <a:xfrm>
            <a:off x="3794760" y="1024128"/>
            <a:ext cx="0" cy="2999232"/>
          </a:xfrm>
          <a:prstGeom prst="line">
            <a:avLst/>
          </a:prstGeom>
          <a:ln w="1016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4" name="TextBox 403"/>
          <p:cNvSpPr txBox="1"/>
          <p:nvPr/>
        </p:nvSpPr>
        <p:spPr>
          <a:xfrm>
            <a:off x="3849624" y="7680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(Proposed baseline)</a:t>
            </a:r>
          </a:p>
        </p:txBody>
      </p:sp>
      <p:sp>
        <p:nvSpPr>
          <p:cNvPr id="405" name="Rounded Rectangle 404"/>
          <p:cNvSpPr/>
          <p:nvPr/>
        </p:nvSpPr>
        <p:spPr>
          <a:xfrm>
            <a:off x="182880" y="4407408"/>
            <a:ext cx="8778240" cy="5486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B5E20"/>
                </a:solidFill>
              </a:rPr>
              <a:t>Our scheme adds only ~8% overhead vs DAuth for FULL anonymity + desync recovery —  while LAAKA and Zhou use 48-75% more energy per auth round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0"/>
          <p:cNvSpPr txBox="1">
            <a:spLocks noGrp="1"/>
          </p:cNvSpPr>
          <p:nvPr>
            <p:ph type="title"/>
          </p:nvPr>
        </p:nvSpPr>
        <p:spPr>
          <a:xfrm>
            <a:off x="2038350" y="23762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Proposed Protocol</a:t>
            </a:r>
            <a:endParaRPr lang="en-US" dirty="0"/>
          </a:p>
        </p:txBody>
      </p:sp>
      <p:sp>
        <p:nvSpPr>
          <p:cNvPr id="416" name="Google Shape;416;p30"/>
          <p:cNvSpPr txBox="1">
            <a:spLocks noGrp="1"/>
          </p:cNvSpPr>
          <p:nvPr>
            <p:ph type="subTitle" idx="1"/>
          </p:nvPr>
        </p:nvSpPr>
        <p:spPr>
          <a:xfrm>
            <a:off x="2038350" y="3308425"/>
            <a:ext cx="50676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Two lightweight extensions that close both identified gaps</a:t>
            </a:r>
            <a:endParaRPr lang="en-US" dirty="0"/>
          </a:p>
        </p:txBody>
      </p:sp>
      <p:sp>
        <p:nvSpPr>
          <p:cNvPr id="417" name="Google Shape;417;p30"/>
          <p:cNvSpPr txBox="1">
            <a:spLocks noGrp="1"/>
          </p:cNvSpPr>
          <p:nvPr>
            <p:ph type="title" idx="2"/>
          </p:nvPr>
        </p:nvSpPr>
        <p:spPr>
          <a:xfrm>
            <a:off x="3910050" y="1344850"/>
            <a:ext cx="1324200" cy="9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/>
              <a:t>04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sis Collaboration by Slidesgo">
  <a:themeElements>
    <a:clrScheme name="Simple Light">
      <a:dk1>
        <a:srgbClr val="333333"/>
      </a:dk1>
      <a:lt1>
        <a:srgbClr val="F6EFEB"/>
      </a:lt1>
      <a:dk2>
        <a:srgbClr val="D9CCC5"/>
      </a:dk2>
      <a:lt2>
        <a:srgbClr val="C2B4AD"/>
      </a:lt2>
      <a:accent1>
        <a:srgbClr val="BF9673"/>
      </a:accent1>
      <a:accent2>
        <a:srgbClr val="A68C76"/>
      </a:accent2>
      <a:accent3>
        <a:srgbClr val="775C47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1820</Words>
  <Application>Microsoft Office PowerPoint</Application>
  <PresentationFormat>On-screen Show (16:9)</PresentationFormat>
  <Paragraphs>250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Bricolage Grotesque</vt:lpstr>
      <vt:lpstr>Nunito Light</vt:lpstr>
      <vt:lpstr>Barlow</vt:lpstr>
      <vt:lpstr>Proxima Nova</vt:lpstr>
      <vt:lpstr>DM Sans</vt:lpstr>
      <vt:lpstr>Arial</vt:lpstr>
      <vt:lpstr>Calibri</vt:lpstr>
      <vt:lpstr>Thesis Collaboration by Slidesgo</vt:lpstr>
      <vt:lpstr>Slidesgo Final Pages</vt:lpstr>
      <vt:lpstr>Anonymity Preserving, Decoupled Distributed Authentication for Multihop IoT Networks</vt:lpstr>
      <vt:lpstr>Agenda</vt:lpstr>
      <vt:lpstr>Abstract</vt:lpstr>
      <vt:lpstr>Why IoT Authentication Is a Hard Problem</vt:lpstr>
      <vt:lpstr>The Authentication Architecture Problem</vt:lpstr>
      <vt:lpstr>DAuth — The Decoupled Baseline  [Das &amp; Khatua, COMSNETS 2026]</vt:lpstr>
      <vt:lpstr>DAuth's Two Critical Security Gaps</vt:lpstr>
      <vt:lpstr>Literature Review: Authentication Scheme Categories</vt:lpstr>
      <vt:lpstr>LAAKA — Ali &amp; Ahmed, Computers &amp; Security 140, 2024</vt:lpstr>
      <vt:lpstr>Zhou et al. — IEEE IoT Journal Vol. 11, No. 6, 2024</vt:lpstr>
      <vt:lpstr>DAuth — Das &amp; Khatua, COMSNETS 2026  (Our Baseline)</vt:lpstr>
      <vt:lpstr>Feature Comparison of Authentication Schemes</vt:lpstr>
      <vt:lpstr>Gap 1  —  Real Device Identity Exposed on Every Auth Session</vt:lpstr>
      <vt:lpstr>Gap 3  —  Overhead Penalty of Existing Schemes</vt:lpstr>
      <vt:lpstr>Proposed Protocol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ANUP MAHESH KULKARNI</cp:lastModifiedBy>
  <cp:revision>1</cp:revision>
  <dcterms:modified xsi:type="dcterms:W3CDTF">2026-06-14T22:26:26Z</dcterms:modified>
</cp:coreProperties>
</file>